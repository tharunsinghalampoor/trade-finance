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7.jpg" ContentType="image/jpeg"/>
  <Override PartName="/ppt/notesSlides/notesSlide4.xml" ContentType="application/vnd.openxmlformats-officedocument.presentationml.notesSlide+xml"/>
  <Override PartName="/ppt/media/image8.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3.jpg" ContentType="image/jpeg"/>
  <Override PartName="/ppt/media/image14.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8" r:id="rId23"/>
    <p:sldId id="289" r:id="rId24"/>
    <p:sldId id="290" r:id="rId25"/>
    <p:sldId id="291" r:id="rId26"/>
    <p:sldId id="292" r:id="rId27"/>
    <p:sldId id="293" r:id="rId28"/>
    <p:sldId id="294" r:id="rId29"/>
    <p:sldId id="295" r:id="rId30"/>
    <p:sldId id="277" r:id="rId31"/>
    <p:sldId id="278" r:id="rId32"/>
    <p:sldId id="279" r:id="rId33"/>
    <p:sldId id="280" r:id="rId34"/>
    <p:sldId id="281" r:id="rId35"/>
    <p:sldId id="282" r:id="rId36"/>
    <p:sldId id="283" r:id="rId37"/>
    <p:sldId id="284" r:id="rId38"/>
    <p:sldId id="286" r:id="rId39"/>
    <p:sldId id="287" r:id="rId40"/>
  </p:sldIdLst>
  <p:sldSz cx="7569200" cy="10706100"/>
  <p:notesSz cx="7569200" cy="10706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30DCD-34E0-41DD-A82D-1B1DF17717A9}" v="13" dt="2024-10-01T09:41:55.09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p:cViewPr>
        <p:scale>
          <a:sx n="49" d="100"/>
          <a:sy n="49" d="100"/>
        </p:scale>
        <p:origin x="2674" y="1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9775"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7838" y="0"/>
            <a:ext cx="3279775" cy="536575"/>
          </a:xfrm>
          <a:prstGeom prst="rect">
            <a:avLst/>
          </a:prstGeom>
        </p:spPr>
        <p:txBody>
          <a:bodyPr vert="horz" lIns="91440" tIns="45720" rIns="91440" bIns="45720" rtlCol="0"/>
          <a:lstStyle>
            <a:lvl1pPr algn="r">
              <a:defRPr sz="1200"/>
            </a:lvl1pPr>
          </a:lstStyle>
          <a:p>
            <a:fld id="{974C8D4E-E12A-41F6-B1C1-0EDC0AAA81DC}" type="datetimeFigureOut">
              <a:rPr lang="en-IN" smtClean="0"/>
              <a:t>04-10-2024</a:t>
            </a:fld>
            <a:endParaRPr lang="en-IN"/>
          </a:p>
        </p:txBody>
      </p:sp>
      <p:sp>
        <p:nvSpPr>
          <p:cNvPr id="4" name="Slide Image Placeholder 3"/>
          <p:cNvSpPr>
            <a:spLocks noGrp="1" noRot="1" noChangeAspect="1"/>
          </p:cNvSpPr>
          <p:nvPr>
            <p:ph type="sldImg" idx="2"/>
          </p:nvPr>
        </p:nvSpPr>
        <p:spPr>
          <a:xfrm>
            <a:off x="2506663" y="1338263"/>
            <a:ext cx="2555875" cy="36131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7238" y="5153025"/>
            <a:ext cx="6054725" cy="42148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69525"/>
            <a:ext cx="3279775"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7838" y="10169525"/>
            <a:ext cx="3279775" cy="536575"/>
          </a:xfrm>
          <a:prstGeom prst="rect">
            <a:avLst/>
          </a:prstGeom>
        </p:spPr>
        <p:txBody>
          <a:bodyPr vert="horz" lIns="91440" tIns="45720" rIns="91440" bIns="45720" rtlCol="0" anchor="b"/>
          <a:lstStyle>
            <a:lvl1pPr algn="r">
              <a:defRPr sz="1200"/>
            </a:lvl1pPr>
          </a:lstStyle>
          <a:p>
            <a:fld id="{DCBF6D6D-B2BA-470C-B946-B335EFDB0AF8}" type="slidenum">
              <a:rPr lang="en-IN" smtClean="0"/>
              <a:t>‹#›</a:t>
            </a:fld>
            <a:endParaRPr lang="en-IN"/>
          </a:p>
        </p:txBody>
      </p:sp>
    </p:spTree>
    <p:extLst>
      <p:ext uri="{BB962C8B-B14F-4D97-AF65-F5344CB8AC3E}">
        <p14:creationId xmlns:p14="http://schemas.microsoft.com/office/powerpoint/2010/main" val="3767464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7</a:t>
            </a:fld>
            <a:endParaRPr lang="en-IN"/>
          </a:p>
        </p:txBody>
      </p:sp>
    </p:spTree>
    <p:extLst>
      <p:ext uri="{BB962C8B-B14F-4D97-AF65-F5344CB8AC3E}">
        <p14:creationId xmlns:p14="http://schemas.microsoft.com/office/powerpoint/2010/main" val="2945620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10</a:t>
            </a:fld>
            <a:endParaRPr lang="en-IN"/>
          </a:p>
        </p:txBody>
      </p:sp>
    </p:spTree>
    <p:extLst>
      <p:ext uri="{BB962C8B-B14F-4D97-AF65-F5344CB8AC3E}">
        <p14:creationId xmlns:p14="http://schemas.microsoft.com/office/powerpoint/2010/main" val="1749887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23</a:t>
            </a:fld>
            <a:endParaRPr lang="en-IN"/>
          </a:p>
        </p:txBody>
      </p:sp>
    </p:spTree>
    <p:extLst>
      <p:ext uri="{BB962C8B-B14F-4D97-AF65-F5344CB8AC3E}">
        <p14:creationId xmlns:p14="http://schemas.microsoft.com/office/powerpoint/2010/main" val="692377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24</a:t>
            </a:fld>
            <a:endParaRPr lang="en-IN"/>
          </a:p>
        </p:txBody>
      </p:sp>
    </p:spTree>
    <p:extLst>
      <p:ext uri="{BB962C8B-B14F-4D97-AF65-F5344CB8AC3E}">
        <p14:creationId xmlns:p14="http://schemas.microsoft.com/office/powerpoint/2010/main" val="3723602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33</a:t>
            </a:fld>
            <a:endParaRPr lang="en-IN"/>
          </a:p>
        </p:txBody>
      </p:sp>
    </p:spTree>
    <p:extLst>
      <p:ext uri="{BB962C8B-B14F-4D97-AF65-F5344CB8AC3E}">
        <p14:creationId xmlns:p14="http://schemas.microsoft.com/office/powerpoint/2010/main" val="177159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BF6D6D-B2BA-470C-B946-B335EFDB0AF8}" type="slidenum">
              <a:rPr lang="en-IN" smtClean="0"/>
              <a:t>37</a:t>
            </a:fld>
            <a:endParaRPr lang="en-IN"/>
          </a:p>
        </p:txBody>
      </p:sp>
    </p:spTree>
    <p:extLst>
      <p:ext uri="{BB962C8B-B14F-4D97-AF65-F5344CB8AC3E}">
        <p14:creationId xmlns:p14="http://schemas.microsoft.com/office/powerpoint/2010/main" val="2052673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690" y="3318891"/>
            <a:ext cx="6433820" cy="224828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5380" y="5995416"/>
            <a:ext cx="5298440" cy="26765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10653EB-6F71-4FA7-8D81-FFF3ACA3FF42}" type="datetime1">
              <a:rPr lang="en-US" smtClean="0"/>
              <a:t>10/4/2024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87048" y="457263"/>
            <a:ext cx="6438328" cy="579200"/>
          </a:xfrm>
          <a:prstGeom prst="rect">
            <a:avLst/>
          </a:prstGeom>
        </p:spPr>
      </p:pic>
      <p:sp>
        <p:nvSpPr>
          <p:cNvPr id="17" name="bg object 17"/>
          <p:cNvSpPr/>
          <p:nvPr/>
        </p:nvSpPr>
        <p:spPr>
          <a:xfrm>
            <a:off x="1746" y="1225589"/>
            <a:ext cx="220345" cy="9468485"/>
          </a:xfrm>
          <a:custGeom>
            <a:avLst/>
            <a:gdLst/>
            <a:ahLst/>
            <a:cxnLst/>
            <a:rect l="l" t="t" r="r" b="b"/>
            <a:pathLst>
              <a:path w="220345" h="9468485">
                <a:moveTo>
                  <a:pt x="0" y="0"/>
                </a:moveTo>
                <a:lnTo>
                  <a:pt x="219726" y="0"/>
                </a:lnTo>
                <a:lnTo>
                  <a:pt x="219726" y="9468288"/>
                </a:lnTo>
                <a:lnTo>
                  <a:pt x="0" y="9468288"/>
                </a:lnTo>
                <a:lnTo>
                  <a:pt x="0" y="0"/>
                </a:lnTo>
                <a:close/>
              </a:path>
            </a:pathLst>
          </a:custGeom>
          <a:solidFill>
            <a:srgbClr val="445269"/>
          </a:solidFill>
        </p:spPr>
        <p:txBody>
          <a:bodyPr wrap="square" lIns="0" tIns="0" rIns="0" bIns="0" rtlCol="0"/>
          <a:lstStyle/>
          <a:p>
            <a:endParaRPr/>
          </a:p>
        </p:txBody>
      </p:sp>
      <p:sp>
        <p:nvSpPr>
          <p:cNvPr id="18" name="bg object 18"/>
          <p:cNvSpPr/>
          <p:nvPr/>
        </p:nvSpPr>
        <p:spPr>
          <a:xfrm>
            <a:off x="1746" y="2857777"/>
            <a:ext cx="2477770" cy="615315"/>
          </a:xfrm>
          <a:custGeom>
            <a:avLst/>
            <a:gdLst/>
            <a:ahLst/>
            <a:cxnLst/>
            <a:rect l="l" t="t" r="r" b="b"/>
            <a:pathLst>
              <a:path w="2477770" h="615314">
                <a:moveTo>
                  <a:pt x="2165546" y="614757"/>
                </a:moveTo>
                <a:lnTo>
                  <a:pt x="0" y="614757"/>
                </a:lnTo>
                <a:lnTo>
                  <a:pt x="0" y="0"/>
                </a:lnTo>
                <a:lnTo>
                  <a:pt x="2165546" y="0"/>
                </a:lnTo>
                <a:lnTo>
                  <a:pt x="2477366" y="307372"/>
                </a:lnTo>
                <a:lnTo>
                  <a:pt x="2165546" y="614757"/>
                </a:lnTo>
                <a:close/>
              </a:path>
            </a:pathLst>
          </a:custGeom>
          <a:solidFill>
            <a:srgbClr val="4470C4"/>
          </a:solidFill>
        </p:spPr>
        <p:txBody>
          <a:bodyPr wrap="square" lIns="0" tIns="0" rIns="0" bIns="0" rtlCol="0"/>
          <a:lstStyle/>
          <a:p>
            <a:endParaRPr/>
          </a:p>
        </p:txBody>
      </p:sp>
      <p:sp>
        <p:nvSpPr>
          <p:cNvPr id="19" name="bg object 19"/>
          <p:cNvSpPr/>
          <p:nvPr/>
        </p:nvSpPr>
        <p:spPr>
          <a:xfrm>
            <a:off x="601242" y="9420781"/>
            <a:ext cx="345440" cy="1223645"/>
          </a:xfrm>
          <a:custGeom>
            <a:avLst/>
            <a:gdLst/>
            <a:ahLst/>
            <a:cxnLst/>
            <a:rect l="l" t="t" r="r" b="b"/>
            <a:pathLst>
              <a:path w="345440" h="1223645">
                <a:moveTo>
                  <a:pt x="0" y="0"/>
                </a:moveTo>
                <a:lnTo>
                  <a:pt x="17150" y="147342"/>
                </a:lnTo>
                <a:lnTo>
                  <a:pt x="110481" y="500460"/>
                </a:lnTo>
                <a:lnTo>
                  <a:pt x="214653" y="850388"/>
                </a:lnTo>
                <a:lnTo>
                  <a:pt x="344834" y="1223199"/>
                </a:lnTo>
                <a:lnTo>
                  <a:pt x="344834" y="1159041"/>
                </a:lnTo>
                <a:lnTo>
                  <a:pt x="237492" y="845316"/>
                </a:lnTo>
                <a:lnTo>
                  <a:pt x="110481" y="422347"/>
                </a:lnTo>
                <a:lnTo>
                  <a:pt x="0" y="0"/>
                </a:lnTo>
                <a:close/>
              </a:path>
            </a:pathLst>
          </a:custGeom>
          <a:solidFill>
            <a:srgbClr val="445269"/>
          </a:solidFill>
        </p:spPr>
        <p:txBody>
          <a:bodyPr wrap="square" lIns="0" tIns="0" rIns="0" bIns="0" rtlCol="0"/>
          <a:lstStyle/>
          <a:p>
            <a:endParaRPr/>
          </a:p>
        </p:txBody>
      </p:sp>
      <p:sp>
        <p:nvSpPr>
          <p:cNvPr id="20" name="bg object 20"/>
          <p:cNvSpPr/>
          <p:nvPr/>
        </p:nvSpPr>
        <p:spPr>
          <a:xfrm>
            <a:off x="601242" y="9420781"/>
            <a:ext cx="345440" cy="1223645"/>
          </a:xfrm>
          <a:custGeom>
            <a:avLst/>
            <a:gdLst/>
            <a:ahLst/>
            <a:cxnLst/>
            <a:rect l="l" t="t" r="r" b="b"/>
            <a:pathLst>
              <a:path w="345440" h="1223645">
                <a:moveTo>
                  <a:pt x="0" y="0"/>
                </a:moveTo>
                <a:lnTo>
                  <a:pt x="110481" y="422347"/>
                </a:lnTo>
                <a:lnTo>
                  <a:pt x="237492" y="845316"/>
                </a:lnTo>
                <a:lnTo>
                  <a:pt x="344834" y="1159041"/>
                </a:lnTo>
                <a:lnTo>
                  <a:pt x="344834" y="1223199"/>
                </a:lnTo>
                <a:lnTo>
                  <a:pt x="214653" y="850388"/>
                </a:lnTo>
                <a:lnTo>
                  <a:pt x="110481" y="500460"/>
                </a:lnTo>
                <a:lnTo>
                  <a:pt x="17150" y="147342"/>
                </a:lnTo>
                <a:lnTo>
                  <a:pt x="0" y="0"/>
                </a:lnTo>
                <a:close/>
              </a:path>
            </a:pathLst>
          </a:custGeom>
          <a:ln w="6096">
            <a:solidFill>
              <a:srgbClr val="445269"/>
            </a:solidFill>
          </a:ln>
        </p:spPr>
        <p:txBody>
          <a:bodyPr wrap="square" lIns="0" tIns="0" rIns="0" bIns="0" rtlCol="0"/>
          <a:lstStyle/>
          <a:p>
            <a:endParaRPr/>
          </a:p>
        </p:txBody>
      </p:sp>
      <p:sp>
        <p:nvSpPr>
          <p:cNvPr id="21" name="bg object 21"/>
          <p:cNvSpPr/>
          <p:nvPr/>
        </p:nvSpPr>
        <p:spPr>
          <a:xfrm>
            <a:off x="963221" y="10627452"/>
            <a:ext cx="28575" cy="66675"/>
          </a:xfrm>
          <a:custGeom>
            <a:avLst/>
            <a:gdLst/>
            <a:ahLst/>
            <a:cxnLst/>
            <a:rect l="l" t="t" r="r" b="b"/>
            <a:pathLst>
              <a:path w="28575" h="66675">
                <a:moveTo>
                  <a:pt x="0" y="0"/>
                </a:moveTo>
                <a:lnTo>
                  <a:pt x="2421" y="66424"/>
                </a:lnTo>
                <a:lnTo>
                  <a:pt x="28313" y="66424"/>
                </a:lnTo>
                <a:lnTo>
                  <a:pt x="22863" y="52731"/>
                </a:lnTo>
                <a:lnTo>
                  <a:pt x="0" y="0"/>
                </a:lnTo>
                <a:close/>
              </a:path>
            </a:pathLst>
          </a:custGeom>
          <a:solidFill>
            <a:srgbClr val="445269"/>
          </a:solidFill>
        </p:spPr>
        <p:txBody>
          <a:bodyPr wrap="square" lIns="0" tIns="0" rIns="0" bIns="0" rtlCol="0"/>
          <a:lstStyle/>
          <a:p>
            <a:endParaRPr/>
          </a:p>
        </p:txBody>
      </p:sp>
      <p:sp>
        <p:nvSpPr>
          <p:cNvPr id="22" name="bg object 22"/>
          <p:cNvSpPr/>
          <p:nvPr/>
        </p:nvSpPr>
        <p:spPr>
          <a:xfrm>
            <a:off x="963221" y="10627451"/>
            <a:ext cx="28575" cy="66675"/>
          </a:xfrm>
          <a:custGeom>
            <a:avLst/>
            <a:gdLst/>
            <a:ahLst/>
            <a:cxnLst/>
            <a:rect l="l" t="t" r="r" b="b"/>
            <a:pathLst>
              <a:path w="28575" h="66675">
                <a:moveTo>
                  <a:pt x="0" y="0"/>
                </a:moveTo>
                <a:lnTo>
                  <a:pt x="22863" y="52731"/>
                </a:lnTo>
                <a:lnTo>
                  <a:pt x="28313" y="66424"/>
                </a:lnTo>
                <a:lnTo>
                  <a:pt x="2421" y="66424"/>
                </a:lnTo>
                <a:lnTo>
                  <a:pt x="0" y="0"/>
                </a:lnTo>
              </a:path>
            </a:pathLst>
          </a:custGeom>
          <a:ln w="6096">
            <a:solidFill>
              <a:srgbClr val="445269"/>
            </a:solidFill>
          </a:ln>
        </p:spPr>
        <p:txBody>
          <a:bodyPr wrap="square" lIns="0" tIns="0" rIns="0" bIns="0" rtlCol="0"/>
          <a:lstStyle/>
          <a:p>
            <a:endParaRPr/>
          </a:p>
        </p:txBody>
      </p:sp>
      <p:sp>
        <p:nvSpPr>
          <p:cNvPr id="23" name="bg object 23"/>
          <p:cNvSpPr/>
          <p:nvPr/>
        </p:nvSpPr>
        <p:spPr>
          <a:xfrm>
            <a:off x="194798" y="5910635"/>
            <a:ext cx="396240" cy="3535679"/>
          </a:xfrm>
          <a:custGeom>
            <a:avLst/>
            <a:gdLst/>
            <a:ahLst/>
            <a:cxnLst/>
            <a:rect l="l" t="t" r="r" b="b"/>
            <a:pathLst>
              <a:path w="396240" h="3535679">
                <a:moveTo>
                  <a:pt x="395634" y="3535551"/>
                </a:moveTo>
                <a:lnTo>
                  <a:pt x="389915" y="3507597"/>
                </a:lnTo>
                <a:lnTo>
                  <a:pt x="296559" y="3073837"/>
                </a:lnTo>
                <a:lnTo>
                  <a:pt x="217824" y="2637528"/>
                </a:lnTo>
                <a:lnTo>
                  <a:pt x="149874" y="2201225"/>
                </a:lnTo>
                <a:lnTo>
                  <a:pt x="99074" y="1762374"/>
                </a:lnTo>
                <a:lnTo>
                  <a:pt x="56518" y="1322900"/>
                </a:lnTo>
                <a:lnTo>
                  <a:pt x="25411" y="880879"/>
                </a:lnTo>
                <a:lnTo>
                  <a:pt x="5718" y="442021"/>
                </a:lnTo>
                <a:lnTo>
                  <a:pt x="0" y="219748"/>
                </a:lnTo>
                <a:lnTo>
                  <a:pt x="0" y="0"/>
                </a:lnTo>
                <a:lnTo>
                  <a:pt x="2548" y="219748"/>
                </a:lnTo>
                <a:lnTo>
                  <a:pt x="8267" y="442021"/>
                </a:lnTo>
                <a:lnTo>
                  <a:pt x="33654" y="880879"/>
                </a:lnTo>
                <a:lnTo>
                  <a:pt x="64779" y="1322900"/>
                </a:lnTo>
                <a:lnTo>
                  <a:pt x="110506" y="1762374"/>
                </a:lnTo>
                <a:lnTo>
                  <a:pt x="163854" y="2201225"/>
                </a:lnTo>
                <a:lnTo>
                  <a:pt x="234352" y="2634986"/>
                </a:lnTo>
                <a:lnTo>
                  <a:pt x="302272" y="3018581"/>
                </a:lnTo>
                <a:lnTo>
                  <a:pt x="381678" y="3399634"/>
                </a:lnTo>
                <a:lnTo>
                  <a:pt x="395634" y="3535551"/>
                </a:lnTo>
                <a:close/>
              </a:path>
            </a:pathLst>
          </a:custGeom>
          <a:solidFill>
            <a:srgbClr val="445269"/>
          </a:solidFill>
        </p:spPr>
        <p:txBody>
          <a:bodyPr wrap="square" lIns="0" tIns="0" rIns="0" bIns="0" rtlCol="0"/>
          <a:lstStyle/>
          <a:p>
            <a:endParaRPr/>
          </a:p>
        </p:txBody>
      </p:sp>
      <p:sp>
        <p:nvSpPr>
          <p:cNvPr id="24" name="bg object 24"/>
          <p:cNvSpPr/>
          <p:nvPr/>
        </p:nvSpPr>
        <p:spPr>
          <a:xfrm>
            <a:off x="194798" y="5910634"/>
            <a:ext cx="407034" cy="3855085"/>
          </a:xfrm>
          <a:custGeom>
            <a:avLst/>
            <a:gdLst/>
            <a:ahLst/>
            <a:cxnLst/>
            <a:rect l="l" t="t" r="r" b="b"/>
            <a:pathLst>
              <a:path w="407034" h="3855084">
                <a:moveTo>
                  <a:pt x="0" y="0"/>
                </a:moveTo>
                <a:lnTo>
                  <a:pt x="2597" y="239563"/>
                </a:lnTo>
                <a:lnTo>
                  <a:pt x="8480" y="482035"/>
                </a:lnTo>
                <a:lnTo>
                  <a:pt x="34581" y="960516"/>
                </a:lnTo>
                <a:lnTo>
                  <a:pt x="66541" y="1442429"/>
                </a:lnTo>
                <a:lnTo>
                  <a:pt x="113530" y="1921654"/>
                </a:lnTo>
                <a:lnTo>
                  <a:pt x="168311" y="2400135"/>
                </a:lnTo>
                <a:lnTo>
                  <a:pt x="240730" y="2873025"/>
                </a:lnTo>
                <a:lnTo>
                  <a:pt x="310539" y="3291299"/>
                </a:lnTo>
                <a:lnTo>
                  <a:pt x="392085" y="3706787"/>
                </a:lnTo>
                <a:lnTo>
                  <a:pt x="406443" y="3854947"/>
                </a:lnTo>
                <a:lnTo>
                  <a:pt x="400560" y="3824487"/>
                </a:lnTo>
                <a:lnTo>
                  <a:pt x="304656" y="3351506"/>
                </a:lnTo>
                <a:lnTo>
                  <a:pt x="223774" y="2875811"/>
                </a:lnTo>
                <a:lnTo>
                  <a:pt x="153971" y="2400135"/>
                </a:lnTo>
                <a:lnTo>
                  <a:pt x="101763" y="1921654"/>
                </a:lnTo>
                <a:lnTo>
                  <a:pt x="58066" y="1442429"/>
                </a:lnTo>
                <a:lnTo>
                  <a:pt x="26100" y="960516"/>
                </a:lnTo>
                <a:lnTo>
                  <a:pt x="5883" y="482035"/>
                </a:lnTo>
                <a:lnTo>
                  <a:pt x="0" y="239563"/>
                </a:lnTo>
                <a:lnTo>
                  <a:pt x="0" y="0"/>
                </a:lnTo>
                <a:close/>
              </a:path>
            </a:pathLst>
          </a:custGeom>
          <a:ln w="6096">
            <a:solidFill>
              <a:srgbClr val="445269"/>
            </a:solidFill>
          </a:ln>
        </p:spPr>
        <p:txBody>
          <a:bodyPr wrap="square" lIns="0" tIns="0" rIns="0" bIns="0" rtlCol="0"/>
          <a:lstStyle/>
          <a:p>
            <a:endParaRPr/>
          </a:p>
        </p:txBody>
      </p:sp>
      <p:sp>
        <p:nvSpPr>
          <p:cNvPr id="25" name="bg object 25"/>
          <p:cNvSpPr/>
          <p:nvPr/>
        </p:nvSpPr>
        <p:spPr>
          <a:xfrm>
            <a:off x="550418" y="7047471"/>
            <a:ext cx="128270" cy="2373630"/>
          </a:xfrm>
          <a:custGeom>
            <a:avLst/>
            <a:gdLst/>
            <a:ahLst/>
            <a:cxnLst/>
            <a:rect l="l" t="t" r="r" b="b"/>
            <a:pathLst>
              <a:path w="128270" h="2373629">
                <a:moveTo>
                  <a:pt x="50812" y="2365044"/>
                </a:moveTo>
                <a:lnTo>
                  <a:pt x="50177" y="2361234"/>
                </a:lnTo>
                <a:lnTo>
                  <a:pt x="50812" y="2373312"/>
                </a:lnTo>
                <a:lnTo>
                  <a:pt x="50812" y="2365044"/>
                </a:lnTo>
                <a:close/>
              </a:path>
              <a:path w="128270" h="2373629">
                <a:moveTo>
                  <a:pt x="127647" y="0"/>
                </a:moveTo>
                <a:lnTo>
                  <a:pt x="96520" y="183527"/>
                </a:lnTo>
                <a:lnTo>
                  <a:pt x="71132" y="367068"/>
                </a:lnTo>
                <a:lnTo>
                  <a:pt x="34290" y="741756"/>
                </a:lnTo>
                <a:lnTo>
                  <a:pt x="8267" y="1114577"/>
                </a:lnTo>
                <a:lnTo>
                  <a:pt x="0" y="1484198"/>
                </a:lnTo>
                <a:lnTo>
                  <a:pt x="2540" y="1858886"/>
                </a:lnTo>
                <a:lnTo>
                  <a:pt x="22860" y="2231682"/>
                </a:lnTo>
                <a:lnTo>
                  <a:pt x="25400" y="2262162"/>
                </a:lnTo>
                <a:lnTo>
                  <a:pt x="50177" y="2361234"/>
                </a:lnTo>
                <a:lnTo>
                  <a:pt x="40005" y="2231682"/>
                </a:lnTo>
                <a:lnTo>
                  <a:pt x="17145" y="1858886"/>
                </a:lnTo>
                <a:lnTo>
                  <a:pt x="8267" y="1484198"/>
                </a:lnTo>
                <a:lnTo>
                  <a:pt x="17145" y="1114577"/>
                </a:lnTo>
                <a:lnTo>
                  <a:pt x="40005" y="741756"/>
                </a:lnTo>
                <a:lnTo>
                  <a:pt x="73685" y="369620"/>
                </a:lnTo>
                <a:lnTo>
                  <a:pt x="99072" y="183527"/>
                </a:lnTo>
                <a:lnTo>
                  <a:pt x="127647" y="0"/>
                </a:lnTo>
                <a:close/>
              </a:path>
            </a:pathLst>
          </a:custGeom>
          <a:solidFill>
            <a:srgbClr val="445269"/>
          </a:solidFill>
        </p:spPr>
        <p:txBody>
          <a:bodyPr wrap="square" lIns="0" tIns="0" rIns="0" bIns="0" rtlCol="0"/>
          <a:lstStyle/>
          <a:p>
            <a:endParaRPr/>
          </a:p>
        </p:txBody>
      </p:sp>
      <p:sp>
        <p:nvSpPr>
          <p:cNvPr id="26" name="bg object 26"/>
          <p:cNvSpPr/>
          <p:nvPr/>
        </p:nvSpPr>
        <p:spPr>
          <a:xfrm>
            <a:off x="274320" y="6819449"/>
            <a:ext cx="180340" cy="2601595"/>
          </a:xfrm>
          <a:custGeom>
            <a:avLst/>
            <a:gdLst/>
            <a:ahLst/>
            <a:cxnLst/>
            <a:rect l="l" t="t" r="r" b="b"/>
            <a:pathLst>
              <a:path w="180340" h="2601595">
                <a:moveTo>
                  <a:pt x="180145" y="0"/>
                </a:moveTo>
                <a:lnTo>
                  <a:pt x="139801" y="201196"/>
                </a:lnTo>
                <a:lnTo>
                  <a:pt x="103958" y="405196"/>
                </a:lnTo>
                <a:lnTo>
                  <a:pt x="56445" y="813045"/>
                </a:lnTo>
                <a:lnTo>
                  <a:pt x="24198" y="1221656"/>
                </a:lnTo>
                <a:lnTo>
                  <a:pt x="11645" y="1626853"/>
                </a:lnTo>
                <a:lnTo>
                  <a:pt x="24198" y="2037488"/>
                </a:lnTo>
                <a:lnTo>
                  <a:pt x="56445" y="2446117"/>
                </a:lnTo>
                <a:lnTo>
                  <a:pt x="71687" y="2601331"/>
                </a:lnTo>
                <a:lnTo>
                  <a:pt x="71687" y="2592301"/>
                </a:lnTo>
                <a:lnTo>
                  <a:pt x="35843" y="2479510"/>
                </a:lnTo>
                <a:lnTo>
                  <a:pt x="32246" y="2446117"/>
                </a:lnTo>
                <a:lnTo>
                  <a:pt x="3572" y="2037488"/>
                </a:lnTo>
                <a:lnTo>
                  <a:pt x="0" y="1626853"/>
                </a:lnTo>
                <a:lnTo>
                  <a:pt x="11645" y="1221656"/>
                </a:lnTo>
                <a:lnTo>
                  <a:pt x="48397" y="813045"/>
                </a:lnTo>
                <a:lnTo>
                  <a:pt x="100385" y="402392"/>
                </a:lnTo>
                <a:lnTo>
                  <a:pt x="136229" y="201196"/>
                </a:lnTo>
                <a:lnTo>
                  <a:pt x="180145" y="0"/>
                </a:lnTo>
                <a:close/>
              </a:path>
            </a:pathLst>
          </a:custGeom>
          <a:ln w="6096">
            <a:solidFill>
              <a:srgbClr val="445269"/>
            </a:solidFill>
          </a:ln>
        </p:spPr>
        <p:txBody>
          <a:bodyPr wrap="square" lIns="0" tIns="0" rIns="0" bIns="0" rtlCol="0"/>
          <a:lstStyle/>
          <a:p>
            <a:endParaRPr/>
          </a:p>
        </p:txBody>
      </p:sp>
      <p:sp>
        <p:nvSpPr>
          <p:cNvPr id="27" name="bg object 27"/>
          <p:cNvSpPr/>
          <p:nvPr/>
        </p:nvSpPr>
        <p:spPr>
          <a:xfrm>
            <a:off x="590432" y="9446187"/>
            <a:ext cx="268605" cy="1247775"/>
          </a:xfrm>
          <a:custGeom>
            <a:avLst/>
            <a:gdLst/>
            <a:ahLst/>
            <a:cxnLst/>
            <a:rect l="l" t="t" r="r" b="b"/>
            <a:pathLst>
              <a:path w="268605" h="1247775">
                <a:moveTo>
                  <a:pt x="268005" y="1247689"/>
                </a:moveTo>
                <a:lnTo>
                  <a:pt x="245906" y="1247689"/>
                </a:lnTo>
                <a:lnTo>
                  <a:pt x="189266" y="1064424"/>
                </a:lnTo>
                <a:lnTo>
                  <a:pt x="132723" y="819910"/>
                </a:lnTo>
                <a:lnTo>
                  <a:pt x="78759" y="575390"/>
                </a:lnTo>
                <a:lnTo>
                  <a:pt x="33673" y="288984"/>
                </a:lnTo>
                <a:lnTo>
                  <a:pt x="0" y="0"/>
                </a:lnTo>
                <a:lnTo>
                  <a:pt x="27960" y="122583"/>
                </a:lnTo>
                <a:lnTo>
                  <a:pt x="59060" y="349953"/>
                </a:lnTo>
                <a:lnTo>
                  <a:pt x="95904" y="575390"/>
                </a:lnTo>
                <a:lnTo>
                  <a:pt x="149252" y="814191"/>
                </a:lnTo>
                <a:lnTo>
                  <a:pt x="211483" y="1056163"/>
                </a:lnTo>
                <a:lnTo>
                  <a:pt x="268005" y="1247689"/>
                </a:lnTo>
                <a:close/>
              </a:path>
            </a:pathLst>
          </a:custGeom>
          <a:solidFill>
            <a:srgbClr val="445269"/>
          </a:solidFill>
        </p:spPr>
        <p:txBody>
          <a:bodyPr wrap="square" lIns="0" tIns="0" rIns="0" bIns="0" rtlCol="0"/>
          <a:lstStyle/>
          <a:p>
            <a:endParaRPr/>
          </a:p>
        </p:txBody>
      </p:sp>
      <p:sp>
        <p:nvSpPr>
          <p:cNvPr id="28" name="bg object 28"/>
          <p:cNvSpPr/>
          <p:nvPr/>
        </p:nvSpPr>
        <p:spPr>
          <a:xfrm>
            <a:off x="590432" y="9446186"/>
            <a:ext cx="268605" cy="1247775"/>
          </a:xfrm>
          <a:custGeom>
            <a:avLst/>
            <a:gdLst/>
            <a:ahLst/>
            <a:cxnLst/>
            <a:rect l="l" t="t" r="r" b="b"/>
            <a:pathLst>
              <a:path w="268605" h="1247775">
                <a:moveTo>
                  <a:pt x="0" y="0"/>
                </a:moveTo>
                <a:lnTo>
                  <a:pt x="27960" y="122583"/>
                </a:lnTo>
                <a:lnTo>
                  <a:pt x="59060" y="349953"/>
                </a:lnTo>
                <a:lnTo>
                  <a:pt x="95904" y="575390"/>
                </a:lnTo>
                <a:lnTo>
                  <a:pt x="149252" y="814191"/>
                </a:lnTo>
                <a:lnTo>
                  <a:pt x="211483" y="1056163"/>
                </a:lnTo>
                <a:lnTo>
                  <a:pt x="268005" y="1247689"/>
                </a:lnTo>
              </a:path>
              <a:path w="268605" h="1247775">
                <a:moveTo>
                  <a:pt x="245906" y="1247689"/>
                </a:moveTo>
                <a:lnTo>
                  <a:pt x="189266" y="1064424"/>
                </a:lnTo>
                <a:lnTo>
                  <a:pt x="132723" y="819910"/>
                </a:lnTo>
                <a:lnTo>
                  <a:pt x="78759" y="575390"/>
                </a:lnTo>
                <a:lnTo>
                  <a:pt x="33673" y="288984"/>
                </a:lnTo>
                <a:lnTo>
                  <a:pt x="0" y="0"/>
                </a:lnTo>
              </a:path>
            </a:pathLst>
          </a:custGeom>
          <a:ln w="6096">
            <a:solidFill>
              <a:srgbClr val="445269"/>
            </a:solidFill>
          </a:ln>
        </p:spPr>
        <p:txBody>
          <a:bodyPr wrap="square" lIns="0" tIns="0" rIns="0" bIns="0" rtlCol="0"/>
          <a:lstStyle/>
          <a:p>
            <a:endParaRPr/>
          </a:p>
        </p:txBody>
      </p:sp>
      <p:sp>
        <p:nvSpPr>
          <p:cNvPr id="29" name="bg object 29"/>
          <p:cNvSpPr/>
          <p:nvPr/>
        </p:nvSpPr>
        <p:spPr>
          <a:xfrm>
            <a:off x="575830" y="9309629"/>
            <a:ext cx="43180" cy="259079"/>
          </a:xfrm>
          <a:custGeom>
            <a:avLst/>
            <a:gdLst/>
            <a:ahLst/>
            <a:cxnLst/>
            <a:rect l="l" t="t" r="r" b="b"/>
            <a:pathLst>
              <a:path w="43179" h="259079">
                <a:moveTo>
                  <a:pt x="0" y="0"/>
                </a:moveTo>
                <a:lnTo>
                  <a:pt x="13980" y="135941"/>
                </a:lnTo>
                <a:lnTo>
                  <a:pt x="42562" y="258494"/>
                </a:lnTo>
                <a:lnTo>
                  <a:pt x="25411" y="111151"/>
                </a:lnTo>
                <a:lnTo>
                  <a:pt x="25411" y="102884"/>
                </a:lnTo>
                <a:lnTo>
                  <a:pt x="0" y="0"/>
                </a:lnTo>
                <a:close/>
              </a:path>
            </a:pathLst>
          </a:custGeom>
          <a:solidFill>
            <a:srgbClr val="445269"/>
          </a:solidFill>
        </p:spPr>
        <p:txBody>
          <a:bodyPr wrap="square" lIns="0" tIns="0" rIns="0" bIns="0" rtlCol="0"/>
          <a:lstStyle/>
          <a:p>
            <a:endParaRPr/>
          </a:p>
        </p:txBody>
      </p:sp>
      <p:sp>
        <p:nvSpPr>
          <p:cNvPr id="30" name="bg object 30"/>
          <p:cNvSpPr/>
          <p:nvPr/>
        </p:nvSpPr>
        <p:spPr>
          <a:xfrm>
            <a:off x="575830" y="9309629"/>
            <a:ext cx="43180" cy="259079"/>
          </a:xfrm>
          <a:custGeom>
            <a:avLst/>
            <a:gdLst/>
            <a:ahLst/>
            <a:cxnLst/>
            <a:rect l="l" t="t" r="r" b="b"/>
            <a:pathLst>
              <a:path w="43179" h="259079">
                <a:moveTo>
                  <a:pt x="0" y="0"/>
                </a:moveTo>
                <a:lnTo>
                  <a:pt x="25411" y="102884"/>
                </a:lnTo>
                <a:lnTo>
                  <a:pt x="25411" y="111151"/>
                </a:lnTo>
                <a:lnTo>
                  <a:pt x="42562" y="258494"/>
                </a:lnTo>
                <a:lnTo>
                  <a:pt x="13980" y="135941"/>
                </a:lnTo>
                <a:lnTo>
                  <a:pt x="0" y="0"/>
                </a:lnTo>
                <a:close/>
              </a:path>
            </a:pathLst>
          </a:custGeom>
          <a:ln w="6096">
            <a:solidFill>
              <a:srgbClr val="445269"/>
            </a:solidFill>
          </a:ln>
        </p:spPr>
        <p:txBody>
          <a:bodyPr wrap="square" lIns="0" tIns="0" rIns="0" bIns="0" rtlCol="0"/>
          <a:lstStyle/>
          <a:p>
            <a:endParaRPr/>
          </a:p>
        </p:txBody>
      </p:sp>
      <p:sp>
        <p:nvSpPr>
          <p:cNvPr id="31" name="bg object 31"/>
          <p:cNvSpPr/>
          <p:nvPr/>
        </p:nvSpPr>
        <p:spPr>
          <a:xfrm>
            <a:off x="946077" y="8497986"/>
            <a:ext cx="1113155" cy="2129790"/>
          </a:xfrm>
          <a:custGeom>
            <a:avLst/>
            <a:gdLst/>
            <a:ahLst/>
            <a:cxnLst/>
            <a:rect l="l" t="t" r="r" b="b"/>
            <a:pathLst>
              <a:path w="1113155" h="2129790">
                <a:moveTo>
                  <a:pt x="17144" y="2129465"/>
                </a:moveTo>
                <a:lnTo>
                  <a:pt x="0" y="2082477"/>
                </a:lnTo>
                <a:lnTo>
                  <a:pt x="2524" y="2068497"/>
                </a:lnTo>
                <a:lnTo>
                  <a:pt x="19668" y="1870995"/>
                </a:lnTo>
                <a:lnTo>
                  <a:pt x="59060" y="1676658"/>
                </a:lnTo>
                <a:lnTo>
                  <a:pt x="113030" y="1481675"/>
                </a:lnTo>
                <a:lnTo>
                  <a:pt x="183522" y="1295605"/>
                </a:lnTo>
                <a:lnTo>
                  <a:pt x="265428" y="1112053"/>
                </a:lnTo>
                <a:lnTo>
                  <a:pt x="358759" y="934244"/>
                </a:lnTo>
                <a:lnTo>
                  <a:pt x="462907" y="764654"/>
                </a:lnTo>
                <a:lnTo>
                  <a:pt x="575962" y="597631"/>
                </a:lnTo>
                <a:lnTo>
                  <a:pt x="700430" y="439497"/>
                </a:lnTo>
                <a:lnTo>
                  <a:pt x="796334" y="322633"/>
                </a:lnTo>
                <a:lnTo>
                  <a:pt x="897957" y="211487"/>
                </a:lnTo>
                <a:lnTo>
                  <a:pt x="999556" y="102884"/>
                </a:lnTo>
                <a:lnTo>
                  <a:pt x="1112611" y="0"/>
                </a:lnTo>
                <a:lnTo>
                  <a:pt x="1005275" y="105432"/>
                </a:lnTo>
                <a:lnTo>
                  <a:pt x="900481" y="214036"/>
                </a:lnTo>
                <a:lnTo>
                  <a:pt x="802053" y="325181"/>
                </a:lnTo>
                <a:lnTo>
                  <a:pt x="702978" y="444570"/>
                </a:lnTo>
                <a:lnTo>
                  <a:pt x="584205" y="605874"/>
                </a:lnTo>
                <a:lnTo>
                  <a:pt x="474345" y="767203"/>
                </a:lnTo>
                <a:lnTo>
                  <a:pt x="370191" y="942487"/>
                </a:lnTo>
                <a:lnTo>
                  <a:pt x="276860" y="1117772"/>
                </a:lnTo>
                <a:lnTo>
                  <a:pt x="194954" y="1298153"/>
                </a:lnTo>
                <a:lnTo>
                  <a:pt x="126986" y="1487393"/>
                </a:lnTo>
                <a:lnTo>
                  <a:pt x="73638" y="1679207"/>
                </a:lnTo>
                <a:lnTo>
                  <a:pt x="39367" y="1870995"/>
                </a:lnTo>
                <a:lnTo>
                  <a:pt x="19668" y="2073594"/>
                </a:lnTo>
                <a:lnTo>
                  <a:pt x="17144" y="2129465"/>
                </a:lnTo>
                <a:close/>
              </a:path>
            </a:pathLst>
          </a:custGeom>
          <a:solidFill>
            <a:srgbClr val="445269"/>
          </a:solidFill>
        </p:spPr>
        <p:txBody>
          <a:bodyPr wrap="square" lIns="0" tIns="0" rIns="0" bIns="0" rtlCol="0"/>
          <a:lstStyle/>
          <a:p>
            <a:endParaRPr/>
          </a:p>
        </p:txBody>
      </p:sp>
      <p:sp>
        <p:nvSpPr>
          <p:cNvPr id="32" name="bg object 32"/>
          <p:cNvSpPr/>
          <p:nvPr/>
        </p:nvSpPr>
        <p:spPr>
          <a:xfrm>
            <a:off x="963221" y="8497986"/>
            <a:ext cx="1096010" cy="2193290"/>
          </a:xfrm>
          <a:custGeom>
            <a:avLst/>
            <a:gdLst/>
            <a:ahLst/>
            <a:cxnLst/>
            <a:rect l="l" t="t" r="r" b="b"/>
            <a:pathLst>
              <a:path w="1096010" h="2193290">
                <a:moveTo>
                  <a:pt x="1095466" y="0"/>
                </a:moveTo>
                <a:lnTo>
                  <a:pt x="989795" y="108603"/>
                </a:lnTo>
                <a:lnTo>
                  <a:pt x="886648" y="220388"/>
                </a:lnTo>
                <a:lnTo>
                  <a:pt x="789737" y="334826"/>
                </a:lnTo>
                <a:lnTo>
                  <a:pt x="692187" y="457910"/>
                </a:lnTo>
                <a:lnTo>
                  <a:pt x="575206" y="623927"/>
                </a:lnTo>
                <a:lnTo>
                  <a:pt x="467101" y="790066"/>
                </a:lnTo>
                <a:lnTo>
                  <a:pt x="364478" y="970588"/>
                </a:lnTo>
                <a:lnTo>
                  <a:pt x="272598" y="1151115"/>
                </a:lnTo>
                <a:lnTo>
                  <a:pt x="191936" y="1336856"/>
                </a:lnTo>
                <a:lnTo>
                  <a:pt x="125035" y="1531760"/>
                </a:lnTo>
                <a:lnTo>
                  <a:pt x="72522" y="1729268"/>
                </a:lnTo>
                <a:lnTo>
                  <a:pt x="38751" y="1926793"/>
                </a:lnTo>
                <a:lnTo>
                  <a:pt x="19388" y="2135422"/>
                </a:lnTo>
                <a:lnTo>
                  <a:pt x="16864" y="2192982"/>
                </a:lnTo>
                <a:lnTo>
                  <a:pt x="0" y="2144591"/>
                </a:lnTo>
                <a:lnTo>
                  <a:pt x="2499" y="2130209"/>
                </a:lnTo>
                <a:lnTo>
                  <a:pt x="19388" y="1926793"/>
                </a:lnTo>
                <a:lnTo>
                  <a:pt x="58133" y="1726670"/>
                </a:lnTo>
                <a:lnTo>
                  <a:pt x="111292" y="1525877"/>
                </a:lnTo>
                <a:lnTo>
                  <a:pt x="180693" y="1334234"/>
                </a:lnTo>
                <a:lnTo>
                  <a:pt x="261355" y="1145232"/>
                </a:lnTo>
                <a:lnTo>
                  <a:pt x="353291" y="962113"/>
                </a:lnTo>
                <a:lnTo>
                  <a:pt x="455792" y="787518"/>
                </a:lnTo>
                <a:lnTo>
                  <a:pt x="567060" y="615403"/>
                </a:lnTo>
                <a:lnTo>
                  <a:pt x="689638" y="452569"/>
                </a:lnTo>
                <a:lnTo>
                  <a:pt x="784024" y="332278"/>
                </a:lnTo>
                <a:lnTo>
                  <a:pt x="884099" y="217840"/>
                </a:lnTo>
                <a:lnTo>
                  <a:pt x="984198" y="105932"/>
                </a:lnTo>
                <a:lnTo>
                  <a:pt x="1095466" y="0"/>
                </a:lnTo>
                <a:close/>
              </a:path>
            </a:pathLst>
          </a:custGeom>
          <a:ln w="6096">
            <a:solidFill>
              <a:srgbClr val="445269"/>
            </a:solidFill>
          </a:ln>
        </p:spPr>
        <p:txBody>
          <a:bodyPr wrap="square" lIns="0" tIns="0" rIns="0" bIns="0" rtlCol="0"/>
          <a:lstStyle/>
          <a:p>
            <a:endParaRPr/>
          </a:p>
        </p:txBody>
      </p:sp>
      <p:sp>
        <p:nvSpPr>
          <p:cNvPr id="33" name="bg object 33"/>
          <p:cNvSpPr/>
          <p:nvPr/>
        </p:nvSpPr>
        <p:spPr>
          <a:xfrm>
            <a:off x="946077" y="10643980"/>
            <a:ext cx="19050" cy="50165"/>
          </a:xfrm>
          <a:custGeom>
            <a:avLst/>
            <a:gdLst/>
            <a:ahLst/>
            <a:cxnLst/>
            <a:rect l="l" t="t" r="r" b="b"/>
            <a:pathLst>
              <a:path w="19050" h="50165">
                <a:moveTo>
                  <a:pt x="0" y="0"/>
                </a:moveTo>
                <a:lnTo>
                  <a:pt x="1107" y="49896"/>
                </a:lnTo>
                <a:lnTo>
                  <a:pt x="18810" y="49896"/>
                </a:lnTo>
                <a:lnTo>
                  <a:pt x="17144" y="44439"/>
                </a:lnTo>
                <a:lnTo>
                  <a:pt x="0" y="0"/>
                </a:lnTo>
                <a:close/>
              </a:path>
            </a:pathLst>
          </a:custGeom>
          <a:solidFill>
            <a:srgbClr val="445269"/>
          </a:solidFill>
        </p:spPr>
        <p:txBody>
          <a:bodyPr wrap="square" lIns="0" tIns="0" rIns="0" bIns="0" rtlCol="0"/>
          <a:lstStyle/>
          <a:p>
            <a:endParaRPr/>
          </a:p>
        </p:txBody>
      </p:sp>
      <p:sp>
        <p:nvSpPr>
          <p:cNvPr id="34" name="bg object 34"/>
          <p:cNvSpPr/>
          <p:nvPr/>
        </p:nvSpPr>
        <p:spPr>
          <a:xfrm>
            <a:off x="946077" y="10643980"/>
            <a:ext cx="19050" cy="50165"/>
          </a:xfrm>
          <a:custGeom>
            <a:avLst/>
            <a:gdLst/>
            <a:ahLst/>
            <a:cxnLst/>
            <a:rect l="l" t="t" r="r" b="b"/>
            <a:pathLst>
              <a:path w="19050" h="50165">
                <a:moveTo>
                  <a:pt x="0" y="0"/>
                </a:moveTo>
                <a:lnTo>
                  <a:pt x="17144" y="44439"/>
                </a:lnTo>
                <a:lnTo>
                  <a:pt x="18810" y="49896"/>
                </a:lnTo>
                <a:lnTo>
                  <a:pt x="1107" y="49896"/>
                </a:lnTo>
                <a:lnTo>
                  <a:pt x="0" y="0"/>
                </a:lnTo>
              </a:path>
            </a:pathLst>
          </a:custGeom>
          <a:ln w="6096">
            <a:solidFill>
              <a:srgbClr val="445269"/>
            </a:solidFill>
          </a:ln>
        </p:spPr>
        <p:txBody>
          <a:bodyPr wrap="square" lIns="0" tIns="0" rIns="0" bIns="0" rtlCol="0"/>
          <a:lstStyle/>
          <a:p>
            <a:endParaRPr/>
          </a:p>
        </p:txBody>
      </p:sp>
      <p:sp>
        <p:nvSpPr>
          <p:cNvPr id="35" name="bg object 35"/>
          <p:cNvSpPr/>
          <p:nvPr/>
        </p:nvSpPr>
        <p:spPr>
          <a:xfrm>
            <a:off x="946077" y="10579823"/>
            <a:ext cx="19685" cy="114300"/>
          </a:xfrm>
          <a:custGeom>
            <a:avLst/>
            <a:gdLst/>
            <a:ahLst/>
            <a:cxnLst/>
            <a:rect l="l" t="t" r="r" b="b"/>
            <a:pathLst>
              <a:path w="19684" h="114300">
                <a:moveTo>
                  <a:pt x="0" y="0"/>
                </a:moveTo>
                <a:lnTo>
                  <a:pt x="0" y="64157"/>
                </a:lnTo>
                <a:lnTo>
                  <a:pt x="17144" y="108597"/>
                </a:lnTo>
                <a:lnTo>
                  <a:pt x="18810" y="114053"/>
                </a:lnTo>
                <a:lnTo>
                  <a:pt x="19567" y="114053"/>
                </a:lnTo>
                <a:lnTo>
                  <a:pt x="17144" y="47012"/>
                </a:lnTo>
                <a:lnTo>
                  <a:pt x="0" y="0"/>
                </a:lnTo>
                <a:close/>
              </a:path>
            </a:pathLst>
          </a:custGeom>
          <a:solidFill>
            <a:srgbClr val="445269"/>
          </a:solidFill>
        </p:spPr>
        <p:txBody>
          <a:bodyPr wrap="square" lIns="0" tIns="0" rIns="0" bIns="0" rtlCol="0"/>
          <a:lstStyle/>
          <a:p>
            <a:endParaRPr/>
          </a:p>
        </p:txBody>
      </p:sp>
      <p:sp>
        <p:nvSpPr>
          <p:cNvPr id="36" name="bg object 36"/>
          <p:cNvSpPr/>
          <p:nvPr/>
        </p:nvSpPr>
        <p:spPr>
          <a:xfrm>
            <a:off x="946077" y="10579822"/>
            <a:ext cx="19685" cy="114300"/>
          </a:xfrm>
          <a:custGeom>
            <a:avLst/>
            <a:gdLst/>
            <a:ahLst/>
            <a:cxnLst/>
            <a:rect l="l" t="t" r="r" b="b"/>
            <a:pathLst>
              <a:path w="19684" h="114300">
                <a:moveTo>
                  <a:pt x="0" y="0"/>
                </a:moveTo>
                <a:lnTo>
                  <a:pt x="17144" y="47012"/>
                </a:lnTo>
                <a:lnTo>
                  <a:pt x="19567" y="114053"/>
                </a:lnTo>
                <a:lnTo>
                  <a:pt x="18810" y="114053"/>
                </a:lnTo>
                <a:lnTo>
                  <a:pt x="17144" y="108597"/>
                </a:lnTo>
                <a:lnTo>
                  <a:pt x="0" y="64157"/>
                </a:lnTo>
                <a:lnTo>
                  <a:pt x="0" y="0"/>
                </a:lnTo>
              </a:path>
            </a:pathLst>
          </a:custGeom>
          <a:ln w="6096">
            <a:solidFill>
              <a:srgbClr val="445269"/>
            </a:solidFill>
          </a:ln>
        </p:spPr>
        <p:txBody>
          <a:bodyPr wrap="square" lIns="0" tIns="0" rIns="0" bIns="0" rtlCol="0"/>
          <a:lstStyle/>
          <a:p>
            <a:endParaRPr/>
          </a:p>
        </p:txBody>
      </p:sp>
      <p:sp>
        <p:nvSpPr>
          <p:cNvPr id="37" name="bg object 37"/>
          <p:cNvSpPr/>
          <p:nvPr/>
        </p:nvSpPr>
        <p:spPr>
          <a:xfrm>
            <a:off x="188439" y="8398912"/>
            <a:ext cx="527685" cy="1868170"/>
          </a:xfrm>
          <a:custGeom>
            <a:avLst/>
            <a:gdLst/>
            <a:ahLst/>
            <a:cxnLst/>
            <a:rect l="l" t="t" r="r" b="b"/>
            <a:pathLst>
              <a:path w="527685" h="1868170">
                <a:moveTo>
                  <a:pt x="527095" y="1867825"/>
                </a:moveTo>
                <a:lnTo>
                  <a:pt x="333402" y="1291148"/>
                </a:lnTo>
                <a:lnTo>
                  <a:pt x="172737" y="759582"/>
                </a:lnTo>
                <a:lnTo>
                  <a:pt x="29222" y="224199"/>
                </a:lnTo>
                <a:lnTo>
                  <a:pt x="0" y="0"/>
                </a:lnTo>
                <a:lnTo>
                  <a:pt x="172737" y="643358"/>
                </a:lnTo>
                <a:lnTo>
                  <a:pt x="362625" y="1282265"/>
                </a:lnTo>
                <a:lnTo>
                  <a:pt x="527095" y="1764300"/>
                </a:lnTo>
                <a:lnTo>
                  <a:pt x="527095" y="1867825"/>
                </a:lnTo>
                <a:close/>
              </a:path>
            </a:pathLst>
          </a:custGeom>
          <a:solidFill>
            <a:srgbClr val="445269">
              <a:alpha val="19999"/>
            </a:srgbClr>
          </a:solidFill>
        </p:spPr>
        <p:txBody>
          <a:bodyPr wrap="square" lIns="0" tIns="0" rIns="0" bIns="0" rtlCol="0"/>
          <a:lstStyle/>
          <a:p>
            <a:endParaRPr/>
          </a:p>
        </p:txBody>
      </p:sp>
      <p:sp>
        <p:nvSpPr>
          <p:cNvPr id="38" name="bg object 38"/>
          <p:cNvSpPr/>
          <p:nvPr/>
        </p:nvSpPr>
        <p:spPr>
          <a:xfrm>
            <a:off x="188439" y="8398912"/>
            <a:ext cx="527685" cy="1868170"/>
          </a:xfrm>
          <a:custGeom>
            <a:avLst/>
            <a:gdLst/>
            <a:ahLst/>
            <a:cxnLst/>
            <a:rect l="l" t="t" r="r" b="b"/>
            <a:pathLst>
              <a:path w="527685" h="1868170">
                <a:moveTo>
                  <a:pt x="0" y="0"/>
                </a:moveTo>
                <a:lnTo>
                  <a:pt x="172737" y="643358"/>
                </a:lnTo>
                <a:lnTo>
                  <a:pt x="362625" y="1282265"/>
                </a:lnTo>
                <a:lnTo>
                  <a:pt x="527095" y="1764300"/>
                </a:lnTo>
                <a:lnTo>
                  <a:pt x="527095" y="1867825"/>
                </a:lnTo>
                <a:lnTo>
                  <a:pt x="333402" y="1291148"/>
                </a:lnTo>
                <a:lnTo>
                  <a:pt x="172737" y="759582"/>
                </a:lnTo>
                <a:lnTo>
                  <a:pt x="29222" y="224199"/>
                </a:lnTo>
                <a:lnTo>
                  <a:pt x="0" y="0"/>
                </a:lnTo>
                <a:close/>
              </a:path>
            </a:pathLst>
          </a:custGeom>
          <a:ln w="6096">
            <a:solidFill>
              <a:srgbClr val="445269"/>
            </a:solidFill>
          </a:ln>
        </p:spPr>
        <p:txBody>
          <a:bodyPr wrap="square" lIns="0" tIns="0" rIns="0" bIns="0" rtlCol="0"/>
          <a:lstStyle/>
          <a:p>
            <a:endParaRPr/>
          </a:p>
        </p:txBody>
      </p:sp>
      <p:sp>
        <p:nvSpPr>
          <p:cNvPr id="39" name="bg object 39"/>
          <p:cNvSpPr/>
          <p:nvPr/>
        </p:nvSpPr>
        <p:spPr>
          <a:xfrm>
            <a:off x="744757" y="10233705"/>
            <a:ext cx="183515" cy="460375"/>
          </a:xfrm>
          <a:custGeom>
            <a:avLst/>
            <a:gdLst/>
            <a:ahLst/>
            <a:cxnLst/>
            <a:rect l="l" t="t" r="r" b="b"/>
            <a:pathLst>
              <a:path w="183515" h="460375">
                <a:moveTo>
                  <a:pt x="183349" y="460171"/>
                </a:moveTo>
                <a:lnTo>
                  <a:pt x="145719" y="460171"/>
                </a:lnTo>
                <a:lnTo>
                  <a:pt x="126370" y="414707"/>
                </a:lnTo>
                <a:lnTo>
                  <a:pt x="0" y="107956"/>
                </a:lnTo>
                <a:lnTo>
                  <a:pt x="0" y="0"/>
                </a:lnTo>
                <a:lnTo>
                  <a:pt x="33654" y="83191"/>
                </a:lnTo>
                <a:lnTo>
                  <a:pt x="156208" y="398203"/>
                </a:lnTo>
                <a:lnTo>
                  <a:pt x="183349" y="460171"/>
                </a:lnTo>
                <a:close/>
              </a:path>
            </a:pathLst>
          </a:custGeom>
          <a:solidFill>
            <a:srgbClr val="445269">
              <a:alpha val="19999"/>
            </a:srgbClr>
          </a:solidFill>
        </p:spPr>
        <p:txBody>
          <a:bodyPr wrap="square" lIns="0" tIns="0" rIns="0" bIns="0" rtlCol="0"/>
          <a:lstStyle/>
          <a:p>
            <a:endParaRPr/>
          </a:p>
        </p:txBody>
      </p:sp>
      <p:sp>
        <p:nvSpPr>
          <p:cNvPr id="40" name="bg object 40"/>
          <p:cNvSpPr/>
          <p:nvPr/>
        </p:nvSpPr>
        <p:spPr>
          <a:xfrm>
            <a:off x="744757" y="10233705"/>
            <a:ext cx="183515" cy="460375"/>
          </a:xfrm>
          <a:custGeom>
            <a:avLst/>
            <a:gdLst/>
            <a:ahLst/>
            <a:cxnLst/>
            <a:rect l="l" t="t" r="r" b="b"/>
            <a:pathLst>
              <a:path w="183515" h="460375">
                <a:moveTo>
                  <a:pt x="0" y="0"/>
                </a:moveTo>
                <a:lnTo>
                  <a:pt x="33654" y="83191"/>
                </a:lnTo>
                <a:lnTo>
                  <a:pt x="156208" y="398203"/>
                </a:lnTo>
                <a:lnTo>
                  <a:pt x="183349" y="460171"/>
                </a:lnTo>
              </a:path>
              <a:path w="183515" h="460375">
                <a:moveTo>
                  <a:pt x="145719" y="460171"/>
                </a:moveTo>
                <a:lnTo>
                  <a:pt x="126370" y="414707"/>
                </a:lnTo>
                <a:lnTo>
                  <a:pt x="0" y="107956"/>
                </a:lnTo>
                <a:lnTo>
                  <a:pt x="0" y="0"/>
                </a:lnTo>
              </a:path>
            </a:pathLst>
          </a:custGeom>
          <a:ln w="6096">
            <a:solidFill>
              <a:srgbClr val="445269"/>
            </a:solidFill>
          </a:ln>
        </p:spPr>
        <p:txBody>
          <a:bodyPr wrap="square" lIns="0" tIns="0" rIns="0" bIns="0" rtlCol="0"/>
          <a:lstStyle/>
          <a:p>
            <a:endParaRPr/>
          </a:p>
        </p:txBody>
      </p:sp>
      <p:sp>
        <p:nvSpPr>
          <p:cNvPr id="41" name="bg object 41"/>
          <p:cNvSpPr/>
          <p:nvPr/>
        </p:nvSpPr>
        <p:spPr>
          <a:xfrm>
            <a:off x="87480" y="7930217"/>
            <a:ext cx="84455" cy="502920"/>
          </a:xfrm>
          <a:custGeom>
            <a:avLst/>
            <a:gdLst/>
            <a:ahLst/>
            <a:cxnLst/>
            <a:rect l="l" t="t" r="r" b="b"/>
            <a:pathLst>
              <a:path w="84455" h="502920">
                <a:moveTo>
                  <a:pt x="84454" y="502368"/>
                </a:moveTo>
                <a:lnTo>
                  <a:pt x="0" y="128936"/>
                </a:lnTo>
                <a:lnTo>
                  <a:pt x="0" y="0"/>
                </a:lnTo>
                <a:lnTo>
                  <a:pt x="67309" y="299129"/>
                </a:lnTo>
                <a:lnTo>
                  <a:pt x="84454" y="502368"/>
                </a:lnTo>
                <a:close/>
              </a:path>
            </a:pathLst>
          </a:custGeom>
          <a:solidFill>
            <a:srgbClr val="445269">
              <a:alpha val="19999"/>
            </a:srgbClr>
          </a:solidFill>
        </p:spPr>
        <p:txBody>
          <a:bodyPr wrap="square" lIns="0" tIns="0" rIns="0" bIns="0" rtlCol="0"/>
          <a:lstStyle/>
          <a:p>
            <a:endParaRPr/>
          </a:p>
        </p:txBody>
      </p:sp>
      <p:sp>
        <p:nvSpPr>
          <p:cNvPr id="42" name="bg object 42"/>
          <p:cNvSpPr/>
          <p:nvPr/>
        </p:nvSpPr>
        <p:spPr>
          <a:xfrm>
            <a:off x="87480" y="7930217"/>
            <a:ext cx="84455" cy="502920"/>
          </a:xfrm>
          <a:custGeom>
            <a:avLst/>
            <a:gdLst/>
            <a:ahLst/>
            <a:cxnLst/>
            <a:rect l="l" t="t" r="r" b="b"/>
            <a:pathLst>
              <a:path w="84455" h="502920">
                <a:moveTo>
                  <a:pt x="0" y="0"/>
                </a:moveTo>
                <a:lnTo>
                  <a:pt x="67309" y="299129"/>
                </a:lnTo>
                <a:lnTo>
                  <a:pt x="84454" y="502368"/>
                </a:lnTo>
                <a:lnTo>
                  <a:pt x="76192" y="464884"/>
                </a:lnTo>
                <a:lnTo>
                  <a:pt x="0" y="128936"/>
                </a:lnTo>
                <a:lnTo>
                  <a:pt x="0" y="0"/>
                </a:lnTo>
                <a:close/>
              </a:path>
            </a:pathLst>
          </a:custGeom>
          <a:ln w="6096">
            <a:solidFill>
              <a:srgbClr val="445269"/>
            </a:solidFill>
          </a:ln>
        </p:spPr>
        <p:txBody>
          <a:bodyPr wrap="square" lIns="0" tIns="0" rIns="0" bIns="0" rtlCol="0"/>
          <a:lstStyle/>
          <a:p>
            <a:endParaRPr/>
          </a:p>
        </p:txBody>
      </p:sp>
      <p:sp>
        <p:nvSpPr>
          <p:cNvPr id="43" name="bg object 43"/>
          <p:cNvSpPr/>
          <p:nvPr/>
        </p:nvSpPr>
        <p:spPr>
          <a:xfrm>
            <a:off x="171935" y="8432585"/>
            <a:ext cx="538480" cy="2261870"/>
          </a:xfrm>
          <a:custGeom>
            <a:avLst/>
            <a:gdLst/>
            <a:ahLst/>
            <a:cxnLst/>
            <a:rect l="l" t="t" r="r" b="b"/>
            <a:pathLst>
              <a:path w="538480" h="2261870">
                <a:moveTo>
                  <a:pt x="537860" y="2261291"/>
                </a:moveTo>
                <a:lnTo>
                  <a:pt x="498615" y="2261291"/>
                </a:lnTo>
                <a:lnTo>
                  <a:pt x="497257" y="2257743"/>
                </a:lnTo>
                <a:lnTo>
                  <a:pt x="400731" y="1984025"/>
                </a:lnTo>
                <a:lnTo>
                  <a:pt x="290840" y="1622670"/>
                </a:lnTo>
                <a:lnTo>
                  <a:pt x="198149" y="1253665"/>
                </a:lnTo>
                <a:lnTo>
                  <a:pt x="122559" y="879592"/>
                </a:lnTo>
                <a:lnTo>
                  <a:pt x="54609" y="443930"/>
                </a:lnTo>
                <a:lnTo>
                  <a:pt x="0" y="0"/>
                </a:lnTo>
                <a:lnTo>
                  <a:pt x="46373" y="191148"/>
                </a:lnTo>
                <a:lnTo>
                  <a:pt x="92715" y="535382"/>
                </a:lnTo>
                <a:lnTo>
                  <a:pt x="151782" y="875782"/>
                </a:lnTo>
                <a:lnTo>
                  <a:pt x="231804" y="1249238"/>
                </a:lnTo>
                <a:lnTo>
                  <a:pt x="320709" y="1614403"/>
                </a:lnTo>
                <a:lnTo>
                  <a:pt x="434379" y="1975763"/>
                </a:lnTo>
                <a:lnTo>
                  <a:pt x="518834" y="2212016"/>
                </a:lnTo>
                <a:lnTo>
                  <a:pt x="537860" y="2261291"/>
                </a:lnTo>
                <a:close/>
              </a:path>
            </a:pathLst>
          </a:custGeom>
          <a:solidFill>
            <a:srgbClr val="445269">
              <a:alpha val="19999"/>
            </a:srgbClr>
          </a:solidFill>
        </p:spPr>
        <p:txBody>
          <a:bodyPr wrap="square" lIns="0" tIns="0" rIns="0" bIns="0" rtlCol="0"/>
          <a:lstStyle/>
          <a:p>
            <a:endParaRPr/>
          </a:p>
        </p:txBody>
      </p:sp>
      <p:sp>
        <p:nvSpPr>
          <p:cNvPr id="44" name="bg object 44"/>
          <p:cNvSpPr/>
          <p:nvPr/>
        </p:nvSpPr>
        <p:spPr>
          <a:xfrm>
            <a:off x="171935" y="8432585"/>
            <a:ext cx="774700" cy="2258695"/>
          </a:xfrm>
          <a:custGeom>
            <a:avLst/>
            <a:gdLst/>
            <a:ahLst/>
            <a:cxnLst/>
            <a:rect l="l" t="t" r="r" b="b"/>
            <a:pathLst>
              <a:path w="774700" h="2258695">
                <a:moveTo>
                  <a:pt x="0" y="0"/>
                </a:moveTo>
                <a:lnTo>
                  <a:pt x="53872" y="161810"/>
                </a:lnTo>
                <a:lnTo>
                  <a:pt x="107744" y="453075"/>
                </a:lnTo>
                <a:lnTo>
                  <a:pt x="176383" y="741151"/>
                </a:lnTo>
                <a:lnTo>
                  <a:pt x="269361" y="1057187"/>
                </a:lnTo>
                <a:lnTo>
                  <a:pt x="372673" y="1366218"/>
                </a:lnTo>
                <a:lnTo>
                  <a:pt x="504780" y="1672043"/>
                </a:lnTo>
                <a:lnTo>
                  <a:pt x="602928" y="1871952"/>
                </a:lnTo>
                <a:lnTo>
                  <a:pt x="705502" y="2065454"/>
                </a:lnTo>
                <a:lnTo>
                  <a:pt x="759375" y="2219686"/>
                </a:lnTo>
                <a:lnTo>
                  <a:pt x="774141" y="2258383"/>
                </a:lnTo>
                <a:lnTo>
                  <a:pt x="695906" y="2135306"/>
                </a:lnTo>
                <a:lnTo>
                  <a:pt x="577846" y="1910649"/>
                </a:lnTo>
                <a:lnTo>
                  <a:pt x="465675" y="1679017"/>
                </a:lnTo>
                <a:lnTo>
                  <a:pt x="338000" y="1373199"/>
                </a:lnTo>
                <a:lnTo>
                  <a:pt x="230255" y="1060949"/>
                </a:lnTo>
                <a:lnTo>
                  <a:pt x="142417" y="744437"/>
                </a:lnTo>
                <a:lnTo>
                  <a:pt x="63468" y="375718"/>
                </a:lnTo>
                <a:lnTo>
                  <a:pt x="0" y="0"/>
                </a:lnTo>
                <a:close/>
              </a:path>
            </a:pathLst>
          </a:custGeom>
          <a:ln w="6096">
            <a:solidFill>
              <a:srgbClr val="445269"/>
            </a:solidFill>
          </a:ln>
        </p:spPr>
        <p:txBody>
          <a:bodyPr wrap="square" lIns="0" tIns="0" rIns="0" bIns="0" rtlCol="0"/>
          <a:lstStyle/>
          <a:p>
            <a:endParaRPr/>
          </a:p>
        </p:txBody>
      </p:sp>
      <p:sp>
        <p:nvSpPr>
          <p:cNvPr id="45" name="bg object 45"/>
          <p:cNvSpPr/>
          <p:nvPr/>
        </p:nvSpPr>
        <p:spPr>
          <a:xfrm>
            <a:off x="154790" y="8228725"/>
            <a:ext cx="64135" cy="394970"/>
          </a:xfrm>
          <a:custGeom>
            <a:avLst/>
            <a:gdLst/>
            <a:ahLst/>
            <a:cxnLst/>
            <a:rect l="l" t="t" r="r" b="b"/>
            <a:pathLst>
              <a:path w="64135" h="394970">
                <a:moveTo>
                  <a:pt x="63517" y="394387"/>
                </a:moveTo>
                <a:lnTo>
                  <a:pt x="17144" y="203220"/>
                </a:lnTo>
                <a:lnTo>
                  <a:pt x="0" y="0"/>
                </a:lnTo>
                <a:lnTo>
                  <a:pt x="33648" y="153683"/>
                </a:lnTo>
                <a:lnTo>
                  <a:pt x="33648" y="170187"/>
                </a:lnTo>
                <a:lnTo>
                  <a:pt x="63517" y="394387"/>
                </a:lnTo>
                <a:close/>
              </a:path>
            </a:pathLst>
          </a:custGeom>
          <a:solidFill>
            <a:srgbClr val="445269">
              <a:alpha val="19999"/>
            </a:srgbClr>
          </a:solidFill>
        </p:spPr>
        <p:txBody>
          <a:bodyPr wrap="square" lIns="0" tIns="0" rIns="0" bIns="0" rtlCol="0"/>
          <a:lstStyle/>
          <a:p>
            <a:endParaRPr/>
          </a:p>
        </p:txBody>
      </p:sp>
      <p:sp>
        <p:nvSpPr>
          <p:cNvPr id="46" name="bg object 46"/>
          <p:cNvSpPr/>
          <p:nvPr/>
        </p:nvSpPr>
        <p:spPr>
          <a:xfrm>
            <a:off x="154790" y="8228725"/>
            <a:ext cx="64135" cy="394970"/>
          </a:xfrm>
          <a:custGeom>
            <a:avLst/>
            <a:gdLst/>
            <a:ahLst/>
            <a:cxnLst/>
            <a:rect l="l" t="t" r="r" b="b"/>
            <a:pathLst>
              <a:path w="64135" h="394970">
                <a:moveTo>
                  <a:pt x="0" y="0"/>
                </a:moveTo>
                <a:lnTo>
                  <a:pt x="33648" y="153683"/>
                </a:lnTo>
                <a:lnTo>
                  <a:pt x="33648" y="170187"/>
                </a:lnTo>
                <a:lnTo>
                  <a:pt x="63517" y="394387"/>
                </a:lnTo>
                <a:lnTo>
                  <a:pt x="17144" y="203220"/>
                </a:lnTo>
                <a:lnTo>
                  <a:pt x="0" y="0"/>
                </a:lnTo>
                <a:close/>
              </a:path>
            </a:pathLst>
          </a:custGeom>
          <a:ln w="6096">
            <a:solidFill>
              <a:srgbClr val="445269"/>
            </a:solidFill>
          </a:ln>
        </p:spPr>
        <p:txBody>
          <a:bodyPr wrap="square" lIns="0" tIns="0" rIns="0" bIns="0" rtlCol="0"/>
          <a:lstStyle/>
          <a:p>
            <a:endParaRPr/>
          </a:p>
        </p:txBody>
      </p:sp>
      <p:sp>
        <p:nvSpPr>
          <p:cNvPr id="47" name="bg object 47"/>
          <p:cNvSpPr/>
          <p:nvPr/>
        </p:nvSpPr>
        <p:spPr>
          <a:xfrm>
            <a:off x="715534" y="6987753"/>
            <a:ext cx="1695450" cy="3246120"/>
          </a:xfrm>
          <a:custGeom>
            <a:avLst/>
            <a:gdLst/>
            <a:ahLst/>
            <a:cxnLst/>
            <a:rect l="l" t="t" r="r" b="b"/>
            <a:pathLst>
              <a:path w="1695450" h="3246120">
                <a:moveTo>
                  <a:pt x="29222" y="3245951"/>
                </a:moveTo>
                <a:lnTo>
                  <a:pt x="0" y="3175459"/>
                </a:lnTo>
                <a:lnTo>
                  <a:pt x="4456" y="3158955"/>
                </a:lnTo>
                <a:lnTo>
                  <a:pt x="29222" y="2856015"/>
                </a:lnTo>
                <a:lnTo>
                  <a:pt x="88289" y="2556891"/>
                </a:lnTo>
                <a:lnTo>
                  <a:pt x="168926" y="2262194"/>
                </a:lnTo>
                <a:lnTo>
                  <a:pt x="278171" y="1971947"/>
                </a:lnTo>
                <a:lnTo>
                  <a:pt x="400731" y="1697589"/>
                </a:lnTo>
                <a:lnTo>
                  <a:pt x="548056" y="1423876"/>
                </a:lnTo>
                <a:lnTo>
                  <a:pt x="704240" y="1166663"/>
                </a:lnTo>
                <a:lnTo>
                  <a:pt x="881435" y="913265"/>
                </a:lnTo>
                <a:lnTo>
                  <a:pt x="1066884" y="676366"/>
                </a:lnTo>
                <a:lnTo>
                  <a:pt x="1209783" y="497917"/>
                </a:lnTo>
                <a:lnTo>
                  <a:pt x="1366016" y="323895"/>
                </a:lnTo>
                <a:lnTo>
                  <a:pt x="1526060" y="157493"/>
                </a:lnTo>
                <a:lnTo>
                  <a:pt x="1694987" y="0"/>
                </a:lnTo>
                <a:lnTo>
                  <a:pt x="1694987" y="4450"/>
                </a:lnTo>
                <a:lnTo>
                  <a:pt x="1530511" y="161950"/>
                </a:lnTo>
                <a:lnTo>
                  <a:pt x="1370467" y="327705"/>
                </a:lnTo>
                <a:lnTo>
                  <a:pt x="1222477" y="502350"/>
                </a:lnTo>
                <a:lnTo>
                  <a:pt x="1075152" y="680823"/>
                </a:lnTo>
                <a:lnTo>
                  <a:pt x="889696" y="921508"/>
                </a:lnTo>
                <a:lnTo>
                  <a:pt x="720769" y="1178716"/>
                </a:lnTo>
                <a:lnTo>
                  <a:pt x="560725" y="1435930"/>
                </a:lnTo>
                <a:lnTo>
                  <a:pt x="421686" y="1705856"/>
                </a:lnTo>
                <a:lnTo>
                  <a:pt x="299132" y="1984025"/>
                </a:lnTo>
                <a:lnTo>
                  <a:pt x="189888" y="2266626"/>
                </a:lnTo>
                <a:lnTo>
                  <a:pt x="113701" y="2561317"/>
                </a:lnTo>
                <a:lnTo>
                  <a:pt x="54634" y="2859825"/>
                </a:lnTo>
                <a:lnTo>
                  <a:pt x="29222" y="3158955"/>
                </a:lnTo>
                <a:lnTo>
                  <a:pt x="29222" y="3245951"/>
                </a:lnTo>
                <a:close/>
              </a:path>
            </a:pathLst>
          </a:custGeom>
          <a:solidFill>
            <a:srgbClr val="445269">
              <a:alpha val="19999"/>
            </a:srgbClr>
          </a:solidFill>
        </p:spPr>
        <p:txBody>
          <a:bodyPr wrap="square" lIns="0" tIns="0" rIns="0" bIns="0" rtlCol="0"/>
          <a:lstStyle/>
          <a:p>
            <a:endParaRPr/>
          </a:p>
        </p:txBody>
      </p:sp>
      <p:sp>
        <p:nvSpPr>
          <p:cNvPr id="48" name="bg object 48"/>
          <p:cNvSpPr/>
          <p:nvPr/>
        </p:nvSpPr>
        <p:spPr>
          <a:xfrm>
            <a:off x="744757" y="7124292"/>
            <a:ext cx="1666239" cy="3109595"/>
          </a:xfrm>
          <a:custGeom>
            <a:avLst/>
            <a:gdLst/>
            <a:ahLst/>
            <a:cxnLst/>
            <a:rect l="l" t="t" r="r" b="b"/>
            <a:pathLst>
              <a:path w="1666239" h="3109595">
                <a:moveTo>
                  <a:pt x="1665765" y="0"/>
                </a:moveTo>
                <a:lnTo>
                  <a:pt x="1665765" y="4328"/>
                </a:lnTo>
                <a:lnTo>
                  <a:pt x="1504075" y="155225"/>
                </a:lnTo>
                <a:lnTo>
                  <a:pt x="1346823" y="313987"/>
                </a:lnTo>
                <a:lnTo>
                  <a:pt x="1201400" y="481267"/>
                </a:lnTo>
                <a:lnTo>
                  <a:pt x="1056599" y="652241"/>
                </a:lnTo>
                <a:lnTo>
                  <a:pt x="874314" y="882775"/>
                </a:lnTo>
                <a:lnTo>
                  <a:pt x="708313" y="1129197"/>
                </a:lnTo>
                <a:lnTo>
                  <a:pt x="551056" y="1375602"/>
                </a:lnTo>
                <a:lnTo>
                  <a:pt x="414400" y="1634096"/>
                </a:lnTo>
                <a:lnTo>
                  <a:pt x="293937" y="1900571"/>
                </a:lnTo>
                <a:lnTo>
                  <a:pt x="186601" y="2171241"/>
                </a:lnTo>
                <a:lnTo>
                  <a:pt x="111719" y="2453598"/>
                </a:lnTo>
                <a:lnTo>
                  <a:pt x="53683" y="2739528"/>
                </a:lnTo>
                <a:lnTo>
                  <a:pt x="28698" y="3026080"/>
                </a:lnTo>
                <a:lnTo>
                  <a:pt x="28698" y="3109412"/>
                </a:lnTo>
                <a:lnTo>
                  <a:pt x="0" y="3041895"/>
                </a:lnTo>
                <a:lnTo>
                  <a:pt x="4359" y="3026080"/>
                </a:lnTo>
                <a:lnTo>
                  <a:pt x="28698" y="2735888"/>
                </a:lnTo>
                <a:lnTo>
                  <a:pt x="86765" y="2449336"/>
                </a:lnTo>
                <a:lnTo>
                  <a:pt x="166024" y="2167046"/>
                </a:lnTo>
                <a:lnTo>
                  <a:pt x="273360" y="1889017"/>
                </a:lnTo>
                <a:lnTo>
                  <a:pt x="393798" y="1626213"/>
                </a:lnTo>
                <a:lnTo>
                  <a:pt x="538600" y="1364048"/>
                </a:lnTo>
                <a:lnTo>
                  <a:pt x="692169" y="1117625"/>
                </a:lnTo>
                <a:lnTo>
                  <a:pt x="866308" y="874898"/>
                </a:lnTo>
                <a:lnTo>
                  <a:pt x="1048453" y="647930"/>
                </a:lnTo>
                <a:lnTo>
                  <a:pt x="1188944" y="476956"/>
                </a:lnTo>
                <a:lnTo>
                  <a:pt x="1342507" y="310317"/>
                </a:lnTo>
                <a:lnTo>
                  <a:pt x="1499764" y="150897"/>
                </a:lnTo>
                <a:lnTo>
                  <a:pt x="1665765" y="0"/>
                </a:lnTo>
                <a:close/>
              </a:path>
            </a:pathLst>
          </a:custGeom>
          <a:ln w="6096">
            <a:solidFill>
              <a:srgbClr val="445269"/>
            </a:solidFill>
          </a:ln>
        </p:spPr>
        <p:txBody>
          <a:bodyPr wrap="square" lIns="0" tIns="0" rIns="0" bIns="0" rtlCol="0"/>
          <a:lstStyle/>
          <a:p>
            <a:endParaRPr/>
          </a:p>
        </p:txBody>
      </p:sp>
      <p:sp>
        <p:nvSpPr>
          <p:cNvPr id="49" name="bg object 49"/>
          <p:cNvSpPr/>
          <p:nvPr/>
        </p:nvSpPr>
        <p:spPr>
          <a:xfrm>
            <a:off x="715534" y="10266737"/>
            <a:ext cx="67310" cy="427355"/>
          </a:xfrm>
          <a:custGeom>
            <a:avLst/>
            <a:gdLst/>
            <a:ahLst/>
            <a:cxnLst/>
            <a:rect l="l" t="t" r="r" b="b"/>
            <a:pathLst>
              <a:path w="67309" h="427354">
                <a:moveTo>
                  <a:pt x="66970" y="427139"/>
                </a:moveTo>
                <a:lnTo>
                  <a:pt x="35338" y="427139"/>
                </a:lnTo>
                <a:lnTo>
                  <a:pt x="20961" y="335948"/>
                </a:lnTo>
                <a:lnTo>
                  <a:pt x="4456" y="165761"/>
                </a:lnTo>
                <a:lnTo>
                  <a:pt x="0" y="0"/>
                </a:lnTo>
                <a:lnTo>
                  <a:pt x="25411" y="62230"/>
                </a:lnTo>
                <a:lnTo>
                  <a:pt x="29868" y="74924"/>
                </a:lnTo>
                <a:lnTo>
                  <a:pt x="50823" y="332138"/>
                </a:lnTo>
                <a:lnTo>
                  <a:pt x="66970" y="427139"/>
                </a:lnTo>
                <a:close/>
              </a:path>
            </a:pathLst>
          </a:custGeom>
          <a:solidFill>
            <a:srgbClr val="445269">
              <a:alpha val="19999"/>
            </a:srgbClr>
          </a:solidFill>
        </p:spPr>
        <p:txBody>
          <a:bodyPr wrap="square" lIns="0" tIns="0" rIns="0" bIns="0" rtlCol="0"/>
          <a:lstStyle/>
          <a:p>
            <a:endParaRPr/>
          </a:p>
        </p:txBody>
      </p:sp>
      <p:sp>
        <p:nvSpPr>
          <p:cNvPr id="50" name="bg object 50"/>
          <p:cNvSpPr/>
          <p:nvPr/>
        </p:nvSpPr>
        <p:spPr>
          <a:xfrm>
            <a:off x="715534" y="10266737"/>
            <a:ext cx="67310" cy="427355"/>
          </a:xfrm>
          <a:custGeom>
            <a:avLst/>
            <a:gdLst/>
            <a:ahLst/>
            <a:cxnLst/>
            <a:rect l="l" t="t" r="r" b="b"/>
            <a:pathLst>
              <a:path w="67309" h="427354">
                <a:moveTo>
                  <a:pt x="0" y="0"/>
                </a:moveTo>
                <a:lnTo>
                  <a:pt x="25411" y="62230"/>
                </a:lnTo>
                <a:lnTo>
                  <a:pt x="29868" y="74924"/>
                </a:lnTo>
                <a:lnTo>
                  <a:pt x="50823" y="332138"/>
                </a:lnTo>
                <a:lnTo>
                  <a:pt x="66970" y="427139"/>
                </a:lnTo>
              </a:path>
              <a:path w="67309" h="427354">
                <a:moveTo>
                  <a:pt x="35338" y="427139"/>
                </a:moveTo>
                <a:lnTo>
                  <a:pt x="20961" y="335948"/>
                </a:lnTo>
                <a:lnTo>
                  <a:pt x="4456" y="165761"/>
                </a:lnTo>
                <a:lnTo>
                  <a:pt x="0" y="0"/>
                </a:lnTo>
              </a:path>
            </a:pathLst>
          </a:custGeom>
          <a:ln w="6096">
            <a:solidFill>
              <a:srgbClr val="445269"/>
            </a:solidFill>
          </a:ln>
        </p:spPr>
        <p:txBody>
          <a:bodyPr wrap="square" lIns="0" tIns="0" rIns="0" bIns="0" rtlCol="0"/>
          <a:lstStyle/>
          <a:p>
            <a:endParaRPr/>
          </a:p>
        </p:txBody>
      </p:sp>
      <p:sp>
        <p:nvSpPr>
          <p:cNvPr id="51" name="bg object 51"/>
          <p:cNvSpPr/>
          <p:nvPr/>
        </p:nvSpPr>
        <p:spPr>
          <a:xfrm>
            <a:off x="715534" y="10163213"/>
            <a:ext cx="29845" cy="179070"/>
          </a:xfrm>
          <a:custGeom>
            <a:avLst/>
            <a:gdLst/>
            <a:ahLst/>
            <a:cxnLst/>
            <a:rect l="l" t="t" r="r" b="b"/>
            <a:pathLst>
              <a:path w="29845" h="179070">
                <a:moveTo>
                  <a:pt x="29222" y="178448"/>
                </a:moveTo>
                <a:lnTo>
                  <a:pt x="24771" y="165755"/>
                </a:lnTo>
                <a:lnTo>
                  <a:pt x="0" y="103524"/>
                </a:lnTo>
                <a:lnTo>
                  <a:pt x="0" y="0"/>
                </a:lnTo>
                <a:lnTo>
                  <a:pt x="29222" y="70491"/>
                </a:lnTo>
                <a:lnTo>
                  <a:pt x="29222" y="178448"/>
                </a:lnTo>
                <a:close/>
              </a:path>
            </a:pathLst>
          </a:custGeom>
          <a:solidFill>
            <a:srgbClr val="445269">
              <a:alpha val="19999"/>
            </a:srgbClr>
          </a:solidFill>
        </p:spPr>
        <p:txBody>
          <a:bodyPr wrap="square" lIns="0" tIns="0" rIns="0" bIns="0" rtlCol="0"/>
          <a:lstStyle/>
          <a:p>
            <a:endParaRPr/>
          </a:p>
        </p:txBody>
      </p:sp>
      <p:sp>
        <p:nvSpPr>
          <p:cNvPr id="52" name="bg object 52"/>
          <p:cNvSpPr/>
          <p:nvPr/>
        </p:nvSpPr>
        <p:spPr>
          <a:xfrm>
            <a:off x="715534" y="10163213"/>
            <a:ext cx="29845" cy="179070"/>
          </a:xfrm>
          <a:custGeom>
            <a:avLst/>
            <a:gdLst/>
            <a:ahLst/>
            <a:cxnLst/>
            <a:rect l="l" t="t" r="r" b="b"/>
            <a:pathLst>
              <a:path w="29845" h="179070">
                <a:moveTo>
                  <a:pt x="0" y="0"/>
                </a:moveTo>
                <a:lnTo>
                  <a:pt x="29222" y="70491"/>
                </a:lnTo>
                <a:lnTo>
                  <a:pt x="29222" y="178448"/>
                </a:lnTo>
                <a:lnTo>
                  <a:pt x="24771" y="165755"/>
                </a:lnTo>
                <a:lnTo>
                  <a:pt x="0" y="103524"/>
                </a:lnTo>
                <a:lnTo>
                  <a:pt x="0" y="0"/>
                </a:lnTo>
                <a:close/>
              </a:path>
            </a:pathLst>
          </a:custGeom>
          <a:ln w="6096">
            <a:solidFill>
              <a:srgbClr val="445269"/>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29643CF-0C3E-44F5-B30F-27A521C65AEE}" type="datetime1">
              <a:rPr lang="en-US" smtClean="0"/>
              <a:t>10/4/2024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378460" y="2462403"/>
            <a:ext cx="3292602" cy="706602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8138" y="2462403"/>
            <a:ext cx="3292602" cy="706602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BAFD01C-7CB4-4DC3-9478-07B601EB2AA7}" type="datetime1">
              <a:rPr lang="en-US" smtClean="0"/>
              <a:t>10/4/2024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4568E95E-CE5B-43E8-B06F-763C8FE40EBD}" type="datetime1">
              <a:rPr lang="en-US" smtClean="0"/>
              <a:t>10/4/2024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0592CD5-9547-46AE-9212-EAD3C92C318E}" type="datetime1">
              <a:rPr lang="en-US" smtClean="0"/>
              <a:t>10/4/2024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87048" y="457263"/>
            <a:ext cx="6438328" cy="579200"/>
          </a:xfrm>
          <a:prstGeom prst="rect">
            <a:avLst/>
          </a:prstGeom>
        </p:spPr>
      </p:pic>
      <p:sp>
        <p:nvSpPr>
          <p:cNvPr id="2" name="Holder 2"/>
          <p:cNvSpPr>
            <a:spLocks noGrp="1"/>
          </p:cNvSpPr>
          <p:nvPr>
            <p:ph type="title"/>
          </p:nvPr>
        </p:nvSpPr>
        <p:spPr>
          <a:xfrm>
            <a:off x="1272460" y="2624822"/>
            <a:ext cx="5024279" cy="757554"/>
          </a:xfrm>
          <a:prstGeom prst="rect">
            <a:avLst/>
          </a:prstGeom>
        </p:spPr>
        <p:txBody>
          <a:bodyPr wrap="square" lIns="0" tIns="0" rIns="0" bIns="0">
            <a:spAutoFit/>
          </a:bodyPr>
          <a:lstStyle>
            <a:lvl1pPr>
              <a:defRPr sz="4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78460" y="2462403"/>
            <a:ext cx="6812280" cy="706602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82115" y="10043357"/>
            <a:ext cx="4743450" cy="180975"/>
          </a:xfrm>
          <a:prstGeom prst="rect">
            <a:avLst/>
          </a:prstGeom>
        </p:spPr>
        <p:txBody>
          <a:bodyPr wrap="square" lIns="0" tIns="0" rIns="0" bIns="0">
            <a:spAutoFit/>
          </a:bodyPr>
          <a:lstStyle>
            <a:lvl1pPr>
              <a:defRPr sz="1100" b="0" i="0">
                <a:solidFill>
                  <a:schemeClr val="tx1"/>
                </a:solidFill>
                <a:latin typeface="Times New Roman"/>
                <a:cs typeface="Times New Roman"/>
              </a:defRPr>
            </a:lvl1p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Holder 5"/>
          <p:cNvSpPr>
            <a:spLocks noGrp="1"/>
          </p:cNvSpPr>
          <p:nvPr>
            <p:ph type="dt" sz="half" idx="6"/>
          </p:nvPr>
        </p:nvSpPr>
        <p:spPr>
          <a:xfrm>
            <a:off x="378460" y="9956673"/>
            <a:ext cx="1740916" cy="535305"/>
          </a:xfrm>
          <a:prstGeom prst="rect">
            <a:avLst/>
          </a:prstGeom>
        </p:spPr>
        <p:txBody>
          <a:bodyPr wrap="square" lIns="0" tIns="0" rIns="0" bIns="0">
            <a:spAutoFit/>
          </a:bodyPr>
          <a:lstStyle>
            <a:lvl1pPr algn="l">
              <a:defRPr>
                <a:solidFill>
                  <a:schemeClr val="tx1">
                    <a:tint val="75000"/>
                  </a:schemeClr>
                </a:solidFill>
              </a:defRPr>
            </a:lvl1pPr>
          </a:lstStyle>
          <a:p>
            <a:fld id="{54B967E8-D76B-49CB-A8D8-FD32B94E8C30}" type="datetime1">
              <a:rPr lang="en-US" smtClean="0"/>
              <a:t>10/4/2024</a:t>
            </a:fld>
            <a:endParaRPr lang="en-US"/>
          </a:p>
        </p:txBody>
      </p:sp>
      <p:sp>
        <p:nvSpPr>
          <p:cNvPr id="6" name="Holder 6"/>
          <p:cNvSpPr>
            <a:spLocks noGrp="1"/>
          </p:cNvSpPr>
          <p:nvPr>
            <p:ph type="sldNum" sz="quarter" idx="7"/>
          </p:nvPr>
        </p:nvSpPr>
        <p:spPr>
          <a:xfrm>
            <a:off x="5449824" y="9956673"/>
            <a:ext cx="1740916" cy="5353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s://www.frontiersin.org/articles/10.3389/fnhum.2023.1130231/full" TargetMode="External"/><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12.jpeg"/><Relationship Id="rId4" Type="http://schemas.openxmlformats.org/officeDocument/2006/relationships/image" Target="../media/image11.jpeg"/></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2460" y="2761981"/>
            <a:ext cx="5024279" cy="757554"/>
          </a:xfrm>
          <a:prstGeom prst="rect">
            <a:avLst/>
          </a:prstGeom>
        </p:spPr>
        <p:txBody>
          <a:bodyPr vert="horz" wrap="square" lIns="0" tIns="12700" rIns="0" bIns="0" rtlCol="0">
            <a:spAutoFit/>
          </a:bodyPr>
          <a:lstStyle/>
          <a:p>
            <a:pPr marL="1202055">
              <a:lnSpc>
                <a:spcPct val="100000"/>
              </a:lnSpc>
              <a:spcBef>
                <a:spcPts val="100"/>
              </a:spcBef>
            </a:pPr>
            <a:r>
              <a:rPr sz="7200" spc="-120" baseline="-1157" dirty="0"/>
              <a:t>Pro</a:t>
            </a:r>
            <a:r>
              <a:rPr sz="4800" spc="-80" dirty="0"/>
              <a:t>ject</a:t>
            </a:r>
            <a:r>
              <a:rPr sz="4800" spc="-70" dirty="0"/>
              <a:t> </a:t>
            </a:r>
            <a:r>
              <a:rPr sz="4800" dirty="0"/>
              <a:t>Report</a:t>
            </a:r>
          </a:p>
        </p:txBody>
      </p:sp>
      <p:sp>
        <p:nvSpPr>
          <p:cNvPr id="3" name="object 3"/>
          <p:cNvSpPr txBox="1"/>
          <p:nvPr/>
        </p:nvSpPr>
        <p:spPr>
          <a:xfrm>
            <a:off x="498137" y="3519535"/>
            <a:ext cx="6040755" cy="1505585"/>
          </a:xfrm>
          <a:prstGeom prst="rect">
            <a:avLst/>
          </a:prstGeom>
        </p:spPr>
        <p:txBody>
          <a:bodyPr vert="horz" wrap="square" lIns="0" tIns="8890" rIns="0" bIns="0" rtlCol="0">
            <a:spAutoFit/>
          </a:bodyPr>
          <a:lstStyle/>
          <a:p>
            <a:pPr marL="12700" marR="5080" indent="3187700">
              <a:lnSpc>
                <a:spcPts val="5890"/>
              </a:lnSpc>
              <a:spcBef>
                <a:spcPts val="70"/>
              </a:spcBef>
            </a:pPr>
            <a:r>
              <a:rPr sz="4800" b="1" dirty="0">
                <a:latin typeface="Times New Roman"/>
                <a:cs typeface="Times New Roman"/>
              </a:rPr>
              <a:t>on </a:t>
            </a:r>
            <a:r>
              <a:rPr sz="4800" b="1" spc="5" dirty="0">
                <a:latin typeface="Times New Roman"/>
                <a:cs typeface="Times New Roman"/>
              </a:rPr>
              <a:t> </a:t>
            </a:r>
            <a:r>
              <a:rPr sz="4800" b="1" dirty="0">
                <a:latin typeface="Times New Roman"/>
                <a:cs typeface="Times New Roman"/>
              </a:rPr>
              <a:t>Community</a:t>
            </a:r>
            <a:r>
              <a:rPr sz="4800" b="1" spc="-95" dirty="0">
                <a:latin typeface="Times New Roman"/>
                <a:cs typeface="Times New Roman"/>
              </a:rPr>
              <a:t> </a:t>
            </a:r>
            <a:r>
              <a:rPr sz="4800" b="1" dirty="0">
                <a:latin typeface="Times New Roman"/>
                <a:cs typeface="Times New Roman"/>
              </a:rPr>
              <a:t>Internship</a:t>
            </a:r>
            <a:endParaRPr sz="4800" dirty="0">
              <a:latin typeface="Times New Roman"/>
              <a:cs typeface="Times New Roman"/>
            </a:endParaRPr>
          </a:p>
        </p:txBody>
      </p:sp>
      <p:sp>
        <p:nvSpPr>
          <p:cNvPr id="4" name="object 4"/>
          <p:cNvSpPr txBox="1"/>
          <p:nvPr/>
        </p:nvSpPr>
        <p:spPr>
          <a:xfrm>
            <a:off x="1727200" y="9391650"/>
            <a:ext cx="4646295" cy="549910"/>
          </a:xfrm>
          <a:prstGeom prst="rect">
            <a:avLst/>
          </a:prstGeom>
        </p:spPr>
        <p:txBody>
          <a:bodyPr vert="horz" wrap="square" lIns="0" tIns="81915" rIns="0" bIns="0" rtlCol="0">
            <a:spAutoFit/>
          </a:bodyPr>
          <a:lstStyle/>
          <a:p>
            <a:pPr marL="12700">
              <a:lnSpc>
                <a:spcPct val="100000"/>
              </a:lnSpc>
              <a:spcBef>
                <a:spcPts val="645"/>
              </a:spcBef>
            </a:pPr>
            <a:r>
              <a:rPr sz="1200" b="1" spc="-5" dirty="0">
                <a:solidFill>
                  <a:srgbClr val="BF0000"/>
                </a:solidFill>
                <a:latin typeface="Times New Roman"/>
                <a:cs typeface="Times New Roman"/>
              </a:rPr>
              <a:t>AUDISANKARA</a:t>
            </a:r>
            <a:r>
              <a:rPr sz="1200" b="1" spc="-70" dirty="0">
                <a:solidFill>
                  <a:srgbClr val="BF0000"/>
                </a:solidFill>
                <a:latin typeface="Times New Roman"/>
                <a:cs typeface="Times New Roman"/>
              </a:rPr>
              <a:t> </a:t>
            </a:r>
            <a:r>
              <a:rPr sz="1200" b="1" spc="-5" dirty="0">
                <a:solidFill>
                  <a:srgbClr val="BF0000"/>
                </a:solidFill>
                <a:latin typeface="Times New Roman"/>
                <a:cs typeface="Times New Roman"/>
              </a:rPr>
              <a:t>COLLEGE</a:t>
            </a:r>
            <a:r>
              <a:rPr sz="1200" b="1" spc="15" dirty="0">
                <a:solidFill>
                  <a:srgbClr val="BF0000"/>
                </a:solidFill>
                <a:latin typeface="Times New Roman"/>
                <a:cs typeface="Times New Roman"/>
              </a:rPr>
              <a:t> </a:t>
            </a:r>
            <a:r>
              <a:rPr sz="1200" b="1" spc="-5" dirty="0">
                <a:solidFill>
                  <a:srgbClr val="BF0000"/>
                </a:solidFill>
                <a:latin typeface="Times New Roman"/>
                <a:cs typeface="Times New Roman"/>
              </a:rPr>
              <a:t>OF</a:t>
            </a:r>
            <a:r>
              <a:rPr sz="1200" b="1" spc="-55" dirty="0">
                <a:solidFill>
                  <a:srgbClr val="BF0000"/>
                </a:solidFill>
                <a:latin typeface="Times New Roman"/>
                <a:cs typeface="Times New Roman"/>
              </a:rPr>
              <a:t> </a:t>
            </a:r>
            <a:r>
              <a:rPr sz="1200" b="1" spc="-5" dirty="0">
                <a:solidFill>
                  <a:srgbClr val="BF0000"/>
                </a:solidFill>
                <a:latin typeface="Times New Roman"/>
                <a:cs typeface="Times New Roman"/>
              </a:rPr>
              <a:t>ENGINEERING</a:t>
            </a:r>
            <a:r>
              <a:rPr sz="1200" b="1" dirty="0">
                <a:solidFill>
                  <a:srgbClr val="BF0000"/>
                </a:solidFill>
                <a:latin typeface="Times New Roman"/>
                <a:cs typeface="Times New Roman"/>
              </a:rPr>
              <a:t> </a:t>
            </a:r>
            <a:r>
              <a:rPr sz="1200" b="1" spc="-5" dirty="0">
                <a:solidFill>
                  <a:srgbClr val="BF0000"/>
                </a:solidFill>
                <a:latin typeface="Times New Roman"/>
                <a:cs typeface="Times New Roman"/>
              </a:rPr>
              <a:t>&amp;</a:t>
            </a:r>
            <a:r>
              <a:rPr sz="1200" b="1" spc="5" dirty="0">
                <a:solidFill>
                  <a:srgbClr val="BF0000"/>
                </a:solidFill>
                <a:latin typeface="Times New Roman"/>
                <a:cs typeface="Times New Roman"/>
              </a:rPr>
              <a:t> </a:t>
            </a:r>
            <a:r>
              <a:rPr sz="1200" b="1" spc="-5" dirty="0">
                <a:solidFill>
                  <a:srgbClr val="BF0000"/>
                </a:solidFill>
                <a:latin typeface="Times New Roman"/>
                <a:cs typeface="Times New Roman"/>
              </a:rPr>
              <a:t>TECHNOLOGY</a:t>
            </a:r>
            <a:endParaRPr sz="1200" dirty="0">
              <a:latin typeface="Times New Roman"/>
              <a:cs typeface="Times New Roman"/>
            </a:endParaRPr>
          </a:p>
          <a:p>
            <a:pPr marL="911860">
              <a:lnSpc>
                <a:spcPct val="100000"/>
              </a:lnSpc>
              <a:spcBef>
                <a:spcPts val="585"/>
              </a:spcBef>
            </a:pPr>
            <a:r>
              <a:rPr sz="1300" spc="-5" dirty="0">
                <a:latin typeface="Times New Roman"/>
                <a:cs typeface="Times New Roman"/>
              </a:rPr>
              <a:t>(Ac</a:t>
            </a:r>
            <a:r>
              <a:rPr sz="1300" dirty="0">
                <a:latin typeface="Times New Roman"/>
                <a:cs typeface="Times New Roman"/>
              </a:rPr>
              <a:t>c</a:t>
            </a:r>
            <a:r>
              <a:rPr sz="1300" spc="-5" dirty="0">
                <a:latin typeface="Times New Roman"/>
                <a:cs typeface="Times New Roman"/>
              </a:rPr>
              <a:t>redited</a:t>
            </a:r>
            <a:r>
              <a:rPr sz="1300" spc="5" dirty="0">
                <a:latin typeface="Times New Roman"/>
                <a:cs typeface="Times New Roman"/>
              </a:rPr>
              <a:t> </a:t>
            </a:r>
            <a:r>
              <a:rPr sz="1300" spc="15" dirty="0">
                <a:latin typeface="Times New Roman"/>
                <a:cs typeface="Times New Roman"/>
              </a:rPr>
              <a:t>b</a:t>
            </a:r>
            <a:r>
              <a:rPr sz="1300" spc="-5" dirty="0">
                <a:latin typeface="Times New Roman"/>
                <a:cs typeface="Times New Roman"/>
              </a:rPr>
              <a:t>y</a:t>
            </a:r>
            <a:r>
              <a:rPr sz="1300" spc="-25" dirty="0">
                <a:latin typeface="Times New Roman"/>
                <a:cs typeface="Times New Roman"/>
              </a:rPr>
              <a:t> </a:t>
            </a:r>
            <a:r>
              <a:rPr sz="1300" spc="-10" dirty="0">
                <a:latin typeface="Times New Roman"/>
                <a:cs typeface="Times New Roman"/>
              </a:rPr>
              <a:t>N</a:t>
            </a:r>
            <a:r>
              <a:rPr sz="1300" dirty="0">
                <a:latin typeface="Times New Roman"/>
                <a:cs typeface="Times New Roman"/>
              </a:rPr>
              <a:t>B</a:t>
            </a:r>
            <a:r>
              <a:rPr sz="1300" spc="-10" dirty="0">
                <a:latin typeface="Times New Roman"/>
                <a:cs typeface="Times New Roman"/>
              </a:rPr>
              <a:t>A</a:t>
            </a:r>
            <a:r>
              <a:rPr sz="1300" spc="-70" dirty="0">
                <a:latin typeface="Times New Roman"/>
                <a:cs typeface="Times New Roman"/>
              </a:rPr>
              <a:t> </a:t>
            </a:r>
            <a:r>
              <a:rPr sz="1300" spc="-10" dirty="0">
                <a:latin typeface="Times New Roman"/>
                <a:cs typeface="Times New Roman"/>
              </a:rPr>
              <a:t>&amp;</a:t>
            </a:r>
            <a:r>
              <a:rPr sz="1300" spc="10" dirty="0">
                <a:latin typeface="Times New Roman"/>
                <a:cs typeface="Times New Roman"/>
              </a:rPr>
              <a:t> </a:t>
            </a:r>
            <a:r>
              <a:rPr sz="1300" spc="-10" dirty="0">
                <a:latin typeface="Times New Roman"/>
                <a:cs typeface="Times New Roman"/>
              </a:rPr>
              <a:t>N</a:t>
            </a:r>
            <a:r>
              <a:rPr sz="1300" spc="-5" dirty="0">
                <a:latin typeface="Times New Roman"/>
                <a:cs typeface="Times New Roman"/>
              </a:rPr>
              <a:t>A</a:t>
            </a:r>
            <a:r>
              <a:rPr sz="1300" spc="-10" dirty="0">
                <a:latin typeface="Times New Roman"/>
                <a:cs typeface="Times New Roman"/>
              </a:rPr>
              <a:t>AC</a:t>
            </a:r>
            <a:r>
              <a:rPr sz="1300" spc="-75" dirty="0">
                <a:latin typeface="Times New Roman"/>
                <a:cs typeface="Times New Roman"/>
              </a:rPr>
              <a:t> </a:t>
            </a:r>
            <a:r>
              <a:rPr sz="1300" dirty="0">
                <a:latin typeface="Times New Roman"/>
                <a:cs typeface="Times New Roman"/>
              </a:rPr>
              <a:t>A</a:t>
            </a:r>
            <a:r>
              <a:rPr sz="1300" spc="-5" dirty="0">
                <a:latin typeface="Times New Roman"/>
                <a:cs typeface="Times New Roman"/>
              </a:rPr>
              <a:t>+)</a:t>
            </a:r>
            <a:endParaRPr sz="1300" dirty="0">
              <a:latin typeface="Times New Roman"/>
              <a:cs typeface="Times New Roman"/>
            </a:endParaRPr>
          </a:p>
        </p:txBody>
      </p:sp>
      <p:pic>
        <p:nvPicPr>
          <p:cNvPr id="5" name="object 5"/>
          <p:cNvPicPr/>
          <p:nvPr/>
        </p:nvPicPr>
        <p:blipFill>
          <a:blip r:embed="rId2" cstate="print"/>
          <a:stretch>
            <a:fillRect/>
          </a:stretch>
        </p:blipFill>
        <p:spPr>
          <a:xfrm>
            <a:off x="2641704" y="5346938"/>
            <a:ext cx="1926620" cy="2609452"/>
          </a:xfrm>
          <a:prstGeom prst="rect">
            <a:avLst/>
          </a:prstGeom>
        </p:spPr>
      </p:pic>
      <p:sp>
        <p:nvSpPr>
          <p:cNvPr id="6" name="object 6"/>
          <p:cNvSpPr txBox="1"/>
          <p:nvPr/>
        </p:nvSpPr>
        <p:spPr>
          <a:xfrm>
            <a:off x="1586688" y="10067745"/>
            <a:ext cx="4745355" cy="180975"/>
          </a:xfrm>
          <a:prstGeom prst="rect">
            <a:avLst/>
          </a:prstGeom>
        </p:spPr>
        <p:txBody>
          <a:bodyPr vert="horz" wrap="square" lIns="0" tIns="0" rIns="0" bIns="0" rtlCol="0">
            <a:spAutoFit/>
          </a:bodyPr>
          <a:lstStyle/>
          <a:p>
            <a:pPr marL="12700">
              <a:lnSpc>
                <a:spcPts val="1300"/>
              </a:lnSpc>
            </a:pPr>
            <a:r>
              <a:rPr sz="1100" spc="-50" dirty="0">
                <a:latin typeface="Times New Roman"/>
                <a:cs typeface="Times New Roman"/>
              </a:rPr>
              <a:t>DEPARTMENT</a:t>
            </a:r>
            <a:r>
              <a:rPr sz="1100" spc="5" dirty="0">
                <a:latin typeface="Times New Roman"/>
                <a:cs typeface="Times New Roman"/>
              </a:rPr>
              <a:t> </a:t>
            </a:r>
            <a:r>
              <a:rPr sz="1100" spc="-65" dirty="0">
                <a:latin typeface="Times New Roman"/>
                <a:cs typeface="Times New Roman"/>
              </a:rPr>
              <a:t>OF</a:t>
            </a:r>
            <a:r>
              <a:rPr sz="1100" spc="5" dirty="0">
                <a:latin typeface="Times New Roman"/>
                <a:cs typeface="Times New Roman"/>
              </a:rPr>
              <a:t> </a:t>
            </a:r>
            <a:r>
              <a:rPr sz="1100" spc="-70" dirty="0">
                <a:latin typeface="Times New Roman"/>
                <a:cs typeface="Times New Roman"/>
              </a:rPr>
              <a:t>COMPUTER</a:t>
            </a:r>
            <a:r>
              <a:rPr sz="1100" spc="5" dirty="0">
                <a:latin typeface="Times New Roman"/>
                <a:cs typeface="Times New Roman"/>
              </a:rPr>
              <a:t> </a:t>
            </a:r>
            <a:r>
              <a:rPr sz="1100" spc="-50" dirty="0">
                <a:latin typeface="Times New Roman"/>
                <a:cs typeface="Times New Roman"/>
              </a:rPr>
              <a:t>SCIENCE</a:t>
            </a:r>
            <a:r>
              <a:rPr sz="1100" spc="10" dirty="0">
                <a:latin typeface="Times New Roman"/>
                <a:cs typeface="Times New Roman"/>
              </a:rPr>
              <a:t> </a:t>
            </a:r>
            <a:r>
              <a:rPr sz="1100" spc="-80" dirty="0">
                <a:latin typeface="Times New Roman"/>
                <a:cs typeface="Times New Roman"/>
              </a:rPr>
              <a:t>AND</a:t>
            </a:r>
            <a:r>
              <a:rPr sz="1100" spc="10" dirty="0">
                <a:latin typeface="Times New Roman"/>
                <a:cs typeface="Times New Roman"/>
              </a:rPr>
              <a:t> </a:t>
            </a:r>
            <a:r>
              <a:rPr sz="1100" spc="-55" dirty="0">
                <a:latin typeface="Times New Roman"/>
                <a:cs typeface="Times New Roman"/>
              </a:rPr>
              <a:t>ENGINEERING</a:t>
            </a:r>
            <a:r>
              <a:rPr sz="1100" spc="-5" dirty="0">
                <a:latin typeface="Times New Roman"/>
                <a:cs typeface="Times New Roman"/>
              </a:rPr>
              <a:t> </a:t>
            </a:r>
            <a:r>
              <a:rPr sz="1100" spc="5" dirty="0">
                <a:latin typeface="Times New Roman"/>
                <a:cs typeface="Times New Roman"/>
              </a:rPr>
              <a:t>(DATA</a:t>
            </a:r>
            <a:r>
              <a:rPr sz="1100" spc="15" dirty="0">
                <a:latin typeface="Times New Roman"/>
                <a:cs typeface="Times New Roman"/>
              </a:rPr>
              <a:t> </a:t>
            </a:r>
            <a:r>
              <a:rPr sz="1100" spc="-30" dirty="0">
                <a:latin typeface="Times New Roman"/>
                <a:cs typeface="Times New Roman"/>
              </a:rPr>
              <a:t>SCIENCE)</a:t>
            </a:r>
            <a:endParaRPr sz="11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3674" y="1198292"/>
            <a:ext cx="5506525" cy="3631059"/>
          </a:xfrm>
          <a:prstGeom prst="rect">
            <a:avLst/>
          </a:prstGeom>
        </p:spPr>
        <p:txBody>
          <a:bodyPr vert="horz" wrap="square" lIns="0" tIns="5080" rIns="0" bIns="0" rtlCol="0">
            <a:spAutoFit/>
          </a:bodyPr>
          <a:lstStyle/>
          <a:p>
            <a:pPr marL="1440815" marR="1463040" indent="-13335" algn="ctr">
              <a:lnSpc>
                <a:spcPct val="103099"/>
              </a:lnSpc>
              <a:spcBef>
                <a:spcPts val="40"/>
              </a:spcBef>
            </a:pPr>
            <a:r>
              <a:rPr sz="1300" spc="-5" dirty="0">
                <a:latin typeface="Times New Roman"/>
                <a:cs typeface="Times New Roman"/>
              </a:rPr>
              <a:t>(Ac</a:t>
            </a:r>
            <a:r>
              <a:rPr sz="1300" dirty="0">
                <a:latin typeface="Times New Roman"/>
                <a:cs typeface="Times New Roman"/>
              </a:rPr>
              <a:t>c</a:t>
            </a:r>
            <a:r>
              <a:rPr sz="1300" spc="-5" dirty="0">
                <a:latin typeface="Times New Roman"/>
                <a:cs typeface="Times New Roman"/>
              </a:rPr>
              <a:t>redited</a:t>
            </a:r>
            <a:r>
              <a:rPr sz="1300" spc="5" dirty="0">
                <a:latin typeface="Times New Roman"/>
                <a:cs typeface="Times New Roman"/>
              </a:rPr>
              <a:t> </a:t>
            </a:r>
            <a:r>
              <a:rPr sz="1300" spc="15" dirty="0">
                <a:latin typeface="Times New Roman"/>
                <a:cs typeface="Times New Roman"/>
              </a:rPr>
              <a:t>b</a:t>
            </a:r>
            <a:r>
              <a:rPr sz="1300" spc="-5" dirty="0">
                <a:latin typeface="Times New Roman"/>
                <a:cs typeface="Times New Roman"/>
              </a:rPr>
              <a:t>y</a:t>
            </a:r>
            <a:r>
              <a:rPr sz="1300" spc="-25" dirty="0">
                <a:latin typeface="Times New Roman"/>
                <a:cs typeface="Times New Roman"/>
              </a:rPr>
              <a:t> </a:t>
            </a:r>
            <a:r>
              <a:rPr sz="1300" spc="-10" dirty="0">
                <a:latin typeface="Times New Roman"/>
                <a:cs typeface="Times New Roman"/>
              </a:rPr>
              <a:t>N</a:t>
            </a:r>
            <a:r>
              <a:rPr sz="1300" dirty="0">
                <a:latin typeface="Times New Roman"/>
                <a:cs typeface="Times New Roman"/>
              </a:rPr>
              <a:t>B</a:t>
            </a:r>
            <a:r>
              <a:rPr sz="1300" spc="-10" dirty="0">
                <a:latin typeface="Times New Roman"/>
                <a:cs typeface="Times New Roman"/>
              </a:rPr>
              <a:t>A</a:t>
            </a:r>
            <a:r>
              <a:rPr sz="1300" spc="-70" dirty="0">
                <a:latin typeface="Times New Roman"/>
                <a:cs typeface="Times New Roman"/>
              </a:rPr>
              <a:t> </a:t>
            </a:r>
            <a:r>
              <a:rPr sz="1300" spc="-10" dirty="0">
                <a:latin typeface="Times New Roman"/>
                <a:cs typeface="Times New Roman"/>
              </a:rPr>
              <a:t>&amp;</a:t>
            </a:r>
            <a:r>
              <a:rPr sz="1300" spc="10" dirty="0">
                <a:latin typeface="Times New Roman"/>
                <a:cs typeface="Times New Roman"/>
              </a:rPr>
              <a:t> </a:t>
            </a:r>
            <a:r>
              <a:rPr sz="1300" spc="-10" dirty="0">
                <a:latin typeface="Times New Roman"/>
                <a:cs typeface="Times New Roman"/>
              </a:rPr>
              <a:t>N</a:t>
            </a:r>
            <a:r>
              <a:rPr sz="1300" spc="-5" dirty="0">
                <a:latin typeface="Times New Roman"/>
                <a:cs typeface="Times New Roman"/>
              </a:rPr>
              <a:t>A</a:t>
            </a:r>
            <a:r>
              <a:rPr sz="1300" spc="-10" dirty="0">
                <a:latin typeface="Times New Roman"/>
                <a:cs typeface="Times New Roman"/>
              </a:rPr>
              <a:t>CC</a:t>
            </a:r>
            <a:r>
              <a:rPr sz="1300" spc="-75" dirty="0">
                <a:latin typeface="Times New Roman"/>
                <a:cs typeface="Times New Roman"/>
              </a:rPr>
              <a:t> </a:t>
            </a:r>
            <a:r>
              <a:rPr sz="1300" dirty="0">
                <a:latin typeface="Times New Roman"/>
                <a:cs typeface="Times New Roman"/>
              </a:rPr>
              <a:t>A</a:t>
            </a:r>
            <a:r>
              <a:rPr sz="1300" spc="-5" dirty="0">
                <a:latin typeface="Times New Roman"/>
                <a:cs typeface="Times New Roman"/>
              </a:rPr>
              <a:t>+)  GU</a:t>
            </a:r>
            <a:r>
              <a:rPr sz="1300" spc="-10" dirty="0">
                <a:latin typeface="Times New Roman"/>
                <a:cs typeface="Times New Roman"/>
              </a:rPr>
              <a:t>D</a:t>
            </a:r>
            <a:r>
              <a:rPr sz="1300" spc="-5" dirty="0">
                <a:latin typeface="Times New Roman"/>
                <a:cs typeface="Times New Roman"/>
              </a:rPr>
              <a:t>UR,</a:t>
            </a:r>
            <a:r>
              <a:rPr sz="1300" spc="-10" dirty="0">
                <a:latin typeface="Times New Roman"/>
                <a:cs typeface="Times New Roman"/>
              </a:rPr>
              <a:t> </a:t>
            </a:r>
            <a:r>
              <a:rPr sz="1300" spc="-5" dirty="0">
                <a:latin typeface="Times New Roman"/>
                <a:cs typeface="Times New Roman"/>
              </a:rPr>
              <a:t>TIR</a:t>
            </a:r>
            <a:r>
              <a:rPr sz="1300" spc="5" dirty="0">
                <a:latin typeface="Times New Roman"/>
                <a:cs typeface="Times New Roman"/>
              </a:rPr>
              <a:t>U</a:t>
            </a:r>
            <a:r>
              <a:rPr sz="1300" spc="-125" dirty="0">
                <a:latin typeface="Times New Roman"/>
                <a:cs typeface="Times New Roman"/>
              </a:rPr>
              <a:t>P</a:t>
            </a:r>
            <a:r>
              <a:rPr sz="1300" spc="-155" dirty="0">
                <a:latin typeface="Times New Roman"/>
                <a:cs typeface="Times New Roman"/>
              </a:rPr>
              <a:t>A</a:t>
            </a:r>
            <a:r>
              <a:rPr sz="1300" spc="-5" dirty="0">
                <a:latin typeface="Times New Roman"/>
                <a:cs typeface="Times New Roman"/>
              </a:rPr>
              <a:t>TI</a:t>
            </a:r>
            <a:r>
              <a:rPr sz="1300" dirty="0">
                <a:latin typeface="Times New Roman"/>
                <a:cs typeface="Times New Roman"/>
              </a:rPr>
              <a:t> </a:t>
            </a:r>
            <a:r>
              <a:rPr sz="1300" spc="5" dirty="0">
                <a:latin typeface="Times New Roman"/>
                <a:cs typeface="Times New Roman"/>
              </a:rPr>
              <a:t>(</a:t>
            </a:r>
            <a:r>
              <a:rPr sz="1300" spc="-10" dirty="0">
                <a:latin typeface="Times New Roman"/>
                <a:cs typeface="Times New Roman"/>
              </a:rPr>
              <a:t>D</a:t>
            </a:r>
            <a:r>
              <a:rPr sz="1300" dirty="0">
                <a:latin typeface="Times New Roman"/>
                <a:cs typeface="Times New Roman"/>
              </a:rPr>
              <a:t>T</a:t>
            </a:r>
            <a:r>
              <a:rPr sz="1300" spc="-5" dirty="0">
                <a:latin typeface="Times New Roman"/>
                <a:cs typeface="Times New Roman"/>
              </a:rPr>
              <a:t>),</a:t>
            </a:r>
            <a:r>
              <a:rPr sz="1300" spc="-75" dirty="0">
                <a:latin typeface="Times New Roman"/>
                <a:cs typeface="Times New Roman"/>
              </a:rPr>
              <a:t> </a:t>
            </a:r>
            <a:r>
              <a:rPr sz="1300" spc="-5" dirty="0">
                <a:latin typeface="Times New Roman"/>
                <a:cs typeface="Times New Roman"/>
              </a:rPr>
              <a:t>A.</a:t>
            </a:r>
            <a:r>
              <a:rPr sz="1300" spc="-150" dirty="0">
                <a:latin typeface="Times New Roman"/>
                <a:cs typeface="Times New Roman"/>
              </a:rPr>
              <a:t>P</a:t>
            </a:r>
            <a:r>
              <a:rPr sz="1300" spc="-5" dirty="0">
                <a:latin typeface="Times New Roman"/>
                <a:cs typeface="Times New Roman"/>
              </a:rPr>
              <a:t>,</a:t>
            </a:r>
            <a:r>
              <a:rPr sz="1300" spc="10" dirty="0">
                <a:latin typeface="Times New Roman"/>
                <a:cs typeface="Times New Roman"/>
              </a:rPr>
              <a:t> </a:t>
            </a:r>
            <a:r>
              <a:rPr sz="1300" spc="-5" dirty="0">
                <a:latin typeface="Times New Roman"/>
                <a:cs typeface="Times New Roman"/>
              </a:rPr>
              <a:t>INDIA</a:t>
            </a:r>
            <a:endParaRPr sz="1300" dirty="0">
              <a:latin typeface="Times New Roman"/>
              <a:cs typeface="Times New Roman"/>
            </a:endParaRPr>
          </a:p>
          <a:p>
            <a:pPr marR="61594" algn="ctr">
              <a:lnSpc>
                <a:spcPct val="100000"/>
              </a:lnSpc>
              <a:spcBef>
                <a:spcPts val="50"/>
              </a:spcBef>
            </a:pPr>
            <a:r>
              <a:rPr sz="1300" spc="-25" dirty="0">
                <a:latin typeface="Times New Roman"/>
                <a:cs typeface="Times New Roman"/>
              </a:rPr>
              <a:t>DEPARTMENT</a:t>
            </a:r>
            <a:r>
              <a:rPr sz="1300" spc="-20" dirty="0">
                <a:latin typeface="Times New Roman"/>
                <a:cs typeface="Times New Roman"/>
              </a:rPr>
              <a:t> </a:t>
            </a:r>
            <a:r>
              <a:rPr sz="1300" spc="-5" dirty="0">
                <a:latin typeface="Times New Roman"/>
                <a:cs typeface="Times New Roman"/>
              </a:rPr>
              <a:t>OF</a:t>
            </a:r>
            <a:r>
              <a:rPr sz="1300" spc="10" dirty="0">
                <a:latin typeface="Times New Roman"/>
                <a:cs typeface="Times New Roman"/>
              </a:rPr>
              <a:t> </a:t>
            </a:r>
            <a:r>
              <a:rPr sz="1300" spc="-5" dirty="0">
                <a:latin typeface="Times New Roman"/>
                <a:cs typeface="Times New Roman"/>
              </a:rPr>
              <a:t>COMPUTER</a:t>
            </a:r>
            <a:r>
              <a:rPr sz="1300" dirty="0">
                <a:latin typeface="Times New Roman"/>
                <a:cs typeface="Times New Roman"/>
              </a:rPr>
              <a:t> </a:t>
            </a:r>
            <a:r>
              <a:rPr sz="1300" spc="-5" dirty="0">
                <a:latin typeface="Times New Roman"/>
                <a:cs typeface="Times New Roman"/>
              </a:rPr>
              <a:t>SCIENCE</a:t>
            </a:r>
            <a:r>
              <a:rPr sz="1300" spc="10" dirty="0">
                <a:latin typeface="Times New Roman"/>
                <a:cs typeface="Times New Roman"/>
              </a:rPr>
              <a:t> </a:t>
            </a:r>
            <a:r>
              <a:rPr sz="1300" spc="-10" dirty="0">
                <a:latin typeface="Times New Roman"/>
                <a:cs typeface="Times New Roman"/>
              </a:rPr>
              <a:t>&amp;</a:t>
            </a:r>
            <a:r>
              <a:rPr sz="1300" spc="5" dirty="0">
                <a:latin typeface="Times New Roman"/>
                <a:cs typeface="Times New Roman"/>
              </a:rPr>
              <a:t> </a:t>
            </a:r>
            <a:r>
              <a:rPr sz="1300" spc="-5" dirty="0">
                <a:latin typeface="Times New Roman"/>
                <a:cs typeface="Times New Roman"/>
              </a:rPr>
              <a:t>ENGINEERING</a:t>
            </a:r>
            <a:endParaRPr sz="1300" dirty="0">
              <a:latin typeface="Times New Roman"/>
              <a:cs typeface="Times New Roman"/>
            </a:endParaRPr>
          </a:p>
          <a:p>
            <a:pPr>
              <a:lnSpc>
                <a:spcPct val="100000"/>
              </a:lnSpc>
              <a:spcBef>
                <a:spcPts val="15"/>
              </a:spcBef>
            </a:pPr>
            <a:endParaRPr sz="1350" dirty="0">
              <a:latin typeface="Times New Roman"/>
              <a:cs typeface="Times New Roman"/>
            </a:endParaRPr>
          </a:p>
          <a:p>
            <a:pPr marL="1405890" marR="466090" indent="-894080">
              <a:lnSpc>
                <a:spcPct val="103600"/>
              </a:lnSpc>
            </a:pPr>
            <a:r>
              <a:rPr lang="en-IN" sz="1400" b="1" spc="-5" dirty="0">
                <a:solidFill>
                  <a:srgbClr val="FF0000"/>
                </a:solidFill>
                <a:latin typeface="Times New Roman"/>
                <a:cs typeface="Times New Roman"/>
              </a:rPr>
              <a:t>                 DIGITAL REHABILITATION CENTERS </a:t>
            </a:r>
          </a:p>
          <a:p>
            <a:pPr marL="1405890" marR="466090" indent="-894080">
              <a:lnSpc>
                <a:spcPct val="103600"/>
              </a:lnSpc>
            </a:pPr>
            <a:r>
              <a:rPr lang="en-IN" sz="1400" b="1" spc="-5" dirty="0">
                <a:solidFill>
                  <a:srgbClr val="FF0000"/>
                </a:solidFill>
                <a:latin typeface="Times New Roman"/>
                <a:cs typeface="Times New Roman"/>
              </a:rPr>
              <a:t>                                                IN </a:t>
            </a:r>
          </a:p>
          <a:p>
            <a:pPr marL="1405890" marR="466090" indent="-894080">
              <a:lnSpc>
                <a:spcPct val="103600"/>
              </a:lnSpc>
            </a:pPr>
            <a:r>
              <a:rPr lang="en-IN" sz="1400" b="1" spc="-5" dirty="0">
                <a:solidFill>
                  <a:srgbClr val="FF0000"/>
                </a:solidFill>
                <a:latin typeface="Times New Roman"/>
                <a:cs typeface="Times New Roman"/>
              </a:rPr>
              <a:t>                           GUDUR,TIRUPATI (DIST) </a:t>
            </a:r>
            <a:endParaRPr lang="en-US" sz="1400" b="1" spc="-335" dirty="0">
              <a:solidFill>
                <a:srgbClr val="FF0000"/>
              </a:solidFill>
              <a:latin typeface="Times New Roman"/>
              <a:cs typeface="Times New Roman"/>
            </a:endParaRPr>
          </a:p>
          <a:p>
            <a:pPr marL="1405890" marR="466090" indent="-894080">
              <a:lnSpc>
                <a:spcPct val="103600"/>
              </a:lnSpc>
            </a:pPr>
            <a:r>
              <a:rPr lang="en-US" sz="1400" b="1" spc="-335" dirty="0">
                <a:solidFill>
                  <a:srgbClr val="FF0000"/>
                </a:solidFill>
                <a:latin typeface="Times New Roman"/>
                <a:cs typeface="Times New Roman"/>
              </a:rPr>
              <a:t>                                                                                                                                            </a:t>
            </a:r>
            <a:endParaRPr sz="1400" dirty="0">
              <a:latin typeface="Times New Roman"/>
              <a:cs typeface="Times New Roman"/>
            </a:endParaRPr>
          </a:p>
          <a:p>
            <a:pPr marL="12700" marR="5080" algn="ctr">
              <a:lnSpc>
                <a:spcPct val="110800"/>
              </a:lnSpc>
            </a:pPr>
            <a:r>
              <a:rPr sz="1200" spc="-5" dirty="0">
                <a:latin typeface="Segoe UI Emoji"/>
                <a:cs typeface="Segoe UI Emoji"/>
              </a:rPr>
              <a:t>A</a:t>
            </a:r>
            <a:r>
              <a:rPr sz="1200" spc="10" dirty="0">
                <a:latin typeface="Segoe UI Emoji"/>
                <a:cs typeface="Segoe UI Emoji"/>
              </a:rPr>
              <a:t> </a:t>
            </a:r>
            <a:r>
              <a:rPr sz="1200" spc="-5" dirty="0">
                <a:latin typeface="Segoe UI Emoji"/>
                <a:cs typeface="Segoe UI Emoji"/>
              </a:rPr>
              <a:t>Project</a:t>
            </a:r>
            <a:r>
              <a:rPr sz="1200" spc="10" dirty="0">
                <a:latin typeface="Segoe UI Emoji"/>
                <a:cs typeface="Segoe UI Emoji"/>
              </a:rPr>
              <a:t> </a:t>
            </a:r>
            <a:r>
              <a:rPr sz="1200" spc="-5" dirty="0">
                <a:latin typeface="Segoe UI Emoji"/>
                <a:cs typeface="Segoe UI Emoji"/>
              </a:rPr>
              <a:t>work</a:t>
            </a:r>
            <a:r>
              <a:rPr sz="1200" spc="15" dirty="0">
                <a:latin typeface="Segoe UI Emoji"/>
                <a:cs typeface="Segoe UI Emoji"/>
              </a:rPr>
              <a:t> </a:t>
            </a:r>
            <a:r>
              <a:rPr sz="1200" spc="-5" dirty="0">
                <a:latin typeface="Segoe UI Emoji"/>
                <a:cs typeface="Segoe UI Emoji"/>
              </a:rPr>
              <a:t>Report</a:t>
            </a:r>
            <a:r>
              <a:rPr sz="1200" spc="15" dirty="0">
                <a:latin typeface="Segoe UI Emoji"/>
                <a:cs typeface="Segoe UI Emoji"/>
              </a:rPr>
              <a:t> </a:t>
            </a:r>
            <a:r>
              <a:rPr sz="1200" spc="-5" dirty="0">
                <a:latin typeface="Segoe UI Emoji"/>
                <a:cs typeface="Segoe UI Emoji"/>
              </a:rPr>
              <a:t>submitted</a:t>
            </a:r>
            <a:r>
              <a:rPr sz="1200" spc="10" dirty="0">
                <a:latin typeface="Segoe UI Emoji"/>
                <a:cs typeface="Segoe UI Emoji"/>
              </a:rPr>
              <a:t> </a:t>
            </a:r>
            <a:r>
              <a:rPr sz="1200" spc="-5" dirty="0">
                <a:latin typeface="Segoe UI Emoji"/>
                <a:cs typeface="Segoe UI Emoji"/>
              </a:rPr>
              <a:t>to</a:t>
            </a:r>
            <a:r>
              <a:rPr sz="1200" spc="15" dirty="0">
                <a:latin typeface="Segoe UI Emoji"/>
                <a:cs typeface="Segoe UI Emoji"/>
              </a:rPr>
              <a:t> </a:t>
            </a:r>
            <a:r>
              <a:rPr sz="1200" dirty="0">
                <a:latin typeface="Segoe UI Emoji"/>
                <a:cs typeface="Segoe UI Emoji"/>
              </a:rPr>
              <a:t>the </a:t>
            </a:r>
            <a:r>
              <a:rPr sz="1200" spc="-5" dirty="0">
                <a:latin typeface="Segoe UI Emoji"/>
                <a:cs typeface="Segoe UI Emoji"/>
              </a:rPr>
              <a:t>Jawaharlal</a:t>
            </a:r>
            <a:r>
              <a:rPr sz="1200" spc="5" dirty="0">
                <a:latin typeface="Segoe UI Emoji"/>
                <a:cs typeface="Segoe UI Emoji"/>
              </a:rPr>
              <a:t> </a:t>
            </a:r>
            <a:r>
              <a:rPr sz="1200" spc="-5" dirty="0">
                <a:latin typeface="Segoe UI Emoji"/>
                <a:cs typeface="Segoe UI Emoji"/>
              </a:rPr>
              <a:t>Nehru</a:t>
            </a:r>
            <a:r>
              <a:rPr sz="1200" spc="15" dirty="0">
                <a:latin typeface="Segoe UI Emoji"/>
                <a:cs typeface="Segoe UI Emoji"/>
              </a:rPr>
              <a:t> </a:t>
            </a:r>
            <a:r>
              <a:rPr sz="1200" spc="-5" dirty="0">
                <a:latin typeface="Segoe UI Emoji"/>
                <a:cs typeface="Segoe UI Emoji"/>
              </a:rPr>
              <a:t>Technological</a:t>
            </a:r>
            <a:r>
              <a:rPr sz="1200" spc="5" dirty="0">
                <a:latin typeface="Segoe UI Emoji"/>
                <a:cs typeface="Segoe UI Emoji"/>
              </a:rPr>
              <a:t> </a:t>
            </a:r>
            <a:r>
              <a:rPr sz="1200" spc="-5" dirty="0">
                <a:latin typeface="Segoe UI Emoji"/>
                <a:cs typeface="Segoe UI Emoji"/>
              </a:rPr>
              <a:t>University </a:t>
            </a:r>
            <a:r>
              <a:rPr sz="1200" spc="-315" dirty="0">
                <a:latin typeface="Segoe UI Emoji"/>
                <a:cs typeface="Segoe UI Emoji"/>
              </a:rPr>
              <a:t> </a:t>
            </a:r>
            <a:r>
              <a:rPr sz="1200" spc="-5" dirty="0">
                <a:latin typeface="Segoe UI Emoji"/>
                <a:cs typeface="Segoe UI Emoji"/>
              </a:rPr>
              <a:t>in</a:t>
            </a:r>
            <a:r>
              <a:rPr sz="1200" dirty="0">
                <a:latin typeface="Segoe UI Emoji"/>
                <a:cs typeface="Segoe UI Emoji"/>
              </a:rPr>
              <a:t> </a:t>
            </a:r>
            <a:r>
              <a:rPr sz="1200" spc="-5" dirty="0">
                <a:latin typeface="Segoe UI Emoji"/>
                <a:cs typeface="Segoe UI Emoji"/>
              </a:rPr>
              <a:t>a Partial fulfilment</a:t>
            </a:r>
            <a:r>
              <a:rPr sz="1200" dirty="0">
                <a:latin typeface="Segoe UI Emoji"/>
                <a:cs typeface="Segoe UI Emoji"/>
              </a:rPr>
              <a:t> for the</a:t>
            </a:r>
            <a:r>
              <a:rPr sz="1200" spc="-10" dirty="0">
                <a:latin typeface="Segoe UI Emoji"/>
                <a:cs typeface="Segoe UI Emoji"/>
              </a:rPr>
              <a:t> </a:t>
            </a:r>
            <a:r>
              <a:rPr sz="1200" spc="-5" dirty="0">
                <a:latin typeface="Segoe UI Emoji"/>
                <a:cs typeface="Segoe UI Emoji"/>
              </a:rPr>
              <a:t>award</a:t>
            </a:r>
            <a:r>
              <a:rPr sz="1200" dirty="0">
                <a:latin typeface="Segoe UI Emoji"/>
                <a:cs typeface="Segoe UI Emoji"/>
              </a:rPr>
              <a:t> </a:t>
            </a:r>
            <a:r>
              <a:rPr sz="1200" spc="-5" dirty="0">
                <a:latin typeface="Segoe UI Emoji"/>
                <a:cs typeface="Segoe UI Emoji"/>
              </a:rPr>
              <a:t>of </a:t>
            </a:r>
            <a:r>
              <a:rPr sz="1200" dirty="0">
                <a:latin typeface="Segoe UI Emoji"/>
                <a:cs typeface="Segoe UI Emoji"/>
              </a:rPr>
              <a:t>the</a:t>
            </a:r>
            <a:r>
              <a:rPr sz="1200" spc="-5" dirty="0">
                <a:latin typeface="Segoe UI Emoji"/>
                <a:cs typeface="Segoe UI Emoji"/>
              </a:rPr>
              <a:t> degree.</a:t>
            </a:r>
            <a:endParaRPr sz="1200" dirty="0">
              <a:latin typeface="Segoe UI Emoji"/>
              <a:cs typeface="Segoe UI Emoji"/>
            </a:endParaRPr>
          </a:p>
          <a:p>
            <a:pPr>
              <a:lnSpc>
                <a:spcPct val="100000"/>
              </a:lnSpc>
              <a:spcBef>
                <a:spcPts val="35"/>
              </a:spcBef>
            </a:pPr>
            <a:endParaRPr sz="1050" dirty="0">
              <a:latin typeface="Segoe UI Emoji"/>
              <a:cs typeface="Segoe UI Emoji"/>
            </a:endParaRPr>
          </a:p>
          <a:p>
            <a:pPr marL="1616075" marR="1639570" algn="ctr">
              <a:lnSpc>
                <a:spcPct val="103299"/>
              </a:lnSpc>
            </a:pPr>
            <a:r>
              <a:rPr sz="1200" b="1" spc="-5" dirty="0">
                <a:solidFill>
                  <a:srgbClr val="2F5495"/>
                </a:solidFill>
                <a:latin typeface="Times New Roman"/>
                <a:cs typeface="Times New Roman"/>
              </a:rPr>
              <a:t>BACH</a:t>
            </a:r>
            <a:r>
              <a:rPr sz="1200" b="1" dirty="0">
                <a:solidFill>
                  <a:srgbClr val="2F5495"/>
                </a:solidFill>
                <a:latin typeface="Times New Roman"/>
                <a:cs typeface="Times New Roman"/>
              </a:rPr>
              <a:t>E</a:t>
            </a:r>
            <a:r>
              <a:rPr sz="1200" b="1" spc="-5" dirty="0">
                <a:solidFill>
                  <a:srgbClr val="2F5495"/>
                </a:solidFill>
                <a:latin typeface="Times New Roman"/>
                <a:cs typeface="Times New Roman"/>
              </a:rPr>
              <a:t>LOR</a:t>
            </a:r>
            <a:r>
              <a:rPr sz="1200" b="1" dirty="0">
                <a:solidFill>
                  <a:srgbClr val="2F5495"/>
                </a:solidFill>
                <a:latin typeface="Times New Roman"/>
                <a:cs typeface="Times New Roman"/>
              </a:rPr>
              <a:t> </a:t>
            </a:r>
            <a:r>
              <a:rPr sz="1200" b="1" spc="-5" dirty="0">
                <a:solidFill>
                  <a:srgbClr val="2F5495"/>
                </a:solidFill>
                <a:latin typeface="Times New Roman"/>
                <a:cs typeface="Times New Roman"/>
              </a:rPr>
              <a:t>OF</a:t>
            </a:r>
            <a:r>
              <a:rPr sz="1200" b="1" spc="-80" dirty="0">
                <a:solidFill>
                  <a:srgbClr val="2F5495"/>
                </a:solidFill>
                <a:latin typeface="Times New Roman"/>
                <a:cs typeface="Times New Roman"/>
              </a:rPr>
              <a:t> </a:t>
            </a:r>
            <a:r>
              <a:rPr sz="1200" b="1" spc="-5" dirty="0">
                <a:solidFill>
                  <a:srgbClr val="2F5495"/>
                </a:solidFill>
                <a:latin typeface="Times New Roman"/>
                <a:cs typeface="Times New Roman"/>
              </a:rPr>
              <a:t>TEC</a:t>
            </a:r>
            <a:r>
              <a:rPr sz="1200" b="1" dirty="0">
                <a:solidFill>
                  <a:srgbClr val="2F5495"/>
                </a:solidFill>
                <a:latin typeface="Times New Roman"/>
                <a:cs typeface="Times New Roman"/>
              </a:rPr>
              <a:t>H</a:t>
            </a:r>
            <a:r>
              <a:rPr sz="1200" b="1" spc="-5" dirty="0">
                <a:solidFill>
                  <a:srgbClr val="2F5495"/>
                </a:solidFill>
                <a:latin typeface="Times New Roman"/>
                <a:cs typeface="Times New Roman"/>
              </a:rPr>
              <a:t>NO</a:t>
            </a:r>
            <a:r>
              <a:rPr sz="1200" b="1" dirty="0">
                <a:solidFill>
                  <a:srgbClr val="2F5495"/>
                </a:solidFill>
                <a:latin typeface="Times New Roman"/>
                <a:cs typeface="Times New Roman"/>
              </a:rPr>
              <a:t>L</a:t>
            </a:r>
            <a:r>
              <a:rPr sz="1200" b="1" spc="-5" dirty="0">
                <a:solidFill>
                  <a:srgbClr val="2F5495"/>
                </a:solidFill>
                <a:latin typeface="Times New Roman"/>
                <a:cs typeface="Times New Roman"/>
              </a:rPr>
              <a:t>OGY  IN</a:t>
            </a:r>
            <a:endParaRPr sz="1200" dirty="0">
              <a:latin typeface="Times New Roman"/>
              <a:cs typeface="Times New Roman"/>
            </a:endParaRPr>
          </a:p>
          <a:p>
            <a:pPr marR="28575" algn="ctr">
              <a:lnSpc>
                <a:spcPct val="100000"/>
              </a:lnSpc>
              <a:spcBef>
                <a:spcPts val="50"/>
              </a:spcBef>
            </a:pPr>
            <a:r>
              <a:rPr sz="1200" b="1" spc="-5" dirty="0">
                <a:solidFill>
                  <a:srgbClr val="2F5495"/>
                </a:solidFill>
                <a:latin typeface="Times New Roman"/>
                <a:cs typeface="Times New Roman"/>
              </a:rPr>
              <a:t>COMPUTER</a:t>
            </a:r>
            <a:r>
              <a:rPr sz="1200" b="1" spc="-10" dirty="0">
                <a:solidFill>
                  <a:srgbClr val="2F5495"/>
                </a:solidFill>
                <a:latin typeface="Times New Roman"/>
                <a:cs typeface="Times New Roman"/>
              </a:rPr>
              <a:t> </a:t>
            </a:r>
            <a:r>
              <a:rPr sz="1200" b="1" spc="-5" dirty="0">
                <a:solidFill>
                  <a:srgbClr val="2F5495"/>
                </a:solidFill>
                <a:latin typeface="Times New Roman"/>
                <a:cs typeface="Times New Roman"/>
              </a:rPr>
              <a:t>SCIENCE</a:t>
            </a:r>
            <a:r>
              <a:rPr sz="1200" b="1" dirty="0">
                <a:solidFill>
                  <a:srgbClr val="2F5495"/>
                </a:solidFill>
                <a:latin typeface="Times New Roman"/>
                <a:cs typeface="Times New Roman"/>
              </a:rPr>
              <a:t> </a:t>
            </a:r>
            <a:r>
              <a:rPr sz="1200" b="1" spc="-5" dirty="0">
                <a:solidFill>
                  <a:srgbClr val="2F5495"/>
                </a:solidFill>
                <a:latin typeface="Times New Roman"/>
                <a:cs typeface="Times New Roman"/>
              </a:rPr>
              <a:t>&amp;</a:t>
            </a:r>
            <a:r>
              <a:rPr sz="1200" b="1" spc="-10" dirty="0">
                <a:solidFill>
                  <a:srgbClr val="2F5495"/>
                </a:solidFill>
                <a:latin typeface="Times New Roman"/>
                <a:cs typeface="Times New Roman"/>
              </a:rPr>
              <a:t> </a:t>
            </a:r>
            <a:r>
              <a:rPr sz="1200" b="1" spc="-5" dirty="0">
                <a:solidFill>
                  <a:srgbClr val="2F5495"/>
                </a:solidFill>
                <a:latin typeface="Times New Roman"/>
                <a:cs typeface="Times New Roman"/>
              </a:rPr>
              <a:t>ENGINEERING</a:t>
            </a:r>
            <a:endParaRPr sz="1200" dirty="0">
              <a:latin typeface="Times New Roman"/>
              <a:cs typeface="Times New Roman"/>
            </a:endParaRPr>
          </a:p>
          <a:p>
            <a:pPr marL="1587500" marR="1621790" indent="679450">
              <a:lnSpc>
                <a:spcPts val="3110"/>
              </a:lnSpc>
              <a:spcBef>
                <a:spcPts val="145"/>
              </a:spcBef>
            </a:pPr>
            <a:r>
              <a:rPr sz="1300" b="1" spc="-5" dirty="0">
                <a:solidFill>
                  <a:srgbClr val="FF0000"/>
                </a:solidFill>
                <a:latin typeface="Times New Roman"/>
                <a:cs typeface="Times New Roman"/>
              </a:rPr>
              <a:t>Submitted by </a:t>
            </a:r>
            <a:r>
              <a:rPr sz="1300" b="1" dirty="0">
                <a:solidFill>
                  <a:srgbClr val="FF0000"/>
                </a:solidFill>
                <a:latin typeface="Times New Roman"/>
                <a:cs typeface="Times New Roman"/>
              </a:rPr>
              <a:t> </a:t>
            </a:r>
            <a:r>
              <a:rPr sz="1300" b="1" spc="-5" dirty="0">
                <a:solidFill>
                  <a:srgbClr val="0D0D0D"/>
                </a:solidFill>
                <a:latin typeface="Times New Roman"/>
                <a:cs typeface="Times New Roman"/>
              </a:rPr>
              <a:t>ALAMPOOR</a:t>
            </a:r>
            <a:r>
              <a:rPr sz="1300" b="1" spc="-50" dirty="0">
                <a:solidFill>
                  <a:srgbClr val="0D0D0D"/>
                </a:solidFill>
                <a:latin typeface="Times New Roman"/>
                <a:cs typeface="Times New Roman"/>
              </a:rPr>
              <a:t> </a:t>
            </a:r>
            <a:r>
              <a:rPr sz="1300" b="1" spc="-5" dirty="0">
                <a:solidFill>
                  <a:srgbClr val="0D0D0D"/>
                </a:solidFill>
                <a:latin typeface="Times New Roman"/>
                <a:cs typeface="Times New Roman"/>
              </a:rPr>
              <a:t>THARUN</a:t>
            </a:r>
            <a:r>
              <a:rPr sz="1300" b="1" spc="-20" dirty="0">
                <a:solidFill>
                  <a:srgbClr val="0D0D0D"/>
                </a:solidFill>
                <a:latin typeface="Times New Roman"/>
                <a:cs typeface="Times New Roman"/>
              </a:rPr>
              <a:t> </a:t>
            </a:r>
            <a:r>
              <a:rPr sz="1300" b="1" spc="-5" dirty="0">
                <a:solidFill>
                  <a:srgbClr val="0D0D0D"/>
                </a:solidFill>
                <a:latin typeface="Times New Roman"/>
                <a:cs typeface="Times New Roman"/>
              </a:rPr>
              <a:t>SINGH</a:t>
            </a:r>
            <a:endParaRPr sz="1300" dirty="0">
              <a:latin typeface="Times New Roman"/>
              <a:cs typeface="Times New Roman"/>
            </a:endParaRPr>
          </a:p>
        </p:txBody>
      </p:sp>
      <p:sp>
        <p:nvSpPr>
          <p:cNvPr id="3" name="object 3"/>
          <p:cNvSpPr txBox="1"/>
          <p:nvPr/>
        </p:nvSpPr>
        <p:spPr>
          <a:xfrm>
            <a:off x="2489200" y="5169502"/>
            <a:ext cx="2819400" cy="647613"/>
          </a:xfrm>
          <a:prstGeom prst="rect">
            <a:avLst/>
          </a:prstGeom>
        </p:spPr>
        <p:txBody>
          <a:bodyPr vert="horz" wrap="square" lIns="0" tIns="11430" rIns="0" bIns="0" rtlCol="0">
            <a:spAutoFit/>
          </a:bodyPr>
          <a:lstStyle/>
          <a:p>
            <a:pPr algn="ctr">
              <a:lnSpc>
                <a:spcPct val="100000"/>
              </a:lnSpc>
              <a:spcBef>
                <a:spcPts val="90"/>
              </a:spcBef>
            </a:pPr>
            <a:r>
              <a:rPr sz="1300" b="1" spc="-5" dirty="0">
                <a:solidFill>
                  <a:srgbClr val="FF9E3D"/>
                </a:solidFill>
                <a:latin typeface="Times New Roman"/>
                <a:cs typeface="Times New Roman"/>
              </a:rPr>
              <a:t>Under</a:t>
            </a:r>
            <a:r>
              <a:rPr sz="1300" b="1" spc="-30" dirty="0">
                <a:solidFill>
                  <a:srgbClr val="FF9E3D"/>
                </a:solidFill>
                <a:latin typeface="Times New Roman"/>
                <a:cs typeface="Times New Roman"/>
              </a:rPr>
              <a:t> </a:t>
            </a:r>
            <a:r>
              <a:rPr sz="1300" b="1" spc="-5" dirty="0">
                <a:solidFill>
                  <a:srgbClr val="FF9E3D"/>
                </a:solidFill>
                <a:latin typeface="Times New Roman"/>
                <a:cs typeface="Times New Roman"/>
              </a:rPr>
              <a:t>the</a:t>
            </a:r>
            <a:r>
              <a:rPr sz="1300" b="1" spc="5" dirty="0">
                <a:solidFill>
                  <a:srgbClr val="FF9E3D"/>
                </a:solidFill>
                <a:latin typeface="Times New Roman"/>
                <a:cs typeface="Times New Roman"/>
              </a:rPr>
              <a:t> </a:t>
            </a:r>
            <a:r>
              <a:rPr sz="1300" b="1" spc="-5" dirty="0">
                <a:solidFill>
                  <a:srgbClr val="FF9E3D"/>
                </a:solidFill>
                <a:latin typeface="Times New Roman"/>
                <a:cs typeface="Times New Roman"/>
              </a:rPr>
              <a:t>esteemed supervision</a:t>
            </a:r>
            <a:r>
              <a:rPr sz="1300" b="1" dirty="0">
                <a:solidFill>
                  <a:srgbClr val="FF9E3D"/>
                </a:solidFill>
                <a:latin typeface="Times New Roman"/>
                <a:cs typeface="Times New Roman"/>
              </a:rPr>
              <a:t> </a:t>
            </a:r>
            <a:r>
              <a:rPr sz="1300" b="1" spc="-5" dirty="0">
                <a:solidFill>
                  <a:srgbClr val="FF9E3D"/>
                </a:solidFill>
                <a:latin typeface="Times New Roman"/>
                <a:cs typeface="Times New Roman"/>
              </a:rPr>
              <a:t>of</a:t>
            </a:r>
            <a:endParaRPr lang="en-US" sz="1300" b="1" spc="-5" dirty="0">
              <a:solidFill>
                <a:srgbClr val="FF9E3D"/>
              </a:solidFill>
              <a:latin typeface="Times New Roman"/>
              <a:cs typeface="Times New Roman"/>
            </a:endParaRPr>
          </a:p>
          <a:p>
            <a:pPr algn="ctr">
              <a:lnSpc>
                <a:spcPct val="100000"/>
              </a:lnSpc>
              <a:spcBef>
                <a:spcPts val="90"/>
              </a:spcBef>
            </a:pPr>
            <a:endParaRPr sz="1350" dirty="0">
              <a:latin typeface="Times New Roman"/>
              <a:cs typeface="Times New Roman"/>
            </a:endParaRPr>
          </a:p>
          <a:p>
            <a:pPr marL="3175" algn="ctr">
              <a:lnSpc>
                <a:spcPct val="100000"/>
              </a:lnSpc>
              <a:spcBef>
                <a:spcPts val="5"/>
              </a:spcBef>
            </a:pPr>
            <a:r>
              <a:rPr lang="en-US" sz="1400" b="1" spc="-55" dirty="0">
                <a:solidFill>
                  <a:srgbClr val="313D4F"/>
                </a:solidFill>
                <a:latin typeface="Times New Roman"/>
                <a:cs typeface="Times New Roman"/>
              </a:rPr>
              <a:t>Dr. S.V. PADMAVATHI DEVI  </a:t>
            </a:r>
            <a:r>
              <a:rPr lang="en-US" sz="1400" b="1" spc="-55" dirty="0" err="1">
                <a:solidFill>
                  <a:srgbClr val="313D4F"/>
                </a:solidFill>
                <a:latin typeface="Times New Roman"/>
                <a:cs typeface="Times New Roman"/>
              </a:rPr>
              <a:t>Ph.D</a:t>
            </a:r>
            <a:endParaRPr sz="1400" dirty="0">
              <a:latin typeface="Times New Roman"/>
              <a:cs typeface="Times New Roman"/>
            </a:endParaRPr>
          </a:p>
        </p:txBody>
      </p:sp>
      <p:sp>
        <p:nvSpPr>
          <p:cNvPr id="4" name="object 4"/>
          <p:cNvSpPr txBox="1"/>
          <p:nvPr/>
        </p:nvSpPr>
        <p:spPr>
          <a:xfrm>
            <a:off x="1238981" y="7828868"/>
            <a:ext cx="5375910" cy="1682750"/>
          </a:xfrm>
          <a:prstGeom prst="rect">
            <a:avLst/>
          </a:prstGeom>
        </p:spPr>
        <p:txBody>
          <a:bodyPr vert="horz" wrap="square" lIns="0" tIns="5715" rIns="0" bIns="0" rtlCol="0">
            <a:spAutoFit/>
          </a:bodyPr>
          <a:lstStyle/>
          <a:p>
            <a:pPr marL="12700" marR="5080" indent="-24130" algn="ctr">
              <a:lnSpc>
                <a:spcPct val="103200"/>
              </a:lnSpc>
              <a:spcBef>
                <a:spcPts val="45"/>
              </a:spcBef>
            </a:pPr>
            <a:r>
              <a:rPr sz="1400" b="1" spc="-20" dirty="0">
                <a:latin typeface="Times New Roman"/>
                <a:cs typeface="Times New Roman"/>
              </a:rPr>
              <a:t>DEPARTMENT </a:t>
            </a:r>
            <a:r>
              <a:rPr sz="1400" b="1" dirty="0">
                <a:latin typeface="Times New Roman"/>
                <a:cs typeface="Times New Roman"/>
              </a:rPr>
              <a:t>OF </a:t>
            </a:r>
            <a:r>
              <a:rPr sz="1400" b="1" spc="-5" dirty="0">
                <a:latin typeface="Times New Roman"/>
                <a:cs typeface="Times New Roman"/>
              </a:rPr>
              <a:t>COMPUTER SCIENCE AND </a:t>
            </a:r>
            <a:r>
              <a:rPr sz="1400" b="1" dirty="0">
                <a:latin typeface="Times New Roman"/>
                <a:cs typeface="Times New Roman"/>
              </a:rPr>
              <a:t>ENGINEERING </a:t>
            </a:r>
            <a:r>
              <a:rPr sz="1400" b="1" spc="5" dirty="0">
                <a:latin typeface="Times New Roman"/>
                <a:cs typeface="Times New Roman"/>
              </a:rPr>
              <a:t> </a:t>
            </a:r>
            <a:r>
              <a:rPr sz="1400" b="1" spc="-5" dirty="0">
                <a:solidFill>
                  <a:srgbClr val="FF0000"/>
                </a:solidFill>
                <a:latin typeface="Times New Roman"/>
                <a:cs typeface="Times New Roman"/>
              </a:rPr>
              <a:t>AUDISANKARA</a:t>
            </a:r>
            <a:r>
              <a:rPr sz="1400" b="1" spc="-80" dirty="0">
                <a:solidFill>
                  <a:srgbClr val="FF0000"/>
                </a:solidFill>
                <a:latin typeface="Times New Roman"/>
                <a:cs typeface="Times New Roman"/>
              </a:rPr>
              <a:t> </a:t>
            </a:r>
            <a:r>
              <a:rPr sz="1400" b="1" dirty="0">
                <a:solidFill>
                  <a:srgbClr val="FF0000"/>
                </a:solidFill>
                <a:latin typeface="Times New Roman"/>
                <a:cs typeface="Times New Roman"/>
              </a:rPr>
              <a:t>COLLEGE OF</a:t>
            </a:r>
            <a:r>
              <a:rPr sz="1400" b="1" spc="-60" dirty="0">
                <a:solidFill>
                  <a:srgbClr val="FF0000"/>
                </a:solidFill>
                <a:latin typeface="Times New Roman"/>
                <a:cs typeface="Times New Roman"/>
              </a:rPr>
              <a:t> </a:t>
            </a:r>
            <a:r>
              <a:rPr sz="1400" b="1" spc="-5" dirty="0">
                <a:solidFill>
                  <a:srgbClr val="FF0000"/>
                </a:solidFill>
                <a:latin typeface="Times New Roman"/>
                <a:cs typeface="Times New Roman"/>
              </a:rPr>
              <a:t>ENGINEERING </a:t>
            </a:r>
            <a:r>
              <a:rPr sz="1400" b="1" dirty="0">
                <a:solidFill>
                  <a:srgbClr val="FF0000"/>
                </a:solidFill>
                <a:latin typeface="Times New Roman"/>
                <a:cs typeface="Times New Roman"/>
              </a:rPr>
              <a:t>&amp;TECHNOLOGY </a:t>
            </a:r>
            <a:r>
              <a:rPr sz="1400" b="1" spc="-335" dirty="0">
                <a:solidFill>
                  <a:srgbClr val="FF0000"/>
                </a:solidFill>
                <a:latin typeface="Times New Roman"/>
                <a:cs typeface="Times New Roman"/>
              </a:rPr>
              <a:t> </a:t>
            </a:r>
            <a:r>
              <a:rPr sz="1400" b="1" spc="-5" dirty="0">
                <a:solidFill>
                  <a:srgbClr val="FF0000"/>
                </a:solidFill>
                <a:latin typeface="Times New Roman"/>
                <a:cs typeface="Times New Roman"/>
              </a:rPr>
              <a:t>(AUTONOMOUS)</a:t>
            </a:r>
            <a:endParaRPr sz="1400" dirty="0">
              <a:latin typeface="Times New Roman"/>
              <a:cs typeface="Times New Roman"/>
            </a:endParaRPr>
          </a:p>
          <a:p>
            <a:pPr>
              <a:lnSpc>
                <a:spcPct val="100000"/>
              </a:lnSpc>
              <a:spcBef>
                <a:spcPts val="10"/>
              </a:spcBef>
            </a:pPr>
            <a:endParaRPr sz="1350" dirty="0">
              <a:latin typeface="Times New Roman"/>
              <a:cs typeface="Times New Roman"/>
            </a:endParaRPr>
          </a:p>
          <a:p>
            <a:pPr marL="13970" algn="ctr">
              <a:lnSpc>
                <a:spcPct val="100000"/>
              </a:lnSpc>
            </a:pPr>
            <a:r>
              <a:rPr sz="1300" b="1" spc="-10" dirty="0">
                <a:latin typeface="Times New Roman"/>
                <a:cs typeface="Times New Roman"/>
              </a:rPr>
              <a:t>(Accredited</a:t>
            </a:r>
            <a:r>
              <a:rPr sz="1300" b="1" dirty="0">
                <a:latin typeface="Times New Roman"/>
                <a:cs typeface="Times New Roman"/>
              </a:rPr>
              <a:t> </a:t>
            </a:r>
            <a:r>
              <a:rPr sz="1300" b="1" spc="-5" dirty="0">
                <a:latin typeface="Times New Roman"/>
                <a:cs typeface="Times New Roman"/>
              </a:rPr>
              <a:t>by</a:t>
            </a:r>
            <a:r>
              <a:rPr sz="1300" b="1" spc="5" dirty="0">
                <a:latin typeface="Times New Roman"/>
                <a:cs typeface="Times New Roman"/>
              </a:rPr>
              <a:t> </a:t>
            </a:r>
            <a:r>
              <a:rPr sz="1300" b="1" spc="-5" dirty="0">
                <a:latin typeface="Times New Roman"/>
                <a:cs typeface="Times New Roman"/>
              </a:rPr>
              <a:t>NBA</a:t>
            </a:r>
            <a:r>
              <a:rPr sz="1300" b="1" spc="-70" dirty="0">
                <a:latin typeface="Times New Roman"/>
                <a:cs typeface="Times New Roman"/>
              </a:rPr>
              <a:t> </a:t>
            </a:r>
            <a:r>
              <a:rPr sz="1300" b="1" spc="-5" dirty="0">
                <a:latin typeface="Times New Roman"/>
                <a:cs typeface="Times New Roman"/>
              </a:rPr>
              <a:t>&amp;NAAC</a:t>
            </a:r>
            <a:r>
              <a:rPr sz="1300" b="1" spc="-60" dirty="0">
                <a:latin typeface="Times New Roman"/>
                <a:cs typeface="Times New Roman"/>
              </a:rPr>
              <a:t> </a:t>
            </a:r>
            <a:r>
              <a:rPr sz="1300" b="1" spc="-5" dirty="0">
                <a:latin typeface="Times New Roman"/>
                <a:cs typeface="Times New Roman"/>
              </a:rPr>
              <a:t>A+)</a:t>
            </a:r>
            <a:endParaRPr sz="1300" dirty="0">
              <a:latin typeface="Times New Roman"/>
              <a:cs typeface="Times New Roman"/>
            </a:endParaRPr>
          </a:p>
          <a:p>
            <a:pPr marL="495300" marR="433705" algn="ctr">
              <a:lnSpc>
                <a:spcPct val="100000"/>
              </a:lnSpc>
              <a:spcBef>
                <a:spcPts val="15"/>
              </a:spcBef>
            </a:pPr>
            <a:r>
              <a:rPr sz="1300" spc="-5" dirty="0">
                <a:latin typeface="Times New Roman"/>
                <a:cs typeface="Times New Roman"/>
              </a:rPr>
              <a:t>Approved</a:t>
            </a:r>
            <a:r>
              <a:rPr sz="1300" spc="15" dirty="0">
                <a:latin typeface="Times New Roman"/>
                <a:cs typeface="Times New Roman"/>
              </a:rPr>
              <a:t> </a:t>
            </a:r>
            <a:r>
              <a:rPr sz="1300" spc="5" dirty="0">
                <a:latin typeface="Times New Roman"/>
                <a:cs typeface="Times New Roman"/>
              </a:rPr>
              <a:t>by</a:t>
            </a:r>
            <a:r>
              <a:rPr sz="1300" spc="-90" dirty="0">
                <a:latin typeface="Times New Roman"/>
                <a:cs typeface="Times New Roman"/>
              </a:rPr>
              <a:t> </a:t>
            </a:r>
            <a:r>
              <a:rPr sz="1300" spc="-5" dirty="0">
                <a:latin typeface="Times New Roman"/>
                <a:cs typeface="Times New Roman"/>
              </a:rPr>
              <a:t>AICTE,</a:t>
            </a:r>
            <a:r>
              <a:rPr sz="1300" spc="-60" dirty="0">
                <a:latin typeface="Times New Roman"/>
                <a:cs typeface="Times New Roman"/>
              </a:rPr>
              <a:t> </a:t>
            </a:r>
            <a:r>
              <a:rPr sz="1300" spc="-5" dirty="0">
                <a:latin typeface="Times New Roman"/>
                <a:cs typeface="Times New Roman"/>
              </a:rPr>
              <a:t>Affiliated</a:t>
            </a:r>
            <a:r>
              <a:rPr sz="1300" spc="5" dirty="0">
                <a:latin typeface="Times New Roman"/>
                <a:cs typeface="Times New Roman"/>
              </a:rPr>
              <a:t> </a:t>
            </a:r>
            <a:r>
              <a:rPr sz="1300" spc="-5" dirty="0">
                <a:latin typeface="Times New Roman"/>
                <a:cs typeface="Times New Roman"/>
              </a:rPr>
              <a:t>to</a:t>
            </a:r>
            <a:r>
              <a:rPr sz="1300" spc="5" dirty="0">
                <a:latin typeface="Times New Roman"/>
                <a:cs typeface="Times New Roman"/>
              </a:rPr>
              <a:t> </a:t>
            </a:r>
            <a:r>
              <a:rPr sz="1300" spc="-5" dirty="0">
                <a:latin typeface="Times New Roman"/>
                <a:cs typeface="Times New Roman"/>
              </a:rPr>
              <a:t>JNTUA</a:t>
            </a:r>
            <a:r>
              <a:rPr sz="1300" spc="-140" dirty="0">
                <a:latin typeface="Times New Roman"/>
                <a:cs typeface="Times New Roman"/>
              </a:rPr>
              <a:t> </a:t>
            </a:r>
            <a:r>
              <a:rPr sz="1300" spc="-5" dirty="0">
                <a:latin typeface="Times New Roman"/>
                <a:cs typeface="Times New Roman"/>
              </a:rPr>
              <a:t>Anantapuramu,</a:t>
            </a:r>
            <a:r>
              <a:rPr sz="1300" spc="-20" dirty="0">
                <a:latin typeface="Times New Roman"/>
                <a:cs typeface="Times New Roman"/>
              </a:rPr>
              <a:t> </a:t>
            </a:r>
            <a:r>
              <a:rPr sz="1300" spc="-10" dirty="0">
                <a:latin typeface="Times New Roman"/>
                <a:cs typeface="Times New Roman"/>
              </a:rPr>
              <a:t>Tirupati </a:t>
            </a:r>
            <a:r>
              <a:rPr sz="1300" spc="-310" dirty="0">
                <a:latin typeface="Times New Roman"/>
                <a:cs typeface="Times New Roman"/>
              </a:rPr>
              <a:t> </a:t>
            </a:r>
            <a:r>
              <a:rPr sz="1300" spc="-5" dirty="0">
                <a:latin typeface="Times New Roman"/>
                <a:cs typeface="Times New Roman"/>
              </a:rPr>
              <a:t>(DT),</a:t>
            </a:r>
            <a:r>
              <a:rPr sz="1300" spc="-80" dirty="0">
                <a:latin typeface="Times New Roman"/>
                <a:cs typeface="Times New Roman"/>
              </a:rPr>
              <a:t> </a:t>
            </a:r>
            <a:r>
              <a:rPr sz="1300" spc="-5" dirty="0">
                <a:latin typeface="Times New Roman"/>
                <a:cs typeface="Times New Roman"/>
              </a:rPr>
              <a:t>Andhra</a:t>
            </a:r>
            <a:r>
              <a:rPr sz="1300" dirty="0">
                <a:latin typeface="Times New Roman"/>
                <a:cs typeface="Times New Roman"/>
              </a:rPr>
              <a:t> </a:t>
            </a:r>
            <a:r>
              <a:rPr sz="1300" spc="-5" dirty="0">
                <a:latin typeface="Times New Roman"/>
                <a:cs typeface="Times New Roman"/>
              </a:rPr>
              <a:t>Pradesh.</a:t>
            </a:r>
            <a:endParaRPr sz="1300" dirty="0">
              <a:latin typeface="Times New Roman"/>
              <a:cs typeface="Times New Roman"/>
            </a:endParaRPr>
          </a:p>
          <a:p>
            <a:pPr marL="13335" algn="ctr">
              <a:lnSpc>
                <a:spcPct val="100000"/>
              </a:lnSpc>
              <a:spcBef>
                <a:spcPts val="85"/>
              </a:spcBef>
            </a:pPr>
            <a:r>
              <a:rPr sz="1300" b="1" spc="-5" dirty="0">
                <a:latin typeface="Times New Roman"/>
                <a:cs typeface="Times New Roman"/>
              </a:rPr>
              <a:t>(2022-2026)</a:t>
            </a:r>
            <a:endParaRPr sz="1300" dirty="0">
              <a:latin typeface="Times New Roman"/>
              <a:cs typeface="Times New Roman"/>
            </a:endParaRPr>
          </a:p>
        </p:txBody>
      </p:sp>
      <p:pic>
        <p:nvPicPr>
          <p:cNvPr id="5" name="object 5"/>
          <p:cNvPicPr/>
          <p:nvPr/>
        </p:nvPicPr>
        <p:blipFill>
          <a:blip r:embed="rId2" cstate="print"/>
          <a:stretch>
            <a:fillRect/>
          </a:stretch>
        </p:blipFill>
        <p:spPr>
          <a:xfrm>
            <a:off x="3105069" y="6194400"/>
            <a:ext cx="1658357" cy="1353500"/>
          </a:xfrm>
          <a:prstGeom prst="rect">
            <a:avLst/>
          </a:prstGeom>
        </p:spPr>
      </p:pic>
      <p:sp>
        <p:nvSpPr>
          <p:cNvPr id="7" name="Footer Placeholder 6">
            <a:extLst>
              <a:ext uri="{FF2B5EF4-FFF2-40B4-BE49-F238E27FC236}">
                <a16:creationId xmlns:a16="http://schemas.microsoft.com/office/drawing/2014/main" id="{5F47C3E0-58BF-3B92-8808-E634AAB9767D}"/>
              </a:ext>
            </a:extLst>
          </p:cNvPr>
          <p:cNvSpPr>
            <a:spLocks noGrp="1"/>
          </p:cNvSpPr>
          <p:nvPr>
            <p:ph type="ftr" sz="quarter" idx="5"/>
          </p:nvPr>
        </p:nvSpPr>
        <p:spPr>
          <a:xfrm>
            <a:off x="1562522" y="10111936"/>
            <a:ext cx="4743450" cy="180975"/>
          </a:xfrm>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1930" y="1202865"/>
            <a:ext cx="4628515" cy="1042593"/>
          </a:xfrm>
          <a:prstGeom prst="rect">
            <a:avLst/>
          </a:prstGeom>
        </p:spPr>
        <p:txBody>
          <a:bodyPr vert="horz" wrap="square" lIns="0" tIns="11430" rIns="0" bIns="0" rtlCol="0">
            <a:spAutoFit/>
          </a:bodyPr>
          <a:lstStyle/>
          <a:p>
            <a:pPr marL="1079500">
              <a:lnSpc>
                <a:spcPct val="100000"/>
              </a:lnSpc>
              <a:spcBef>
                <a:spcPts val="90"/>
              </a:spcBef>
            </a:pPr>
            <a:r>
              <a:rPr sz="1300" b="1" spc="-5" dirty="0">
                <a:latin typeface="Times New Roman"/>
                <a:cs typeface="Times New Roman"/>
              </a:rPr>
              <a:t>(Acc</a:t>
            </a:r>
            <a:r>
              <a:rPr sz="1300" b="1" spc="-25" dirty="0">
                <a:latin typeface="Times New Roman"/>
                <a:cs typeface="Times New Roman"/>
              </a:rPr>
              <a:t>r</a:t>
            </a:r>
            <a:r>
              <a:rPr sz="1300" b="1" spc="-5" dirty="0">
                <a:latin typeface="Times New Roman"/>
                <a:cs typeface="Times New Roman"/>
              </a:rPr>
              <a:t>edit</a:t>
            </a:r>
            <a:r>
              <a:rPr sz="1300" b="1" spc="10" dirty="0">
                <a:latin typeface="Times New Roman"/>
                <a:cs typeface="Times New Roman"/>
              </a:rPr>
              <a:t>e</a:t>
            </a:r>
            <a:r>
              <a:rPr sz="1300" b="1" spc="-5" dirty="0">
                <a:latin typeface="Times New Roman"/>
                <a:cs typeface="Times New Roman"/>
              </a:rPr>
              <a:t>d</a:t>
            </a:r>
            <a:r>
              <a:rPr sz="1300" b="1" dirty="0">
                <a:latin typeface="Times New Roman"/>
                <a:cs typeface="Times New Roman"/>
              </a:rPr>
              <a:t> </a:t>
            </a:r>
            <a:r>
              <a:rPr sz="1300" b="1" spc="5" dirty="0">
                <a:latin typeface="Times New Roman"/>
                <a:cs typeface="Times New Roman"/>
              </a:rPr>
              <a:t>b</a:t>
            </a:r>
            <a:r>
              <a:rPr sz="1300" b="1" spc="-5" dirty="0">
                <a:latin typeface="Times New Roman"/>
                <a:cs typeface="Times New Roman"/>
              </a:rPr>
              <a:t>y</a:t>
            </a:r>
            <a:r>
              <a:rPr sz="1300" b="1" spc="10" dirty="0">
                <a:latin typeface="Times New Roman"/>
                <a:cs typeface="Times New Roman"/>
              </a:rPr>
              <a:t> </a:t>
            </a:r>
            <a:r>
              <a:rPr sz="1300" b="1" spc="-10" dirty="0">
                <a:latin typeface="Times New Roman"/>
                <a:cs typeface="Times New Roman"/>
              </a:rPr>
              <a:t>N</a:t>
            </a:r>
            <a:r>
              <a:rPr sz="1300" b="1" spc="-5" dirty="0">
                <a:latin typeface="Times New Roman"/>
                <a:cs typeface="Times New Roman"/>
              </a:rPr>
              <a:t>B</a:t>
            </a:r>
            <a:r>
              <a:rPr sz="1300" b="1" spc="-10" dirty="0">
                <a:latin typeface="Times New Roman"/>
                <a:cs typeface="Times New Roman"/>
              </a:rPr>
              <a:t>A</a:t>
            </a:r>
            <a:r>
              <a:rPr sz="1300" b="1" spc="-70" dirty="0">
                <a:latin typeface="Times New Roman"/>
                <a:cs typeface="Times New Roman"/>
              </a:rPr>
              <a:t> </a:t>
            </a:r>
            <a:r>
              <a:rPr sz="1300" b="1" spc="-10" dirty="0">
                <a:latin typeface="Times New Roman"/>
                <a:cs typeface="Times New Roman"/>
              </a:rPr>
              <a:t>&amp;</a:t>
            </a:r>
            <a:r>
              <a:rPr sz="1300" b="1" spc="-5" dirty="0">
                <a:latin typeface="Times New Roman"/>
                <a:cs typeface="Times New Roman"/>
              </a:rPr>
              <a:t>N</a:t>
            </a:r>
            <a:r>
              <a:rPr sz="1300" b="1" spc="-10" dirty="0">
                <a:latin typeface="Times New Roman"/>
                <a:cs typeface="Times New Roman"/>
              </a:rPr>
              <a:t>AAC</a:t>
            </a:r>
            <a:r>
              <a:rPr sz="1300" b="1" spc="-55" dirty="0">
                <a:latin typeface="Times New Roman"/>
                <a:cs typeface="Times New Roman"/>
              </a:rPr>
              <a:t> </a:t>
            </a:r>
            <a:r>
              <a:rPr sz="1300" b="1" spc="-10" dirty="0">
                <a:latin typeface="Times New Roman"/>
                <a:cs typeface="Times New Roman"/>
              </a:rPr>
              <a:t>A</a:t>
            </a:r>
            <a:r>
              <a:rPr sz="1300" b="1" dirty="0">
                <a:latin typeface="Times New Roman"/>
                <a:cs typeface="Times New Roman"/>
              </a:rPr>
              <a:t>+</a:t>
            </a:r>
            <a:r>
              <a:rPr sz="1300" b="1" spc="-5" dirty="0">
                <a:latin typeface="Times New Roman"/>
                <a:cs typeface="Times New Roman"/>
              </a:rPr>
              <a:t>)</a:t>
            </a:r>
            <a:endParaRPr sz="1300" dirty="0">
              <a:latin typeface="Times New Roman"/>
              <a:cs typeface="Times New Roman"/>
            </a:endParaRPr>
          </a:p>
          <a:p>
            <a:pPr algn="ctr">
              <a:lnSpc>
                <a:spcPct val="100000"/>
              </a:lnSpc>
              <a:spcBef>
                <a:spcPts val="25"/>
              </a:spcBef>
            </a:pPr>
            <a:r>
              <a:rPr sz="1300" spc="-5" dirty="0">
                <a:latin typeface="Times New Roman"/>
                <a:cs typeface="Times New Roman"/>
              </a:rPr>
              <a:t>Approved</a:t>
            </a:r>
            <a:r>
              <a:rPr sz="1300" spc="10" dirty="0">
                <a:latin typeface="Times New Roman"/>
                <a:cs typeface="Times New Roman"/>
              </a:rPr>
              <a:t> </a:t>
            </a:r>
            <a:r>
              <a:rPr sz="1300" spc="5" dirty="0">
                <a:latin typeface="Times New Roman"/>
                <a:cs typeface="Times New Roman"/>
              </a:rPr>
              <a:t>by</a:t>
            </a:r>
            <a:r>
              <a:rPr sz="1300" spc="-95" dirty="0">
                <a:latin typeface="Times New Roman"/>
                <a:cs typeface="Times New Roman"/>
              </a:rPr>
              <a:t> </a:t>
            </a:r>
            <a:r>
              <a:rPr sz="1300" spc="-5" dirty="0">
                <a:latin typeface="Times New Roman"/>
                <a:cs typeface="Times New Roman"/>
              </a:rPr>
              <a:t>AICTE,</a:t>
            </a:r>
            <a:r>
              <a:rPr sz="1300" spc="-60" dirty="0">
                <a:latin typeface="Times New Roman"/>
                <a:cs typeface="Times New Roman"/>
              </a:rPr>
              <a:t> </a:t>
            </a:r>
            <a:r>
              <a:rPr sz="1300" spc="-5" dirty="0">
                <a:latin typeface="Times New Roman"/>
                <a:cs typeface="Times New Roman"/>
              </a:rPr>
              <a:t>Affiliated</a:t>
            </a:r>
            <a:r>
              <a:rPr sz="1300" dirty="0">
                <a:latin typeface="Times New Roman"/>
                <a:cs typeface="Times New Roman"/>
              </a:rPr>
              <a:t> </a:t>
            </a:r>
            <a:r>
              <a:rPr sz="1300" spc="-5" dirty="0">
                <a:latin typeface="Times New Roman"/>
                <a:cs typeface="Times New Roman"/>
              </a:rPr>
              <a:t>to</a:t>
            </a:r>
            <a:r>
              <a:rPr sz="1300" spc="5" dirty="0">
                <a:latin typeface="Times New Roman"/>
                <a:cs typeface="Times New Roman"/>
              </a:rPr>
              <a:t> </a:t>
            </a:r>
            <a:r>
              <a:rPr sz="1300" spc="-5" dirty="0">
                <a:latin typeface="Times New Roman"/>
                <a:cs typeface="Times New Roman"/>
              </a:rPr>
              <a:t>JNTUA</a:t>
            </a:r>
            <a:r>
              <a:rPr sz="1300" spc="-145" dirty="0">
                <a:latin typeface="Times New Roman"/>
                <a:cs typeface="Times New Roman"/>
              </a:rPr>
              <a:t> </a:t>
            </a:r>
            <a:r>
              <a:rPr sz="1300" spc="-5" dirty="0">
                <a:latin typeface="Times New Roman"/>
                <a:cs typeface="Times New Roman"/>
              </a:rPr>
              <a:t>Anantapuramu,</a:t>
            </a:r>
            <a:endParaRPr sz="1300" dirty="0">
              <a:latin typeface="Times New Roman"/>
              <a:cs typeface="Times New Roman"/>
            </a:endParaRPr>
          </a:p>
          <a:p>
            <a:pPr algn="ctr">
              <a:lnSpc>
                <a:spcPct val="100000"/>
              </a:lnSpc>
              <a:spcBef>
                <a:spcPts val="35"/>
              </a:spcBef>
            </a:pPr>
            <a:r>
              <a:rPr sz="1300" spc="-5" dirty="0">
                <a:latin typeface="Times New Roman"/>
                <a:cs typeface="Times New Roman"/>
              </a:rPr>
              <a:t>NH-5</a:t>
            </a:r>
            <a:r>
              <a:rPr sz="1300" dirty="0">
                <a:latin typeface="Times New Roman"/>
                <a:cs typeface="Times New Roman"/>
              </a:rPr>
              <a:t> </a:t>
            </a:r>
            <a:r>
              <a:rPr sz="1300" spc="-5" dirty="0">
                <a:latin typeface="Times New Roman"/>
                <a:cs typeface="Times New Roman"/>
              </a:rPr>
              <a:t>Bypass</a:t>
            </a:r>
            <a:r>
              <a:rPr sz="1300" spc="5" dirty="0">
                <a:latin typeface="Times New Roman"/>
                <a:cs typeface="Times New Roman"/>
              </a:rPr>
              <a:t> </a:t>
            </a:r>
            <a:r>
              <a:rPr sz="1300" spc="-5" dirty="0">
                <a:latin typeface="Times New Roman"/>
                <a:cs typeface="Times New Roman"/>
              </a:rPr>
              <a:t>Road,</a:t>
            </a:r>
            <a:r>
              <a:rPr sz="1300" spc="5" dirty="0">
                <a:latin typeface="Times New Roman"/>
                <a:cs typeface="Times New Roman"/>
              </a:rPr>
              <a:t> </a:t>
            </a:r>
            <a:r>
              <a:rPr sz="1300" spc="-5" dirty="0">
                <a:latin typeface="Times New Roman"/>
                <a:cs typeface="Times New Roman"/>
              </a:rPr>
              <a:t>Gudur</a:t>
            </a:r>
            <a:r>
              <a:rPr sz="1300" spc="10" dirty="0">
                <a:latin typeface="Times New Roman"/>
                <a:cs typeface="Times New Roman"/>
              </a:rPr>
              <a:t> </a:t>
            </a:r>
            <a:r>
              <a:rPr sz="1300" spc="-5" dirty="0">
                <a:latin typeface="Times New Roman"/>
                <a:cs typeface="Times New Roman"/>
              </a:rPr>
              <a:t>–</a:t>
            </a:r>
            <a:r>
              <a:rPr sz="1300" spc="5" dirty="0">
                <a:latin typeface="Times New Roman"/>
                <a:cs typeface="Times New Roman"/>
              </a:rPr>
              <a:t> </a:t>
            </a:r>
            <a:r>
              <a:rPr sz="1300" spc="-5" dirty="0">
                <a:latin typeface="Times New Roman"/>
                <a:cs typeface="Times New Roman"/>
              </a:rPr>
              <a:t>524101,</a:t>
            </a:r>
            <a:r>
              <a:rPr sz="1300" spc="15" dirty="0">
                <a:latin typeface="Times New Roman"/>
                <a:cs typeface="Times New Roman"/>
              </a:rPr>
              <a:t> </a:t>
            </a:r>
            <a:r>
              <a:rPr sz="1300" spc="-10" dirty="0">
                <a:latin typeface="Times New Roman"/>
                <a:cs typeface="Times New Roman"/>
              </a:rPr>
              <a:t>Tirupati</a:t>
            </a:r>
            <a:r>
              <a:rPr sz="1300" dirty="0">
                <a:latin typeface="Times New Roman"/>
                <a:cs typeface="Times New Roman"/>
              </a:rPr>
              <a:t> </a:t>
            </a:r>
            <a:r>
              <a:rPr sz="1300" spc="-5" dirty="0">
                <a:latin typeface="Times New Roman"/>
                <a:cs typeface="Times New Roman"/>
              </a:rPr>
              <a:t>(DT),</a:t>
            </a:r>
            <a:r>
              <a:rPr sz="1300" spc="-70" dirty="0">
                <a:latin typeface="Times New Roman"/>
                <a:cs typeface="Times New Roman"/>
              </a:rPr>
              <a:t> </a:t>
            </a:r>
            <a:r>
              <a:rPr sz="1300" spc="-5" dirty="0">
                <a:latin typeface="Times New Roman"/>
                <a:cs typeface="Times New Roman"/>
              </a:rPr>
              <a:t>Andhra</a:t>
            </a:r>
            <a:r>
              <a:rPr sz="1300" dirty="0">
                <a:latin typeface="Times New Roman"/>
                <a:cs typeface="Times New Roman"/>
              </a:rPr>
              <a:t> Pradesh.</a:t>
            </a:r>
          </a:p>
          <a:p>
            <a:pPr>
              <a:lnSpc>
                <a:spcPct val="100000"/>
              </a:lnSpc>
              <a:spcBef>
                <a:spcPts val="20"/>
              </a:spcBef>
            </a:pPr>
            <a:endParaRPr sz="1400" dirty="0">
              <a:latin typeface="Times New Roman"/>
              <a:cs typeface="Times New Roman"/>
            </a:endParaRPr>
          </a:p>
          <a:p>
            <a:pPr algn="ctr">
              <a:lnSpc>
                <a:spcPct val="100000"/>
              </a:lnSpc>
            </a:pPr>
            <a:r>
              <a:rPr sz="1400" b="1" spc="-5" dirty="0">
                <a:latin typeface="Times New Roman"/>
                <a:cs typeface="Times New Roman"/>
              </a:rPr>
              <a:t>Department</a:t>
            </a:r>
            <a:r>
              <a:rPr sz="1400" b="1" spc="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5" dirty="0">
                <a:latin typeface="Times New Roman"/>
                <a:cs typeface="Times New Roman"/>
              </a:rPr>
              <a:t>Computer</a:t>
            </a:r>
            <a:r>
              <a:rPr sz="1400" b="1" spc="-10" dirty="0">
                <a:latin typeface="Times New Roman"/>
                <a:cs typeface="Times New Roman"/>
              </a:rPr>
              <a:t> </a:t>
            </a:r>
            <a:r>
              <a:rPr sz="1400" b="1" spc="-5" dirty="0">
                <a:latin typeface="Times New Roman"/>
                <a:cs typeface="Times New Roman"/>
              </a:rPr>
              <a:t>Science </a:t>
            </a:r>
            <a:r>
              <a:rPr sz="1400" b="1"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Engineering</a:t>
            </a:r>
            <a:r>
              <a:rPr lang="en-US" sz="1400" b="1" spc="-5" dirty="0">
                <a:latin typeface="Times New Roman"/>
                <a:cs typeface="Times New Roman"/>
              </a:rPr>
              <a:t> (DS)</a:t>
            </a:r>
            <a:endParaRPr sz="1400" dirty="0">
              <a:latin typeface="Times New Roman"/>
              <a:cs typeface="Times New Roman"/>
            </a:endParaRPr>
          </a:p>
        </p:txBody>
      </p:sp>
      <p:sp>
        <p:nvSpPr>
          <p:cNvPr id="3" name="object 3"/>
          <p:cNvSpPr txBox="1"/>
          <p:nvPr/>
        </p:nvSpPr>
        <p:spPr>
          <a:xfrm>
            <a:off x="563679" y="3648125"/>
            <a:ext cx="6706234" cy="1646797"/>
          </a:xfrm>
          <a:prstGeom prst="rect">
            <a:avLst/>
          </a:prstGeom>
        </p:spPr>
        <p:txBody>
          <a:bodyPr vert="horz" wrap="square" lIns="0" tIns="12700" rIns="0" bIns="0" rtlCol="0">
            <a:spAutoFit/>
          </a:bodyPr>
          <a:lstStyle/>
          <a:p>
            <a:pPr marL="2800985">
              <a:lnSpc>
                <a:spcPct val="100000"/>
              </a:lnSpc>
              <a:spcBef>
                <a:spcPts val="100"/>
              </a:spcBef>
            </a:pPr>
            <a:r>
              <a:rPr sz="1400" spc="-25" dirty="0">
                <a:latin typeface="Times New Roman"/>
                <a:cs typeface="Times New Roman"/>
              </a:rPr>
              <a:t>CERTIFICATE</a:t>
            </a:r>
            <a:endParaRPr sz="1400" dirty="0">
              <a:latin typeface="Times New Roman"/>
              <a:cs typeface="Times New Roman"/>
            </a:endParaRPr>
          </a:p>
          <a:p>
            <a:pPr marL="18415" marR="5080" indent="-6350">
              <a:lnSpc>
                <a:spcPct val="142500"/>
              </a:lnSpc>
              <a:spcBef>
                <a:spcPts val="955"/>
              </a:spcBef>
            </a:pPr>
            <a:r>
              <a:rPr lang="en-US" sz="1200" spc="-5" dirty="0">
                <a:latin typeface="Times New Roman"/>
                <a:cs typeface="Times New Roman"/>
              </a:rPr>
              <a:t>              </a:t>
            </a:r>
            <a:r>
              <a:rPr sz="1200" spc="-5" dirty="0">
                <a:latin typeface="Times New Roman"/>
                <a:cs typeface="Times New Roman"/>
              </a:rPr>
              <a:t>This</a:t>
            </a:r>
            <a:r>
              <a:rPr sz="1200" spc="100" dirty="0">
                <a:latin typeface="Times New Roman"/>
                <a:cs typeface="Times New Roman"/>
              </a:rPr>
              <a:t> </a:t>
            </a:r>
            <a:r>
              <a:rPr sz="1200" spc="-5" dirty="0">
                <a:latin typeface="Times New Roman"/>
                <a:cs typeface="Times New Roman"/>
              </a:rPr>
              <a:t>is</a:t>
            </a:r>
            <a:r>
              <a:rPr sz="1200" spc="100" dirty="0">
                <a:latin typeface="Times New Roman"/>
                <a:cs typeface="Times New Roman"/>
              </a:rPr>
              <a:t> </a:t>
            </a:r>
            <a:r>
              <a:rPr sz="1200" spc="-5" dirty="0">
                <a:latin typeface="Times New Roman"/>
                <a:cs typeface="Times New Roman"/>
              </a:rPr>
              <a:t>to</a:t>
            </a:r>
            <a:r>
              <a:rPr sz="1200" spc="100" dirty="0">
                <a:latin typeface="Times New Roman"/>
                <a:cs typeface="Times New Roman"/>
              </a:rPr>
              <a:t> </a:t>
            </a:r>
            <a:r>
              <a:rPr sz="1200" dirty="0">
                <a:latin typeface="Times New Roman"/>
                <a:cs typeface="Times New Roman"/>
              </a:rPr>
              <a:t>certify</a:t>
            </a:r>
            <a:r>
              <a:rPr sz="1200" spc="70" dirty="0">
                <a:latin typeface="Times New Roman"/>
                <a:cs typeface="Times New Roman"/>
              </a:rPr>
              <a:t> </a:t>
            </a:r>
            <a:r>
              <a:rPr sz="1200" spc="-5" dirty="0">
                <a:latin typeface="Times New Roman"/>
                <a:cs typeface="Times New Roman"/>
              </a:rPr>
              <a:t>that</a:t>
            </a:r>
            <a:r>
              <a:rPr sz="1200" spc="120" dirty="0">
                <a:latin typeface="Times New Roman"/>
                <a:cs typeface="Times New Roman"/>
              </a:rPr>
              <a:t> </a:t>
            </a:r>
            <a:r>
              <a:rPr sz="1200" spc="-5" dirty="0">
                <a:latin typeface="Times New Roman"/>
                <a:cs typeface="Times New Roman"/>
              </a:rPr>
              <a:t>the</a:t>
            </a:r>
            <a:r>
              <a:rPr sz="1200" spc="95" dirty="0">
                <a:latin typeface="Times New Roman"/>
                <a:cs typeface="Times New Roman"/>
              </a:rPr>
              <a:t> </a:t>
            </a:r>
            <a:r>
              <a:rPr sz="1200" dirty="0">
                <a:latin typeface="Times New Roman"/>
                <a:cs typeface="Times New Roman"/>
              </a:rPr>
              <a:t>Community</a:t>
            </a:r>
            <a:r>
              <a:rPr sz="1200" spc="80" dirty="0">
                <a:latin typeface="Times New Roman"/>
                <a:cs typeface="Times New Roman"/>
              </a:rPr>
              <a:t> </a:t>
            </a:r>
            <a:r>
              <a:rPr sz="1200" spc="-5" dirty="0">
                <a:latin typeface="Times New Roman"/>
                <a:cs typeface="Times New Roman"/>
              </a:rPr>
              <a:t>Internship</a:t>
            </a:r>
            <a:r>
              <a:rPr sz="1200" spc="105" dirty="0">
                <a:latin typeface="Times New Roman"/>
                <a:cs typeface="Times New Roman"/>
              </a:rPr>
              <a:t> </a:t>
            </a:r>
            <a:r>
              <a:rPr sz="1200" spc="-5" dirty="0">
                <a:latin typeface="Times New Roman"/>
                <a:cs typeface="Times New Roman"/>
              </a:rPr>
              <a:t>Project</a:t>
            </a:r>
            <a:r>
              <a:rPr sz="1200" spc="95" dirty="0">
                <a:latin typeface="Times New Roman"/>
                <a:cs typeface="Times New Roman"/>
              </a:rPr>
              <a:t> </a:t>
            </a:r>
            <a:r>
              <a:rPr sz="1200" spc="-5" dirty="0">
                <a:latin typeface="Times New Roman"/>
                <a:cs typeface="Times New Roman"/>
              </a:rPr>
              <a:t>entitled</a:t>
            </a:r>
            <a:r>
              <a:rPr sz="1200" spc="125" dirty="0">
                <a:latin typeface="Times New Roman"/>
                <a:cs typeface="Times New Roman"/>
              </a:rPr>
              <a:t> </a:t>
            </a:r>
            <a:r>
              <a:rPr lang="en-US" sz="1200" b="1" spc="-5" dirty="0">
                <a:solidFill>
                  <a:srgbClr val="FF0000"/>
                </a:solidFill>
                <a:latin typeface="Times New Roman"/>
                <a:cs typeface="Times New Roman"/>
              </a:rPr>
              <a:t>DIGITAL REHABILITATION CENTERS</a:t>
            </a:r>
            <a:r>
              <a:rPr sz="1200" b="1" spc="25" dirty="0">
                <a:solidFill>
                  <a:srgbClr val="FF0000"/>
                </a:solidFill>
                <a:latin typeface="Times New Roman"/>
                <a:cs typeface="Times New Roman"/>
              </a:rPr>
              <a:t> </a:t>
            </a:r>
            <a:r>
              <a:rPr sz="1200" spc="-5" dirty="0">
                <a:solidFill>
                  <a:srgbClr val="0D0D0D"/>
                </a:solidFill>
                <a:latin typeface="Times New Roman"/>
                <a:cs typeface="Times New Roman"/>
              </a:rPr>
              <a:t>is</a:t>
            </a:r>
            <a:r>
              <a:rPr sz="1200" spc="5" dirty="0">
                <a:solidFill>
                  <a:srgbClr val="0D0D0D"/>
                </a:solidFill>
                <a:latin typeface="Times New Roman"/>
                <a:cs typeface="Times New Roman"/>
              </a:rPr>
              <a:t> </a:t>
            </a:r>
            <a:r>
              <a:rPr sz="1200" spc="-5" dirty="0">
                <a:solidFill>
                  <a:srgbClr val="0D0D0D"/>
                </a:solidFill>
                <a:latin typeface="Times New Roman"/>
                <a:cs typeface="Times New Roman"/>
              </a:rPr>
              <a:t>the</a:t>
            </a:r>
            <a:r>
              <a:rPr sz="1200" dirty="0">
                <a:solidFill>
                  <a:srgbClr val="0D0D0D"/>
                </a:solidFill>
                <a:latin typeface="Times New Roman"/>
                <a:cs typeface="Times New Roman"/>
              </a:rPr>
              <a:t> </a:t>
            </a:r>
            <a:r>
              <a:rPr sz="1200" spc="-5" dirty="0">
                <a:solidFill>
                  <a:srgbClr val="0D0D0D"/>
                </a:solidFill>
                <a:latin typeface="Times New Roman"/>
                <a:cs typeface="Times New Roman"/>
              </a:rPr>
              <a:t>bonafide  work</a:t>
            </a:r>
            <a:r>
              <a:rPr sz="1200" spc="10" dirty="0">
                <a:solidFill>
                  <a:srgbClr val="0D0D0D"/>
                </a:solidFill>
                <a:latin typeface="Times New Roman"/>
                <a:cs typeface="Times New Roman"/>
              </a:rPr>
              <a:t> </a:t>
            </a:r>
            <a:r>
              <a:rPr sz="1200" spc="-5" dirty="0">
                <a:solidFill>
                  <a:srgbClr val="0D0D0D"/>
                </a:solidFill>
                <a:latin typeface="Times New Roman"/>
                <a:cs typeface="Times New Roman"/>
              </a:rPr>
              <a:t>done</a:t>
            </a:r>
            <a:r>
              <a:rPr sz="1200" dirty="0">
                <a:solidFill>
                  <a:srgbClr val="0D0D0D"/>
                </a:solidFill>
                <a:latin typeface="Times New Roman"/>
                <a:cs typeface="Times New Roman"/>
              </a:rPr>
              <a:t> </a:t>
            </a:r>
            <a:r>
              <a:rPr sz="1200" spc="-5" dirty="0">
                <a:solidFill>
                  <a:srgbClr val="0D0D0D"/>
                </a:solidFill>
                <a:latin typeface="Times New Roman"/>
                <a:cs typeface="Times New Roman"/>
              </a:rPr>
              <a:t>by</a:t>
            </a:r>
            <a:r>
              <a:rPr lang="en-US" sz="1200" spc="-5" dirty="0">
                <a:solidFill>
                  <a:srgbClr val="0D0D0D"/>
                </a:solidFill>
                <a:latin typeface="Times New Roman"/>
                <a:cs typeface="Times New Roman"/>
              </a:rPr>
              <a:t> </a:t>
            </a:r>
            <a:r>
              <a:rPr sz="1200" b="1" spc="-5" dirty="0">
                <a:solidFill>
                  <a:srgbClr val="0D0D0D"/>
                </a:solidFill>
                <a:latin typeface="Times New Roman"/>
                <a:cs typeface="Times New Roman"/>
              </a:rPr>
              <a:t>ALAMPOOR</a:t>
            </a:r>
            <a:r>
              <a:rPr sz="1200" b="1" spc="254" dirty="0">
                <a:solidFill>
                  <a:srgbClr val="0D0D0D"/>
                </a:solidFill>
                <a:latin typeface="Times New Roman"/>
                <a:cs typeface="Times New Roman"/>
              </a:rPr>
              <a:t> </a:t>
            </a:r>
            <a:r>
              <a:rPr sz="1200" b="1" spc="-5" dirty="0">
                <a:solidFill>
                  <a:srgbClr val="0D0D0D"/>
                </a:solidFill>
                <a:latin typeface="Times New Roman"/>
                <a:cs typeface="Times New Roman"/>
              </a:rPr>
              <a:t>THARUN</a:t>
            </a:r>
            <a:r>
              <a:rPr sz="1200" b="1" dirty="0">
                <a:solidFill>
                  <a:srgbClr val="0D0D0D"/>
                </a:solidFill>
                <a:latin typeface="Times New Roman"/>
                <a:cs typeface="Times New Roman"/>
              </a:rPr>
              <a:t> </a:t>
            </a:r>
            <a:r>
              <a:rPr sz="1200" b="1" spc="-5" dirty="0">
                <a:solidFill>
                  <a:srgbClr val="0D0D0D"/>
                </a:solidFill>
                <a:latin typeface="Times New Roman"/>
                <a:cs typeface="Times New Roman"/>
              </a:rPr>
              <a:t>SINGH</a:t>
            </a:r>
            <a:r>
              <a:rPr lang="en-US" sz="1200" b="1" spc="-5" dirty="0">
                <a:solidFill>
                  <a:srgbClr val="0D0D0D"/>
                </a:solidFill>
                <a:latin typeface="Times New Roman"/>
                <a:cs typeface="Times New Roman"/>
              </a:rPr>
              <a:t>  </a:t>
            </a:r>
            <a:r>
              <a:rPr sz="1200" spc="-5" dirty="0">
                <a:solidFill>
                  <a:srgbClr val="0D0D0D"/>
                </a:solidFill>
                <a:latin typeface="Times New Roman"/>
                <a:cs typeface="Times New Roman"/>
              </a:rPr>
              <a:t>in</a:t>
            </a:r>
            <a:r>
              <a:rPr sz="1200" dirty="0">
                <a:solidFill>
                  <a:srgbClr val="0D0D0D"/>
                </a:solidFill>
                <a:latin typeface="Times New Roman"/>
                <a:cs typeface="Times New Roman"/>
              </a:rPr>
              <a:t> </a:t>
            </a:r>
            <a:r>
              <a:rPr sz="1200" spc="-5" dirty="0">
                <a:solidFill>
                  <a:srgbClr val="0D0D0D"/>
                </a:solidFill>
                <a:latin typeface="Times New Roman"/>
                <a:cs typeface="Times New Roman"/>
              </a:rPr>
              <a:t>a</a:t>
            </a:r>
            <a:r>
              <a:rPr sz="1200" spc="285" dirty="0">
                <a:solidFill>
                  <a:srgbClr val="0D0D0D"/>
                </a:solidFill>
                <a:latin typeface="Times New Roman"/>
                <a:cs typeface="Times New Roman"/>
              </a:rPr>
              <a:t> </a:t>
            </a:r>
            <a:r>
              <a:rPr sz="1200" spc="-5" dirty="0">
                <a:solidFill>
                  <a:srgbClr val="0D0D0D"/>
                </a:solidFill>
                <a:latin typeface="Times New Roman"/>
                <a:cs typeface="Times New Roman"/>
              </a:rPr>
              <a:t>partial </a:t>
            </a:r>
            <a:r>
              <a:rPr sz="1200" dirty="0">
                <a:solidFill>
                  <a:srgbClr val="0D0D0D"/>
                </a:solidFill>
                <a:latin typeface="Times New Roman"/>
                <a:cs typeface="Times New Roman"/>
              </a:rPr>
              <a:t> </a:t>
            </a:r>
            <a:r>
              <a:rPr sz="1200" spc="-5" dirty="0">
                <a:solidFill>
                  <a:srgbClr val="0D0D0D"/>
                </a:solidFill>
                <a:latin typeface="Times New Roman"/>
                <a:cs typeface="Times New Roman"/>
              </a:rPr>
              <a:t>fulfillment</a:t>
            </a:r>
            <a:r>
              <a:rPr sz="1200" spc="280" dirty="0">
                <a:solidFill>
                  <a:srgbClr val="0D0D0D"/>
                </a:solidFill>
                <a:latin typeface="Times New Roman"/>
                <a:cs typeface="Times New Roman"/>
              </a:rPr>
              <a:t> </a:t>
            </a:r>
            <a:r>
              <a:rPr sz="1200" spc="-5" dirty="0">
                <a:solidFill>
                  <a:srgbClr val="0D0D0D"/>
                </a:solidFill>
                <a:latin typeface="Times New Roman"/>
                <a:cs typeface="Times New Roman"/>
              </a:rPr>
              <a:t>of</a:t>
            </a:r>
            <a:r>
              <a:rPr sz="1200" spc="280" dirty="0">
                <a:solidFill>
                  <a:srgbClr val="0D0D0D"/>
                </a:solidFill>
                <a:latin typeface="Times New Roman"/>
                <a:cs typeface="Times New Roman"/>
              </a:rPr>
              <a:t> </a:t>
            </a:r>
            <a:r>
              <a:rPr sz="1200" spc="-5" dirty="0">
                <a:solidFill>
                  <a:srgbClr val="0D0D0D"/>
                </a:solidFill>
                <a:latin typeface="Times New Roman"/>
                <a:cs typeface="Times New Roman"/>
              </a:rPr>
              <a:t>the</a:t>
            </a:r>
            <a:r>
              <a:rPr sz="1200" spc="280" dirty="0">
                <a:solidFill>
                  <a:srgbClr val="0D0D0D"/>
                </a:solidFill>
                <a:latin typeface="Times New Roman"/>
                <a:cs typeface="Times New Roman"/>
              </a:rPr>
              <a:t> </a:t>
            </a:r>
            <a:r>
              <a:rPr sz="1200" spc="-5" dirty="0">
                <a:solidFill>
                  <a:srgbClr val="0D0D0D"/>
                </a:solidFill>
                <a:latin typeface="Times New Roman"/>
                <a:cs typeface="Times New Roman"/>
              </a:rPr>
              <a:t>requirements</a:t>
            </a:r>
            <a:r>
              <a:rPr sz="1200" spc="285" dirty="0">
                <a:solidFill>
                  <a:srgbClr val="0D0D0D"/>
                </a:solidFill>
                <a:latin typeface="Times New Roman"/>
                <a:cs typeface="Times New Roman"/>
              </a:rPr>
              <a:t> </a:t>
            </a:r>
            <a:r>
              <a:rPr sz="1200" spc="-5" dirty="0">
                <a:solidFill>
                  <a:srgbClr val="0D0D0D"/>
                </a:solidFill>
                <a:latin typeface="Times New Roman"/>
                <a:cs typeface="Times New Roman"/>
              </a:rPr>
              <a:t>for</a:t>
            </a:r>
            <a:r>
              <a:rPr sz="1200" spc="275" dirty="0">
                <a:solidFill>
                  <a:srgbClr val="0D0D0D"/>
                </a:solidFill>
                <a:latin typeface="Times New Roman"/>
                <a:cs typeface="Times New Roman"/>
              </a:rPr>
              <a:t> </a:t>
            </a:r>
            <a:r>
              <a:rPr sz="1200" spc="-5" dirty="0">
                <a:solidFill>
                  <a:srgbClr val="0D0D0D"/>
                </a:solidFill>
                <a:latin typeface="Times New Roman"/>
                <a:cs typeface="Times New Roman"/>
              </a:rPr>
              <a:t>the</a:t>
            </a:r>
            <a:r>
              <a:rPr sz="1200" spc="285" dirty="0">
                <a:solidFill>
                  <a:srgbClr val="0D0D0D"/>
                </a:solidFill>
                <a:latin typeface="Times New Roman"/>
                <a:cs typeface="Times New Roman"/>
              </a:rPr>
              <a:t> </a:t>
            </a:r>
            <a:r>
              <a:rPr sz="1200" spc="-5" dirty="0">
                <a:solidFill>
                  <a:srgbClr val="0D0D0D"/>
                </a:solidFill>
                <a:latin typeface="Times New Roman"/>
                <a:cs typeface="Times New Roman"/>
              </a:rPr>
              <a:t>award</a:t>
            </a:r>
            <a:r>
              <a:rPr sz="1200" spc="280" dirty="0">
                <a:solidFill>
                  <a:srgbClr val="0D0D0D"/>
                </a:solidFill>
                <a:latin typeface="Times New Roman"/>
                <a:cs typeface="Times New Roman"/>
              </a:rPr>
              <a:t> </a:t>
            </a:r>
            <a:r>
              <a:rPr sz="1200" dirty="0">
                <a:solidFill>
                  <a:srgbClr val="0D0D0D"/>
                </a:solidFill>
                <a:latin typeface="Times New Roman"/>
                <a:cs typeface="Times New Roman"/>
              </a:rPr>
              <a:t>of</a:t>
            </a:r>
            <a:r>
              <a:rPr sz="1200" spc="275" dirty="0">
                <a:solidFill>
                  <a:srgbClr val="0D0D0D"/>
                </a:solidFill>
                <a:latin typeface="Times New Roman"/>
                <a:cs typeface="Times New Roman"/>
              </a:rPr>
              <a:t> </a:t>
            </a:r>
            <a:r>
              <a:rPr sz="1200" spc="-5" dirty="0">
                <a:solidFill>
                  <a:srgbClr val="0D0D0D"/>
                </a:solidFill>
                <a:latin typeface="Times New Roman"/>
                <a:cs typeface="Times New Roman"/>
              </a:rPr>
              <a:t>the</a:t>
            </a:r>
            <a:r>
              <a:rPr sz="1200" spc="285" dirty="0">
                <a:solidFill>
                  <a:srgbClr val="0D0D0D"/>
                </a:solidFill>
                <a:latin typeface="Times New Roman"/>
                <a:cs typeface="Times New Roman"/>
              </a:rPr>
              <a:t> </a:t>
            </a:r>
            <a:r>
              <a:rPr sz="1200" spc="-5" dirty="0">
                <a:solidFill>
                  <a:srgbClr val="0D0D0D"/>
                </a:solidFill>
                <a:latin typeface="Times New Roman"/>
                <a:cs typeface="Times New Roman"/>
              </a:rPr>
              <a:t>degree</a:t>
            </a:r>
            <a:r>
              <a:rPr sz="1200" spc="280" dirty="0">
                <a:solidFill>
                  <a:srgbClr val="0D0D0D"/>
                </a:solidFill>
                <a:latin typeface="Times New Roman"/>
                <a:cs typeface="Times New Roman"/>
              </a:rPr>
              <a:t> </a:t>
            </a:r>
            <a:r>
              <a:rPr sz="1200" spc="-5" dirty="0">
                <a:solidFill>
                  <a:srgbClr val="0D0D0D"/>
                </a:solidFill>
                <a:latin typeface="Times New Roman"/>
                <a:cs typeface="Times New Roman"/>
              </a:rPr>
              <a:t>of</a:t>
            </a:r>
            <a:r>
              <a:rPr sz="1200" spc="20" dirty="0">
                <a:solidFill>
                  <a:srgbClr val="0D0D0D"/>
                </a:solidFill>
                <a:latin typeface="Times New Roman"/>
                <a:cs typeface="Times New Roman"/>
              </a:rPr>
              <a:t> </a:t>
            </a:r>
            <a:r>
              <a:rPr sz="1200" b="1" dirty="0">
                <a:solidFill>
                  <a:srgbClr val="FF0000"/>
                </a:solidFill>
                <a:latin typeface="Times New Roman"/>
                <a:cs typeface="Times New Roman"/>
              </a:rPr>
              <a:t>BACHELOR</a:t>
            </a:r>
            <a:r>
              <a:rPr sz="1200" b="1" spc="290" dirty="0">
                <a:solidFill>
                  <a:srgbClr val="FF0000"/>
                </a:solidFill>
                <a:latin typeface="Times New Roman"/>
                <a:cs typeface="Times New Roman"/>
              </a:rPr>
              <a:t> </a:t>
            </a:r>
            <a:r>
              <a:rPr sz="1200" b="1" spc="-5" dirty="0">
                <a:solidFill>
                  <a:srgbClr val="FF0000"/>
                </a:solidFill>
                <a:latin typeface="Times New Roman"/>
                <a:cs typeface="Times New Roman"/>
              </a:rPr>
              <a:t>OF</a:t>
            </a:r>
            <a:r>
              <a:rPr sz="1200" b="1" spc="195" dirty="0">
                <a:solidFill>
                  <a:srgbClr val="FF0000"/>
                </a:solidFill>
                <a:latin typeface="Times New Roman"/>
                <a:cs typeface="Times New Roman"/>
              </a:rPr>
              <a:t> </a:t>
            </a:r>
            <a:r>
              <a:rPr sz="1200" b="1" spc="-5" dirty="0">
                <a:solidFill>
                  <a:srgbClr val="FF0000"/>
                </a:solidFill>
                <a:latin typeface="Times New Roman"/>
                <a:cs typeface="Times New Roman"/>
              </a:rPr>
              <a:t>TECHNOLOGY</a:t>
            </a:r>
            <a:r>
              <a:rPr sz="1200" b="1" spc="285" dirty="0">
                <a:solidFill>
                  <a:srgbClr val="FF0000"/>
                </a:solidFill>
                <a:latin typeface="Times New Roman"/>
                <a:cs typeface="Times New Roman"/>
              </a:rPr>
              <a:t> </a:t>
            </a:r>
            <a:r>
              <a:rPr sz="1200" spc="-5" dirty="0">
                <a:solidFill>
                  <a:srgbClr val="0D0D0D"/>
                </a:solidFill>
                <a:latin typeface="Times New Roman"/>
                <a:cs typeface="Times New Roman"/>
              </a:rPr>
              <a:t>in </a:t>
            </a:r>
            <a:r>
              <a:rPr sz="1200" spc="-285" dirty="0">
                <a:solidFill>
                  <a:srgbClr val="0D0D0D"/>
                </a:solidFill>
                <a:latin typeface="Times New Roman"/>
                <a:cs typeface="Times New Roman"/>
              </a:rPr>
              <a:t> </a:t>
            </a:r>
            <a:r>
              <a:rPr sz="1200" b="1" spc="-5" dirty="0">
                <a:solidFill>
                  <a:srgbClr val="FF0000"/>
                </a:solidFill>
                <a:latin typeface="Times New Roman"/>
                <a:cs typeface="Times New Roman"/>
              </a:rPr>
              <a:t>COMPUTER</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SCIENCE AND</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ENGINEERING</a:t>
            </a:r>
            <a:r>
              <a:rPr lang="en-US" sz="1200" b="1" spc="-5" dirty="0">
                <a:solidFill>
                  <a:srgbClr val="FF0000"/>
                </a:solidFill>
                <a:latin typeface="Times New Roman"/>
                <a:cs typeface="Times New Roman"/>
              </a:rPr>
              <a:t> (DATA SCIENCE)</a:t>
            </a:r>
            <a:r>
              <a:rPr sz="1200" b="1" spc="-5" dirty="0">
                <a:solidFill>
                  <a:srgbClr val="FF0000"/>
                </a:solidFill>
                <a:latin typeface="Times New Roman"/>
                <a:cs typeface="Times New Roman"/>
              </a:rPr>
              <a:t>,</a:t>
            </a:r>
            <a:r>
              <a:rPr sz="1200" b="1" dirty="0">
                <a:solidFill>
                  <a:srgbClr val="FF0000"/>
                </a:solidFill>
                <a:latin typeface="Times New Roman"/>
                <a:cs typeface="Times New Roman"/>
              </a:rPr>
              <a:t> </a:t>
            </a:r>
            <a:r>
              <a:rPr sz="1200" spc="-5" dirty="0">
                <a:solidFill>
                  <a:srgbClr val="0D0D0D"/>
                </a:solidFill>
                <a:latin typeface="Times New Roman"/>
                <a:cs typeface="Times New Roman"/>
              </a:rPr>
              <a:t>from</a:t>
            </a:r>
            <a:r>
              <a:rPr sz="1200" dirty="0">
                <a:solidFill>
                  <a:srgbClr val="0D0D0D"/>
                </a:solidFill>
                <a:latin typeface="Times New Roman"/>
                <a:cs typeface="Times New Roman"/>
              </a:rPr>
              <a:t> </a:t>
            </a:r>
            <a:r>
              <a:rPr sz="1200" spc="-5" dirty="0">
                <a:solidFill>
                  <a:srgbClr val="0D0D0D"/>
                </a:solidFill>
                <a:latin typeface="Times New Roman"/>
                <a:cs typeface="Times New Roman"/>
              </a:rPr>
              <a:t>the</a:t>
            </a:r>
            <a:r>
              <a:rPr sz="1200" dirty="0">
                <a:solidFill>
                  <a:srgbClr val="0D0D0D"/>
                </a:solidFill>
                <a:latin typeface="Times New Roman"/>
                <a:cs typeface="Times New Roman"/>
              </a:rPr>
              <a:t> </a:t>
            </a:r>
            <a:r>
              <a:rPr sz="1200" spc="-5" dirty="0">
                <a:solidFill>
                  <a:srgbClr val="0D0D0D"/>
                </a:solidFill>
                <a:latin typeface="Times New Roman"/>
                <a:cs typeface="Times New Roman"/>
              </a:rPr>
              <a:t>Jawaharlal</a:t>
            </a:r>
            <a:r>
              <a:rPr sz="1200" dirty="0">
                <a:solidFill>
                  <a:srgbClr val="0D0D0D"/>
                </a:solidFill>
                <a:latin typeface="Times New Roman"/>
                <a:cs typeface="Times New Roman"/>
              </a:rPr>
              <a:t> </a:t>
            </a:r>
            <a:r>
              <a:rPr sz="1200" spc="-5" dirty="0">
                <a:solidFill>
                  <a:srgbClr val="0D0D0D"/>
                </a:solidFill>
                <a:latin typeface="Times New Roman"/>
                <a:cs typeface="Times New Roman"/>
              </a:rPr>
              <a:t>Nehru</a:t>
            </a:r>
            <a:r>
              <a:rPr sz="1200" dirty="0">
                <a:solidFill>
                  <a:srgbClr val="0D0D0D"/>
                </a:solidFill>
                <a:latin typeface="Times New Roman"/>
                <a:cs typeface="Times New Roman"/>
              </a:rPr>
              <a:t> </a:t>
            </a:r>
            <a:r>
              <a:rPr sz="1200" spc="-10" dirty="0">
                <a:solidFill>
                  <a:srgbClr val="0D0D0D"/>
                </a:solidFill>
                <a:latin typeface="Times New Roman"/>
                <a:cs typeface="Times New Roman"/>
              </a:rPr>
              <a:t>Technological</a:t>
            </a:r>
            <a:r>
              <a:rPr sz="1200" spc="-5" dirty="0">
                <a:solidFill>
                  <a:srgbClr val="0D0D0D"/>
                </a:solidFill>
                <a:latin typeface="Times New Roman"/>
                <a:cs typeface="Times New Roman"/>
              </a:rPr>
              <a:t> </a:t>
            </a:r>
            <a:r>
              <a:rPr sz="1200" dirty="0">
                <a:solidFill>
                  <a:srgbClr val="0D0D0D"/>
                </a:solidFill>
                <a:latin typeface="Times New Roman"/>
                <a:cs typeface="Times New Roman"/>
              </a:rPr>
              <a:t>University </a:t>
            </a:r>
            <a:r>
              <a:rPr sz="1200" spc="-285" dirty="0">
                <a:solidFill>
                  <a:srgbClr val="0D0D0D"/>
                </a:solidFill>
                <a:latin typeface="Times New Roman"/>
                <a:cs typeface="Times New Roman"/>
              </a:rPr>
              <a:t> </a:t>
            </a:r>
            <a:r>
              <a:rPr sz="1200" spc="-5" dirty="0">
                <a:solidFill>
                  <a:srgbClr val="0D0D0D"/>
                </a:solidFill>
                <a:latin typeface="Times New Roman"/>
                <a:cs typeface="Times New Roman"/>
              </a:rPr>
              <a:t>Anantapuramu, </a:t>
            </a:r>
            <a:r>
              <a:rPr sz="1200" dirty="0">
                <a:solidFill>
                  <a:srgbClr val="0D0D0D"/>
                </a:solidFill>
                <a:latin typeface="Times New Roman"/>
                <a:cs typeface="Times New Roman"/>
              </a:rPr>
              <a:t>during</a:t>
            </a:r>
            <a:r>
              <a:rPr sz="1200" spc="-15" dirty="0">
                <a:solidFill>
                  <a:srgbClr val="0D0D0D"/>
                </a:solidFill>
                <a:latin typeface="Times New Roman"/>
                <a:cs typeface="Times New Roman"/>
              </a:rPr>
              <a:t> </a:t>
            </a:r>
            <a:r>
              <a:rPr sz="1200" dirty="0">
                <a:solidFill>
                  <a:srgbClr val="0D0D0D"/>
                </a:solidFill>
                <a:latin typeface="Times New Roman"/>
                <a:cs typeface="Times New Roman"/>
              </a:rPr>
              <a:t>the</a:t>
            </a:r>
            <a:r>
              <a:rPr sz="1200" spc="5" dirty="0">
                <a:solidFill>
                  <a:srgbClr val="0D0D0D"/>
                </a:solidFill>
                <a:latin typeface="Times New Roman"/>
                <a:cs typeface="Times New Roman"/>
              </a:rPr>
              <a:t> </a:t>
            </a:r>
            <a:r>
              <a:rPr sz="1200" spc="-10" dirty="0">
                <a:solidFill>
                  <a:srgbClr val="0D0D0D"/>
                </a:solidFill>
                <a:latin typeface="Times New Roman"/>
                <a:cs typeface="Times New Roman"/>
              </a:rPr>
              <a:t>year</a:t>
            </a:r>
            <a:r>
              <a:rPr sz="1200" dirty="0">
                <a:solidFill>
                  <a:srgbClr val="0D0D0D"/>
                </a:solidFill>
                <a:latin typeface="Times New Roman"/>
                <a:cs typeface="Times New Roman"/>
              </a:rPr>
              <a:t> of </a:t>
            </a:r>
            <a:r>
              <a:rPr sz="1200" spc="-5" dirty="0">
                <a:solidFill>
                  <a:srgbClr val="0D0D0D"/>
                </a:solidFill>
                <a:latin typeface="Times New Roman"/>
                <a:cs typeface="Times New Roman"/>
              </a:rPr>
              <a:t>2022-2026</a:t>
            </a:r>
            <a:endParaRPr sz="120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3473009651"/>
              </p:ext>
            </p:extLst>
          </p:nvPr>
        </p:nvGraphicFramePr>
        <p:xfrm>
          <a:off x="563679" y="7181851"/>
          <a:ext cx="6706235" cy="926748"/>
        </p:xfrm>
        <a:graphic>
          <a:graphicData uri="http://schemas.openxmlformats.org/drawingml/2006/table">
            <a:tbl>
              <a:tblPr firstRow="1" bandRow="1">
                <a:tableStyleId>{2D5ABB26-0587-4C30-8999-92F81FD0307C}</a:tableStyleId>
              </a:tblPr>
              <a:tblGrid>
                <a:gridCol w="2390254">
                  <a:extLst>
                    <a:ext uri="{9D8B030D-6E8A-4147-A177-3AD203B41FA5}">
                      <a16:colId xmlns:a16="http://schemas.microsoft.com/office/drawing/2014/main" val="20000"/>
                    </a:ext>
                  </a:extLst>
                </a:gridCol>
                <a:gridCol w="2571964">
                  <a:extLst>
                    <a:ext uri="{9D8B030D-6E8A-4147-A177-3AD203B41FA5}">
                      <a16:colId xmlns:a16="http://schemas.microsoft.com/office/drawing/2014/main" val="20001"/>
                    </a:ext>
                  </a:extLst>
                </a:gridCol>
                <a:gridCol w="1744017">
                  <a:extLst>
                    <a:ext uri="{9D8B030D-6E8A-4147-A177-3AD203B41FA5}">
                      <a16:colId xmlns:a16="http://schemas.microsoft.com/office/drawing/2014/main" val="20002"/>
                    </a:ext>
                  </a:extLst>
                </a:gridCol>
              </a:tblGrid>
              <a:tr h="182348">
                <a:tc>
                  <a:txBody>
                    <a:bodyPr/>
                    <a:lstStyle/>
                    <a:p>
                      <a:pPr marL="31750">
                        <a:lnSpc>
                          <a:spcPts val="1290"/>
                        </a:lnSpc>
                      </a:pPr>
                      <a:r>
                        <a:rPr lang="en-US" sz="1200" b="1" spc="-5" dirty="0">
                          <a:latin typeface="Times New Roman"/>
                          <a:cs typeface="Times New Roman"/>
                        </a:rPr>
                        <a:t>    </a:t>
                      </a:r>
                      <a:r>
                        <a:rPr sz="1200" b="1" spc="-5" dirty="0">
                          <a:latin typeface="Times New Roman"/>
                          <a:cs typeface="Times New Roman"/>
                        </a:rPr>
                        <a:t>Supervisor</a:t>
                      </a:r>
                      <a:endParaRPr sz="1200" dirty="0">
                        <a:latin typeface="Times New Roman"/>
                        <a:cs typeface="Times New Roman"/>
                      </a:endParaRPr>
                    </a:p>
                  </a:txBody>
                  <a:tcPr marL="0" marR="0" marT="0" marB="0"/>
                </a:tc>
                <a:tc>
                  <a:txBody>
                    <a:bodyPr/>
                    <a:lstStyle/>
                    <a:p>
                      <a:pPr marL="233679">
                        <a:lnSpc>
                          <a:spcPts val="1290"/>
                        </a:lnSpc>
                      </a:pPr>
                      <a:r>
                        <a:rPr sz="1200" b="1" spc="-5" dirty="0">
                          <a:latin typeface="Times New Roman"/>
                          <a:cs typeface="Times New Roman"/>
                        </a:rPr>
                        <a:t>Head</a:t>
                      </a:r>
                      <a:r>
                        <a:rPr sz="1200" b="1" spc="-10" dirty="0">
                          <a:latin typeface="Times New Roman"/>
                          <a:cs typeface="Times New Roman"/>
                        </a:rPr>
                        <a:t> </a:t>
                      </a:r>
                      <a:r>
                        <a:rPr sz="1200" b="1" spc="-5" dirty="0">
                          <a:latin typeface="Times New Roman"/>
                          <a:cs typeface="Times New Roman"/>
                        </a:rPr>
                        <a:t>of</a:t>
                      </a:r>
                      <a:r>
                        <a:rPr sz="1200" b="1" dirty="0">
                          <a:latin typeface="Times New Roman"/>
                          <a:cs typeface="Times New Roman"/>
                        </a:rPr>
                        <a:t> </a:t>
                      </a:r>
                      <a:r>
                        <a:rPr sz="1200" b="1" spc="-10" dirty="0">
                          <a:latin typeface="Times New Roman"/>
                          <a:cs typeface="Times New Roman"/>
                        </a:rPr>
                        <a:t>the</a:t>
                      </a:r>
                      <a:r>
                        <a:rPr sz="1200" b="1" spc="-15" dirty="0">
                          <a:latin typeface="Times New Roman"/>
                          <a:cs typeface="Times New Roman"/>
                        </a:rPr>
                        <a:t> </a:t>
                      </a:r>
                      <a:r>
                        <a:rPr sz="1200" b="1" spc="-5" dirty="0">
                          <a:latin typeface="Times New Roman"/>
                          <a:cs typeface="Times New Roman"/>
                        </a:rPr>
                        <a:t>Department</a:t>
                      </a:r>
                      <a:endParaRPr sz="1200">
                        <a:latin typeface="Times New Roman"/>
                        <a:cs typeface="Times New Roman"/>
                      </a:endParaRPr>
                    </a:p>
                  </a:txBody>
                  <a:tcPr marL="0" marR="0" marT="0" marB="0"/>
                </a:tc>
                <a:tc>
                  <a:txBody>
                    <a:bodyPr/>
                    <a:lstStyle/>
                    <a:p>
                      <a:pPr marL="223520">
                        <a:lnSpc>
                          <a:spcPts val="1290"/>
                        </a:lnSpc>
                      </a:pPr>
                      <a:r>
                        <a:rPr sz="1200" b="1" dirty="0">
                          <a:latin typeface="Times New Roman"/>
                          <a:cs typeface="Times New Roman"/>
                        </a:rPr>
                        <a:t>Dean</a:t>
                      </a:r>
                      <a:r>
                        <a:rPr sz="1200" b="1" spc="-70" dirty="0">
                          <a:latin typeface="Times New Roman"/>
                          <a:cs typeface="Times New Roman"/>
                        </a:rPr>
                        <a:t> </a:t>
                      </a:r>
                      <a:r>
                        <a:rPr sz="1200" b="1" dirty="0">
                          <a:latin typeface="Times New Roman"/>
                          <a:cs typeface="Times New Roman"/>
                        </a:rPr>
                        <a:t>A</a:t>
                      </a:r>
                      <a:r>
                        <a:rPr sz="1200" b="1" spc="-5" dirty="0">
                          <a:latin typeface="Times New Roman"/>
                          <a:cs typeface="Times New Roman"/>
                        </a:rPr>
                        <a:t>c</a:t>
                      </a:r>
                      <a:r>
                        <a:rPr sz="1200" b="1" dirty="0">
                          <a:latin typeface="Times New Roman"/>
                          <a:cs typeface="Times New Roman"/>
                        </a:rPr>
                        <a:t>a</a:t>
                      </a:r>
                      <a:r>
                        <a:rPr sz="1200" b="1" spc="5" dirty="0">
                          <a:latin typeface="Times New Roman"/>
                          <a:cs typeface="Times New Roman"/>
                        </a:rPr>
                        <a:t>de</a:t>
                      </a:r>
                      <a:r>
                        <a:rPr sz="1200" b="1" spc="-15" dirty="0">
                          <a:latin typeface="Times New Roman"/>
                          <a:cs typeface="Times New Roman"/>
                        </a:rPr>
                        <a:t>m</a:t>
                      </a:r>
                      <a:r>
                        <a:rPr sz="1200" b="1" spc="10" dirty="0">
                          <a:latin typeface="Times New Roman"/>
                          <a:cs typeface="Times New Roman"/>
                        </a:rPr>
                        <a:t>i</a:t>
                      </a:r>
                      <a:r>
                        <a:rPr sz="1200" b="1" spc="-5" dirty="0">
                          <a:latin typeface="Times New Roman"/>
                          <a:cs typeface="Times New Roman"/>
                        </a:rPr>
                        <a:t>c</a:t>
                      </a:r>
                      <a:r>
                        <a:rPr sz="1200" b="1" dirty="0">
                          <a:latin typeface="Times New Roman"/>
                          <a:cs typeface="Times New Roman"/>
                        </a:rPr>
                        <a:t>s</a:t>
                      </a:r>
                      <a:endParaRPr sz="1200">
                        <a:latin typeface="Times New Roman"/>
                        <a:cs typeface="Times New Roman"/>
                      </a:endParaRPr>
                    </a:p>
                  </a:txBody>
                  <a:tcPr marL="0" marR="0" marT="0" marB="0"/>
                </a:tc>
                <a:extLst>
                  <a:ext uri="{0D108BD9-81ED-4DB2-BD59-A6C34878D82A}">
                    <a16:rowId xmlns:a16="http://schemas.microsoft.com/office/drawing/2014/main" val="10000"/>
                  </a:ext>
                </a:extLst>
              </a:tr>
              <a:tr h="182348">
                <a:tc>
                  <a:txBody>
                    <a:bodyPr/>
                    <a:lstStyle/>
                    <a:p>
                      <a:pPr marL="31750">
                        <a:lnSpc>
                          <a:spcPts val="1290"/>
                        </a:lnSpc>
                      </a:pPr>
                      <a:r>
                        <a:rPr lang="en-US" sz="1200" spc="-5" dirty="0">
                          <a:latin typeface="Times New Roman"/>
                          <a:cs typeface="Times New Roman"/>
                        </a:rPr>
                        <a:t>    </a:t>
                      </a:r>
                      <a:r>
                        <a:rPr lang="en-US" sz="1200" spc="-5" dirty="0" err="1">
                          <a:latin typeface="Times New Roman"/>
                          <a:cs typeface="Times New Roman"/>
                        </a:rPr>
                        <a:t>Dr.</a:t>
                      </a:r>
                      <a:r>
                        <a:rPr lang="en-US" sz="1200" spc="-45" dirty="0" err="1">
                          <a:latin typeface="Times New Roman"/>
                          <a:cs typeface="Times New Roman"/>
                        </a:rPr>
                        <a:t>S.V.PADMAVATHI</a:t>
                      </a:r>
                      <a:r>
                        <a:rPr lang="en-US" sz="1200" spc="-45" dirty="0">
                          <a:latin typeface="Times New Roman"/>
                          <a:cs typeface="Times New Roman"/>
                        </a:rPr>
                        <a:t> DEVI</a:t>
                      </a:r>
                      <a:r>
                        <a:rPr sz="1200" spc="-5" dirty="0">
                          <a:latin typeface="Times New Roman"/>
                          <a:cs typeface="Times New Roman"/>
                        </a:rPr>
                        <a:t>(</a:t>
                      </a:r>
                      <a:r>
                        <a:rPr sz="1200" spc="-5" dirty="0" err="1">
                          <a:latin typeface="Times New Roman"/>
                          <a:cs typeface="Times New Roman"/>
                        </a:rPr>
                        <a:t>Ph</a:t>
                      </a:r>
                      <a:r>
                        <a:rPr lang="en-US" sz="1200" spc="-5" dirty="0" err="1">
                          <a:latin typeface="Times New Roman"/>
                          <a:cs typeface="Times New Roman"/>
                        </a:rPr>
                        <a:t>.d</a:t>
                      </a:r>
                      <a:r>
                        <a:rPr sz="1200" spc="-5" dirty="0">
                          <a:latin typeface="Times New Roman"/>
                          <a:cs typeface="Times New Roman"/>
                        </a:rPr>
                        <a:t>),</a:t>
                      </a:r>
                      <a:endParaRPr sz="1200" dirty="0">
                        <a:latin typeface="Times New Roman"/>
                        <a:cs typeface="Times New Roman"/>
                      </a:endParaRPr>
                    </a:p>
                  </a:txBody>
                  <a:tcPr marL="0" marR="0" marT="0" marB="0"/>
                </a:tc>
                <a:tc>
                  <a:txBody>
                    <a:bodyPr/>
                    <a:lstStyle/>
                    <a:p>
                      <a:pPr marL="228600">
                        <a:lnSpc>
                          <a:spcPts val="1290"/>
                        </a:lnSpc>
                      </a:pPr>
                      <a:r>
                        <a:rPr lang="en-US" sz="1200" spc="-5" dirty="0">
                          <a:latin typeface="Times New Roman"/>
                          <a:cs typeface="Times New Roman"/>
                        </a:rPr>
                        <a:t>Mr.</a:t>
                      </a:r>
                      <a:r>
                        <a:rPr sz="1200" spc="-20" dirty="0">
                          <a:latin typeface="Times New Roman"/>
                          <a:cs typeface="Times New Roman"/>
                        </a:rPr>
                        <a:t> </a:t>
                      </a:r>
                      <a:r>
                        <a:rPr sz="1200" spc="-30" dirty="0" err="1">
                          <a:latin typeface="Times New Roman"/>
                          <a:cs typeface="Times New Roman"/>
                        </a:rPr>
                        <a:t>P.V.R.K.MURTY,M.Tech</a:t>
                      </a:r>
                      <a:r>
                        <a:rPr lang="en-US" sz="1200" spc="-30" dirty="0" err="1">
                          <a:latin typeface="Times New Roman"/>
                          <a:cs typeface="Times New Roman"/>
                        </a:rPr>
                        <a:t>,Ph.D</a:t>
                      </a:r>
                      <a:r>
                        <a:rPr sz="1200" spc="-30" dirty="0">
                          <a:latin typeface="Times New Roman"/>
                          <a:cs typeface="Times New Roman"/>
                        </a:rPr>
                        <a:t>.,</a:t>
                      </a:r>
                      <a:endParaRPr sz="1200" dirty="0">
                        <a:latin typeface="Times New Roman"/>
                        <a:cs typeface="Times New Roman"/>
                      </a:endParaRPr>
                    </a:p>
                  </a:txBody>
                  <a:tcPr marL="0" marR="0" marT="0" marB="0"/>
                </a:tc>
                <a:tc>
                  <a:txBody>
                    <a:bodyPr/>
                    <a:lstStyle/>
                    <a:p>
                      <a:pPr marL="141605">
                        <a:lnSpc>
                          <a:spcPts val="1290"/>
                        </a:lnSpc>
                      </a:pPr>
                      <a:r>
                        <a:rPr lang="en-US" sz="1200" spc="-5" dirty="0">
                          <a:latin typeface="Times New Roman"/>
                          <a:cs typeface="Times New Roman"/>
                        </a:rPr>
                        <a:t>  </a:t>
                      </a:r>
                      <a:r>
                        <a:rPr sz="1200" spc="-5" dirty="0">
                          <a:latin typeface="Times New Roman"/>
                          <a:cs typeface="Times New Roman"/>
                        </a:rPr>
                        <a:t>Dr</a:t>
                      </a:r>
                      <a:r>
                        <a:rPr lang="en-US" sz="1200" spc="-5" dirty="0">
                          <a:latin typeface="Times New Roman"/>
                          <a:cs typeface="Times New Roman"/>
                        </a:rPr>
                        <a:t>.</a:t>
                      </a:r>
                      <a:r>
                        <a:rPr sz="1200" spc="-30" dirty="0">
                          <a:latin typeface="Times New Roman"/>
                          <a:cs typeface="Times New Roman"/>
                        </a:rPr>
                        <a:t> </a:t>
                      </a:r>
                      <a:r>
                        <a:rPr sz="1200" spc="-5" dirty="0" err="1">
                          <a:latin typeface="Times New Roman"/>
                          <a:cs typeface="Times New Roman"/>
                        </a:rPr>
                        <a:t>M.RAJAIAH,Ph.D</a:t>
                      </a:r>
                      <a:r>
                        <a:rPr sz="1200" spc="-5" dirty="0">
                          <a:latin typeface="Times New Roman"/>
                          <a:cs typeface="Times New Roman"/>
                        </a:rPr>
                        <a:t>.,</a:t>
                      </a:r>
                      <a:endParaRPr sz="1200" dirty="0">
                        <a:latin typeface="Times New Roman"/>
                        <a:cs typeface="Times New Roman"/>
                      </a:endParaRPr>
                    </a:p>
                  </a:txBody>
                  <a:tcPr marL="0" marR="0" marT="0" marB="0"/>
                </a:tc>
                <a:extLst>
                  <a:ext uri="{0D108BD9-81ED-4DB2-BD59-A6C34878D82A}">
                    <a16:rowId xmlns:a16="http://schemas.microsoft.com/office/drawing/2014/main" val="10001"/>
                  </a:ext>
                </a:extLst>
              </a:tr>
              <a:tr h="195222">
                <a:tc gridSpan="3">
                  <a:txBody>
                    <a:bodyPr/>
                    <a:lstStyle/>
                    <a:p>
                      <a:pPr marL="31750">
                        <a:lnSpc>
                          <a:spcPts val="1360"/>
                        </a:lnSpc>
                        <a:spcBef>
                          <a:spcPts val="30"/>
                        </a:spcBef>
                        <a:tabLst>
                          <a:tab pos="2442210" algn="l"/>
                        </a:tabLst>
                      </a:pPr>
                      <a:r>
                        <a:rPr lang="en-US" sz="1200" spc="15" dirty="0">
                          <a:latin typeface="Times New Roman"/>
                          <a:cs typeface="Times New Roman"/>
                        </a:rPr>
                        <a:t>    Associate </a:t>
                      </a:r>
                      <a:r>
                        <a:rPr sz="1200" spc="-10" dirty="0">
                          <a:latin typeface="Times New Roman"/>
                          <a:cs typeface="Times New Roman"/>
                        </a:rPr>
                        <a:t>Professor,	</a:t>
                      </a:r>
                      <a:r>
                        <a:rPr lang="en-US" sz="1200" spc="-10" dirty="0">
                          <a:latin typeface="Times New Roman"/>
                          <a:cs typeface="Times New Roman"/>
                        </a:rPr>
                        <a:t>     </a:t>
                      </a:r>
                      <a:r>
                        <a:rPr sz="1200" spc="-5" dirty="0">
                          <a:latin typeface="Times New Roman"/>
                          <a:cs typeface="Times New Roman"/>
                        </a:rPr>
                        <a:t>Associate</a:t>
                      </a:r>
                      <a:r>
                        <a:rPr sz="1200" spc="5" dirty="0">
                          <a:latin typeface="Times New Roman"/>
                          <a:cs typeface="Times New Roman"/>
                        </a:rPr>
                        <a:t> </a:t>
                      </a:r>
                      <a:r>
                        <a:rPr sz="1200" spc="-10" dirty="0">
                          <a:latin typeface="Times New Roman"/>
                          <a:cs typeface="Times New Roman"/>
                        </a:rPr>
                        <a:t>Professor,</a:t>
                      </a:r>
                      <a:r>
                        <a:rPr sz="1200" spc="-5" dirty="0">
                          <a:latin typeface="Times New Roman"/>
                          <a:cs typeface="Times New Roman"/>
                        </a:rPr>
                        <a:t> </a:t>
                      </a:r>
                      <a:r>
                        <a:rPr lang="en-US" sz="1200" spc="-5" dirty="0">
                          <a:latin typeface="Times New Roman"/>
                          <a:cs typeface="Times New Roman"/>
                        </a:rPr>
                        <a:t>                                   </a:t>
                      </a:r>
                      <a:r>
                        <a:rPr sz="1200" spc="-5" dirty="0">
                          <a:latin typeface="Times New Roman"/>
                          <a:cs typeface="Times New Roman"/>
                        </a:rPr>
                        <a:t>Department</a:t>
                      </a:r>
                      <a:r>
                        <a:rPr sz="120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CSE,</a:t>
                      </a:r>
                      <a:endParaRPr sz="1200" dirty="0">
                        <a:latin typeface="Times New Roman"/>
                        <a:cs typeface="Times New Roman"/>
                      </a:endParaRPr>
                    </a:p>
                  </a:txBody>
                  <a:tcPr marL="0" marR="0" marT="381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187826">
                <a:tc>
                  <a:txBody>
                    <a:bodyPr/>
                    <a:lstStyle/>
                    <a:p>
                      <a:pPr marL="37465">
                        <a:lnSpc>
                          <a:spcPts val="1265"/>
                        </a:lnSpc>
                      </a:pPr>
                      <a:r>
                        <a:rPr lang="en-US" sz="1200" spc="-5" dirty="0">
                          <a:latin typeface="Times New Roman"/>
                          <a:cs typeface="Times New Roman"/>
                        </a:rPr>
                        <a:t>    </a:t>
                      </a:r>
                      <a:r>
                        <a:rPr sz="1200" spc="-5" dirty="0">
                          <a:latin typeface="Times New Roman"/>
                          <a:cs typeface="Times New Roman"/>
                        </a:rPr>
                        <a:t>Department</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C</a:t>
                      </a:r>
                      <a:r>
                        <a:rPr lang="en-US" sz="1200" spc="-5" dirty="0">
                          <a:latin typeface="Times New Roman"/>
                          <a:cs typeface="Times New Roman"/>
                        </a:rPr>
                        <a:t>AI</a:t>
                      </a:r>
                      <a:r>
                        <a:rPr sz="1200" spc="-5" dirty="0">
                          <a:latin typeface="Times New Roman"/>
                          <a:cs typeface="Times New Roman"/>
                        </a:rPr>
                        <a:t>,</a:t>
                      </a:r>
                      <a:endParaRPr sz="1200" dirty="0">
                        <a:latin typeface="Times New Roman"/>
                        <a:cs typeface="Times New Roman"/>
                      </a:endParaRPr>
                    </a:p>
                  </a:txBody>
                  <a:tcPr marL="0" marR="0" marT="0" marB="0"/>
                </a:tc>
                <a:tc>
                  <a:txBody>
                    <a:bodyPr/>
                    <a:lstStyle/>
                    <a:p>
                      <a:pPr marL="238760">
                        <a:lnSpc>
                          <a:spcPts val="1265"/>
                        </a:lnSpc>
                      </a:pPr>
                      <a:r>
                        <a:rPr sz="1200" spc="-5" dirty="0">
                          <a:latin typeface="Times New Roman"/>
                          <a:cs typeface="Times New Roman"/>
                        </a:rPr>
                        <a:t>Department</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CSD,</a:t>
                      </a:r>
                      <a:endParaRPr sz="1200" dirty="0">
                        <a:latin typeface="Times New Roman"/>
                        <a:cs typeface="Times New Roman"/>
                      </a:endParaRPr>
                    </a:p>
                  </a:txBody>
                  <a:tcPr marL="0" marR="0" marT="0" marB="0"/>
                </a:tc>
                <a:tc>
                  <a:txBody>
                    <a:bodyPr/>
                    <a:lstStyle/>
                    <a:p>
                      <a:pPr marL="125730">
                        <a:lnSpc>
                          <a:spcPts val="1265"/>
                        </a:lnSpc>
                      </a:pPr>
                      <a:r>
                        <a:rPr lang="en-US" sz="1200" spc="-20" dirty="0">
                          <a:latin typeface="Times New Roman"/>
                          <a:cs typeface="Times New Roman"/>
                        </a:rPr>
                        <a:t>   </a:t>
                      </a:r>
                      <a:r>
                        <a:rPr sz="1200" spc="-20" dirty="0">
                          <a:latin typeface="Times New Roman"/>
                          <a:cs typeface="Times New Roman"/>
                        </a:rPr>
                        <a:t>A</a:t>
                      </a:r>
                      <a:r>
                        <a:rPr lang="en-US" sz="1200" spc="-20" dirty="0">
                          <a:latin typeface="Times New Roman"/>
                          <a:cs typeface="Times New Roman"/>
                        </a:rPr>
                        <a:t>SC</a:t>
                      </a:r>
                      <a:r>
                        <a:rPr sz="1200" spc="-20" dirty="0">
                          <a:latin typeface="Times New Roman"/>
                          <a:cs typeface="Times New Roman"/>
                        </a:rPr>
                        <a:t>ET,</a:t>
                      </a:r>
                      <a:r>
                        <a:rPr sz="1200" spc="-25" dirty="0">
                          <a:latin typeface="Times New Roman"/>
                          <a:cs typeface="Times New Roman"/>
                        </a:rPr>
                        <a:t> </a:t>
                      </a:r>
                      <a:r>
                        <a:rPr sz="1200" spc="-5" dirty="0">
                          <a:latin typeface="Times New Roman"/>
                          <a:cs typeface="Times New Roman"/>
                        </a:rPr>
                        <a:t>GUDUR.</a:t>
                      </a:r>
                      <a:endParaRPr sz="1200" dirty="0">
                        <a:latin typeface="Times New Roman"/>
                        <a:cs typeface="Times New Roman"/>
                      </a:endParaRPr>
                    </a:p>
                  </a:txBody>
                  <a:tcPr marL="0" marR="0" marT="0" marB="0"/>
                </a:tc>
                <a:extLst>
                  <a:ext uri="{0D108BD9-81ED-4DB2-BD59-A6C34878D82A}">
                    <a16:rowId xmlns:a16="http://schemas.microsoft.com/office/drawing/2014/main" val="10003"/>
                  </a:ext>
                </a:extLst>
              </a:tr>
              <a:tr h="179004">
                <a:tc>
                  <a:txBody>
                    <a:bodyPr/>
                    <a:lstStyle/>
                    <a:p>
                      <a:pPr marL="31750">
                        <a:lnSpc>
                          <a:spcPts val="1265"/>
                        </a:lnSpc>
                      </a:pPr>
                      <a:r>
                        <a:rPr lang="en-US" sz="1200" spc="-5" dirty="0">
                          <a:latin typeface="Times New Roman"/>
                          <a:cs typeface="Times New Roman"/>
                        </a:rPr>
                        <a:t>    </a:t>
                      </a:r>
                      <a:r>
                        <a:rPr sz="1200" spc="-5" dirty="0">
                          <a:latin typeface="Times New Roman"/>
                          <a:cs typeface="Times New Roman"/>
                        </a:rPr>
                        <a:t>A</a:t>
                      </a:r>
                      <a:r>
                        <a:rPr lang="en-US" sz="1200" spc="-5" dirty="0">
                          <a:latin typeface="Times New Roman"/>
                          <a:cs typeface="Times New Roman"/>
                        </a:rPr>
                        <a:t>SC</a:t>
                      </a:r>
                      <a:r>
                        <a:rPr sz="1200" spc="-5" dirty="0">
                          <a:latin typeface="Times New Roman"/>
                          <a:cs typeface="Times New Roman"/>
                        </a:rPr>
                        <a:t>ET</a:t>
                      </a:r>
                      <a:r>
                        <a:rPr lang="en-US" sz="1200" spc="-5" dirty="0">
                          <a:latin typeface="Times New Roman"/>
                          <a:cs typeface="Times New Roman"/>
                        </a:rPr>
                        <a:t>,</a:t>
                      </a:r>
                      <a:r>
                        <a:rPr sz="1200" spc="-5" dirty="0">
                          <a:latin typeface="Times New Roman"/>
                          <a:cs typeface="Times New Roman"/>
                        </a:rPr>
                        <a:t>GUDUR.</a:t>
                      </a:r>
                      <a:endParaRPr sz="1200" dirty="0">
                        <a:latin typeface="Times New Roman"/>
                        <a:cs typeface="Times New Roman"/>
                      </a:endParaRPr>
                    </a:p>
                  </a:txBody>
                  <a:tcPr marL="0" marR="0" marT="0" marB="0"/>
                </a:tc>
                <a:tc>
                  <a:txBody>
                    <a:bodyPr/>
                    <a:lstStyle/>
                    <a:p>
                      <a:pPr marL="235585">
                        <a:lnSpc>
                          <a:spcPts val="1265"/>
                        </a:lnSpc>
                      </a:pPr>
                      <a:r>
                        <a:rPr sz="1200" spc="-15" dirty="0">
                          <a:latin typeface="Times New Roman"/>
                          <a:cs typeface="Times New Roman"/>
                        </a:rPr>
                        <a:t>A</a:t>
                      </a:r>
                      <a:r>
                        <a:rPr lang="en-US" sz="1200" spc="-15" dirty="0">
                          <a:latin typeface="Times New Roman"/>
                          <a:cs typeface="Times New Roman"/>
                        </a:rPr>
                        <a:t>SC</a:t>
                      </a:r>
                      <a:r>
                        <a:rPr sz="1200" spc="-15" dirty="0">
                          <a:latin typeface="Times New Roman"/>
                          <a:cs typeface="Times New Roman"/>
                        </a:rPr>
                        <a:t>ET,</a:t>
                      </a:r>
                      <a:r>
                        <a:rPr sz="1200" spc="-35" dirty="0">
                          <a:latin typeface="Times New Roman"/>
                          <a:cs typeface="Times New Roman"/>
                        </a:rPr>
                        <a:t> </a:t>
                      </a:r>
                      <a:r>
                        <a:rPr sz="1200" spc="-5" dirty="0">
                          <a:latin typeface="Times New Roman"/>
                          <a:cs typeface="Times New Roman"/>
                        </a:rPr>
                        <a:t>GUDUR.</a:t>
                      </a:r>
                      <a:endParaRPr sz="1200" dirty="0">
                        <a:latin typeface="Times New Roman"/>
                        <a:cs typeface="Times New Roman"/>
                      </a:endParaRPr>
                    </a:p>
                  </a:txBody>
                  <a:tcPr marL="0" marR="0" marT="0" marB="0"/>
                </a:tc>
                <a:tc>
                  <a:txBody>
                    <a:bodyPr/>
                    <a:lstStyle/>
                    <a:p>
                      <a:pPr>
                        <a:lnSpc>
                          <a:spcPct val="100000"/>
                        </a:lnSpc>
                      </a:pPr>
                      <a:endParaRPr sz="1000" dirty="0">
                        <a:latin typeface="Times New Roman"/>
                        <a:cs typeface="Times New Roman"/>
                      </a:endParaRPr>
                    </a:p>
                  </a:txBody>
                  <a:tcPr marL="0" marR="0" marT="0" marB="0"/>
                </a:tc>
                <a:extLst>
                  <a:ext uri="{0D108BD9-81ED-4DB2-BD59-A6C34878D82A}">
                    <a16:rowId xmlns:a16="http://schemas.microsoft.com/office/drawing/2014/main" val="10004"/>
                  </a:ext>
                </a:extLst>
              </a:tr>
            </a:tbl>
          </a:graphicData>
        </a:graphic>
      </p:graphicFrame>
      <p:pic>
        <p:nvPicPr>
          <p:cNvPr id="5" name="object 5"/>
          <p:cNvPicPr/>
          <p:nvPr/>
        </p:nvPicPr>
        <p:blipFill>
          <a:blip r:embed="rId2" cstate="print"/>
          <a:stretch>
            <a:fillRect/>
          </a:stretch>
        </p:blipFill>
        <p:spPr>
          <a:xfrm>
            <a:off x="3074584" y="2316674"/>
            <a:ext cx="1682744" cy="1314059"/>
          </a:xfrm>
          <a:prstGeom prst="rect">
            <a:avLst/>
          </a:prstGeom>
        </p:spPr>
      </p:pic>
      <p:sp>
        <p:nvSpPr>
          <p:cNvPr id="6" name="object 6"/>
          <p:cNvSpPr txBox="1"/>
          <p:nvPr/>
        </p:nvSpPr>
        <p:spPr>
          <a:xfrm>
            <a:off x="1586688" y="10067745"/>
            <a:ext cx="4745355" cy="180975"/>
          </a:xfrm>
          <a:prstGeom prst="rect">
            <a:avLst/>
          </a:prstGeom>
        </p:spPr>
        <p:txBody>
          <a:bodyPr vert="horz" wrap="square" lIns="0" tIns="0" rIns="0" bIns="0" rtlCol="0">
            <a:spAutoFit/>
          </a:bodyPr>
          <a:lstStyle/>
          <a:p>
            <a:pPr marL="12700">
              <a:lnSpc>
                <a:spcPts val="1300"/>
              </a:lnSpc>
            </a:pPr>
            <a:r>
              <a:rPr sz="1100" spc="-50" dirty="0">
                <a:latin typeface="Times New Roman"/>
                <a:cs typeface="Times New Roman"/>
              </a:rPr>
              <a:t>DEPARTMENT</a:t>
            </a:r>
            <a:r>
              <a:rPr sz="1100" spc="5" dirty="0">
                <a:latin typeface="Times New Roman"/>
                <a:cs typeface="Times New Roman"/>
              </a:rPr>
              <a:t> </a:t>
            </a:r>
            <a:r>
              <a:rPr sz="1100" spc="-65" dirty="0">
                <a:latin typeface="Times New Roman"/>
                <a:cs typeface="Times New Roman"/>
              </a:rPr>
              <a:t>OF</a:t>
            </a:r>
            <a:r>
              <a:rPr sz="1100" spc="5" dirty="0">
                <a:latin typeface="Times New Roman"/>
                <a:cs typeface="Times New Roman"/>
              </a:rPr>
              <a:t> </a:t>
            </a:r>
            <a:r>
              <a:rPr sz="1100" spc="-70" dirty="0">
                <a:latin typeface="Times New Roman"/>
                <a:cs typeface="Times New Roman"/>
              </a:rPr>
              <a:t>COMPUTER</a:t>
            </a:r>
            <a:r>
              <a:rPr sz="1100" spc="5" dirty="0">
                <a:latin typeface="Times New Roman"/>
                <a:cs typeface="Times New Roman"/>
              </a:rPr>
              <a:t> </a:t>
            </a:r>
            <a:r>
              <a:rPr sz="1100" spc="-50" dirty="0">
                <a:latin typeface="Times New Roman"/>
                <a:cs typeface="Times New Roman"/>
              </a:rPr>
              <a:t>SCIENCE</a:t>
            </a:r>
            <a:r>
              <a:rPr sz="1100" spc="10" dirty="0">
                <a:latin typeface="Times New Roman"/>
                <a:cs typeface="Times New Roman"/>
              </a:rPr>
              <a:t> </a:t>
            </a:r>
            <a:r>
              <a:rPr sz="1100" spc="-80" dirty="0">
                <a:latin typeface="Times New Roman"/>
                <a:cs typeface="Times New Roman"/>
              </a:rPr>
              <a:t>AND</a:t>
            </a:r>
            <a:r>
              <a:rPr sz="1100" spc="10" dirty="0">
                <a:latin typeface="Times New Roman"/>
                <a:cs typeface="Times New Roman"/>
              </a:rPr>
              <a:t> </a:t>
            </a:r>
            <a:r>
              <a:rPr sz="1100" spc="-55" dirty="0">
                <a:latin typeface="Times New Roman"/>
                <a:cs typeface="Times New Roman"/>
              </a:rPr>
              <a:t>ENGINEERING</a:t>
            </a:r>
            <a:r>
              <a:rPr sz="1100" spc="-5" dirty="0">
                <a:latin typeface="Times New Roman"/>
                <a:cs typeface="Times New Roman"/>
              </a:rPr>
              <a:t> </a:t>
            </a:r>
            <a:r>
              <a:rPr sz="1100" spc="5" dirty="0">
                <a:latin typeface="Times New Roman"/>
                <a:cs typeface="Times New Roman"/>
              </a:rPr>
              <a:t>(DATA</a:t>
            </a:r>
            <a:r>
              <a:rPr sz="1100" spc="15" dirty="0">
                <a:latin typeface="Times New Roman"/>
                <a:cs typeface="Times New Roman"/>
              </a:rPr>
              <a:t> </a:t>
            </a:r>
            <a:r>
              <a:rPr sz="1100" spc="-30" dirty="0">
                <a:latin typeface="Times New Roman"/>
                <a:cs typeface="Times New Roman"/>
              </a:rPr>
              <a:t>SCIENCE)</a:t>
            </a:r>
            <a:endParaRPr sz="11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78741" y="1199779"/>
            <a:ext cx="4273550" cy="1004569"/>
          </a:xfrm>
          <a:prstGeom prst="rect">
            <a:avLst/>
          </a:prstGeom>
        </p:spPr>
        <p:txBody>
          <a:bodyPr vert="horz" wrap="square" lIns="0" tIns="12065" rIns="0" bIns="0" rtlCol="0">
            <a:spAutoFit/>
          </a:bodyPr>
          <a:lstStyle/>
          <a:p>
            <a:pPr marL="941069">
              <a:lnSpc>
                <a:spcPct val="100000"/>
              </a:lnSpc>
              <a:spcBef>
                <a:spcPts val="95"/>
              </a:spcBef>
            </a:pPr>
            <a:r>
              <a:rPr sz="1200" spc="-5" dirty="0">
                <a:latin typeface="Times New Roman"/>
                <a:cs typeface="Times New Roman"/>
              </a:rPr>
              <a:t>(A</a:t>
            </a:r>
            <a:r>
              <a:rPr sz="1200" spc="-10" dirty="0">
                <a:latin typeface="Times New Roman"/>
                <a:cs typeface="Times New Roman"/>
              </a:rPr>
              <a:t>c</a:t>
            </a:r>
            <a:r>
              <a:rPr sz="1200" dirty="0">
                <a:latin typeface="Times New Roman"/>
                <a:cs typeface="Times New Roman"/>
              </a:rPr>
              <a:t>c</a:t>
            </a:r>
            <a:r>
              <a:rPr sz="1200" spc="-5" dirty="0">
                <a:latin typeface="Times New Roman"/>
                <a:cs typeface="Times New Roman"/>
              </a:rPr>
              <a:t>r</a:t>
            </a:r>
            <a:r>
              <a:rPr sz="1200" spc="-10" dirty="0">
                <a:latin typeface="Times New Roman"/>
                <a:cs typeface="Times New Roman"/>
              </a:rPr>
              <a:t>e</a:t>
            </a:r>
            <a:r>
              <a:rPr sz="1200" spc="-5" dirty="0">
                <a:latin typeface="Times New Roman"/>
                <a:cs typeface="Times New Roman"/>
              </a:rPr>
              <a:t>di</a:t>
            </a:r>
            <a:r>
              <a:rPr sz="1200" dirty="0">
                <a:latin typeface="Times New Roman"/>
                <a:cs typeface="Times New Roman"/>
              </a:rPr>
              <a:t>t</a:t>
            </a:r>
            <a:r>
              <a:rPr sz="1200" spc="-5" dirty="0">
                <a:latin typeface="Times New Roman"/>
                <a:cs typeface="Times New Roman"/>
              </a:rPr>
              <a:t>ed </a:t>
            </a:r>
            <a:r>
              <a:rPr sz="1200" spc="20" dirty="0">
                <a:latin typeface="Times New Roman"/>
                <a:cs typeface="Times New Roman"/>
              </a:rPr>
              <a:t>b</a:t>
            </a:r>
            <a:r>
              <a:rPr sz="1200" spc="-5" dirty="0">
                <a:latin typeface="Times New Roman"/>
                <a:cs typeface="Times New Roman"/>
              </a:rPr>
              <a:t>y</a:t>
            </a:r>
            <a:r>
              <a:rPr sz="1200" spc="-15" dirty="0">
                <a:latin typeface="Times New Roman"/>
                <a:cs typeface="Times New Roman"/>
              </a:rPr>
              <a:t> </a:t>
            </a:r>
            <a:r>
              <a:rPr sz="1200" spc="-5" dirty="0">
                <a:latin typeface="Times New Roman"/>
                <a:cs typeface="Times New Roman"/>
              </a:rPr>
              <a:t>NBA</a:t>
            </a:r>
            <a:r>
              <a:rPr sz="1200" spc="-75" dirty="0">
                <a:latin typeface="Times New Roman"/>
                <a:cs typeface="Times New Roman"/>
              </a:rPr>
              <a:t> </a:t>
            </a:r>
            <a:r>
              <a:rPr sz="1200" spc="-5" dirty="0">
                <a:latin typeface="Times New Roman"/>
                <a:cs typeface="Times New Roman"/>
              </a:rPr>
              <a:t>&amp;NAAC</a:t>
            </a:r>
            <a:r>
              <a:rPr sz="1200" spc="-60" dirty="0">
                <a:latin typeface="Times New Roman"/>
                <a:cs typeface="Times New Roman"/>
              </a:rPr>
              <a:t> </a:t>
            </a:r>
            <a:r>
              <a:rPr sz="1200" spc="-5" dirty="0">
                <a:latin typeface="Times New Roman"/>
                <a:cs typeface="Times New Roman"/>
              </a:rPr>
              <a:t>A+)</a:t>
            </a:r>
            <a:endParaRPr sz="1200">
              <a:latin typeface="Times New Roman"/>
              <a:cs typeface="Times New Roman"/>
            </a:endParaRPr>
          </a:p>
          <a:p>
            <a:pPr algn="ctr">
              <a:lnSpc>
                <a:spcPct val="100000"/>
              </a:lnSpc>
              <a:spcBef>
                <a:spcPts val="50"/>
              </a:spcBef>
            </a:pPr>
            <a:r>
              <a:rPr sz="1200" spc="-5" dirty="0">
                <a:latin typeface="Times New Roman"/>
                <a:cs typeface="Times New Roman"/>
              </a:rPr>
              <a:t>Approved </a:t>
            </a:r>
            <a:r>
              <a:rPr sz="1200" spc="10" dirty="0">
                <a:latin typeface="Times New Roman"/>
                <a:cs typeface="Times New Roman"/>
              </a:rPr>
              <a:t>by</a:t>
            </a:r>
            <a:r>
              <a:rPr sz="1200" spc="-85" dirty="0">
                <a:latin typeface="Times New Roman"/>
                <a:cs typeface="Times New Roman"/>
              </a:rPr>
              <a:t> </a:t>
            </a:r>
            <a:r>
              <a:rPr sz="1200" spc="-5" dirty="0">
                <a:latin typeface="Times New Roman"/>
                <a:cs typeface="Times New Roman"/>
              </a:rPr>
              <a:t>AICTE,</a:t>
            </a:r>
            <a:r>
              <a:rPr sz="1200" spc="-65" dirty="0">
                <a:latin typeface="Times New Roman"/>
                <a:cs typeface="Times New Roman"/>
              </a:rPr>
              <a:t> </a:t>
            </a:r>
            <a:r>
              <a:rPr sz="1200" spc="-5" dirty="0">
                <a:latin typeface="Times New Roman"/>
                <a:cs typeface="Times New Roman"/>
              </a:rPr>
              <a:t>Affiliated</a:t>
            </a:r>
            <a:r>
              <a:rPr sz="1200" dirty="0">
                <a:latin typeface="Times New Roman"/>
                <a:cs typeface="Times New Roman"/>
              </a:rPr>
              <a:t> </a:t>
            </a:r>
            <a:r>
              <a:rPr sz="1200" spc="-5" dirty="0">
                <a:latin typeface="Times New Roman"/>
                <a:cs typeface="Times New Roman"/>
              </a:rPr>
              <a:t>to</a:t>
            </a:r>
            <a:r>
              <a:rPr sz="1200" dirty="0">
                <a:latin typeface="Times New Roman"/>
                <a:cs typeface="Times New Roman"/>
              </a:rPr>
              <a:t> JNTUA</a:t>
            </a:r>
            <a:r>
              <a:rPr sz="1200" spc="-150" dirty="0">
                <a:latin typeface="Times New Roman"/>
                <a:cs typeface="Times New Roman"/>
              </a:rPr>
              <a:t> </a:t>
            </a:r>
            <a:r>
              <a:rPr sz="1200" spc="-5" dirty="0">
                <a:latin typeface="Times New Roman"/>
                <a:cs typeface="Times New Roman"/>
              </a:rPr>
              <a:t>Anantapuramu,</a:t>
            </a:r>
            <a:endParaRPr sz="1200">
              <a:latin typeface="Times New Roman"/>
              <a:cs typeface="Times New Roman"/>
            </a:endParaRPr>
          </a:p>
          <a:p>
            <a:pPr algn="ctr">
              <a:lnSpc>
                <a:spcPct val="100000"/>
              </a:lnSpc>
              <a:spcBef>
                <a:spcPts val="45"/>
              </a:spcBef>
            </a:pPr>
            <a:r>
              <a:rPr sz="1200" spc="-5" dirty="0">
                <a:latin typeface="Times New Roman"/>
                <a:cs typeface="Times New Roman"/>
              </a:rPr>
              <a:t>NH-5</a:t>
            </a:r>
            <a:r>
              <a:rPr sz="1200" spc="5" dirty="0">
                <a:latin typeface="Times New Roman"/>
                <a:cs typeface="Times New Roman"/>
              </a:rPr>
              <a:t> </a:t>
            </a:r>
            <a:r>
              <a:rPr sz="1200" spc="-5" dirty="0">
                <a:latin typeface="Times New Roman"/>
                <a:cs typeface="Times New Roman"/>
              </a:rPr>
              <a:t>Bypass</a:t>
            </a:r>
            <a:r>
              <a:rPr sz="1200" spc="5" dirty="0">
                <a:latin typeface="Times New Roman"/>
                <a:cs typeface="Times New Roman"/>
              </a:rPr>
              <a:t> </a:t>
            </a:r>
            <a:r>
              <a:rPr sz="1200" spc="-5" dirty="0">
                <a:latin typeface="Times New Roman"/>
                <a:cs typeface="Times New Roman"/>
              </a:rPr>
              <a:t>Road,</a:t>
            </a:r>
            <a:r>
              <a:rPr sz="1200" spc="10" dirty="0">
                <a:latin typeface="Times New Roman"/>
                <a:cs typeface="Times New Roman"/>
              </a:rPr>
              <a:t> </a:t>
            </a:r>
            <a:r>
              <a:rPr sz="1200" dirty="0">
                <a:latin typeface="Times New Roman"/>
                <a:cs typeface="Times New Roman"/>
              </a:rPr>
              <a:t>Gudur</a:t>
            </a:r>
            <a:r>
              <a:rPr sz="1200" spc="10" dirty="0">
                <a:latin typeface="Times New Roman"/>
                <a:cs typeface="Times New Roman"/>
              </a:rPr>
              <a:t> </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524101,</a:t>
            </a:r>
            <a:r>
              <a:rPr sz="1200" spc="5" dirty="0">
                <a:latin typeface="Times New Roman"/>
                <a:cs typeface="Times New Roman"/>
              </a:rPr>
              <a:t> </a:t>
            </a:r>
            <a:r>
              <a:rPr sz="1200" spc="-10" dirty="0">
                <a:latin typeface="Times New Roman"/>
                <a:cs typeface="Times New Roman"/>
              </a:rPr>
              <a:t>Tirupati</a:t>
            </a:r>
            <a:r>
              <a:rPr sz="1200" spc="5" dirty="0">
                <a:latin typeface="Times New Roman"/>
                <a:cs typeface="Times New Roman"/>
              </a:rPr>
              <a:t> </a:t>
            </a:r>
            <a:r>
              <a:rPr sz="1200" spc="-5" dirty="0">
                <a:latin typeface="Times New Roman"/>
                <a:cs typeface="Times New Roman"/>
              </a:rPr>
              <a:t>(DT),</a:t>
            </a:r>
            <a:r>
              <a:rPr sz="1200" spc="-70" dirty="0">
                <a:latin typeface="Times New Roman"/>
                <a:cs typeface="Times New Roman"/>
              </a:rPr>
              <a:t> </a:t>
            </a:r>
            <a:r>
              <a:rPr sz="1200" spc="-5" dirty="0">
                <a:latin typeface="Times New Roman"/>
                <a:cs typeface="Times New Roman"/>
              </a:rPr>
              <a:t>Andhra</a:t>
            </a:r>
            <a:r>
              <a:rPr sz="1200" spc="5" dirty="0">
                <a:latin typeface="Times New Roman"/>
                <a:cs typeface="Times New Roman"/>
              </a:rPr>
              <a:t> </a:t>
            </a:r>
            <a:r>
              <a:rPr sz="1200" spc="-5" dirty="0">
                <a:latin typeface="Times New Roman"/>
                <a:cs typeface="Times New Roman"/>
              </a:rPr>
              <a:t>Pradesh.</a:t>
            </a:r>
            <a:endParaRPr sz="1200">
              <a:latin typeface="Times New Roman"/>
              <a:cs typeface="Times New Roman"/>
            </a:endParaRPr>
          </a:p>
          <a:p>
            <a:pPr>
              <a:lnSpc>
                <a:spcPct val="100000"/>
              </a:lnSpc>
              <a:spcBef>
                <a:spcPts val="5"/>
              </a:spcBef>
            </a:pPr>
            <a:endParaRPr sz="1400">
              <a:latin typeface="Times New Roman"/>
              <a:cs typeface="Times New Roman"/>
            </a:endParaRPr>
          </a:p>
          <a:p>
            <a:pPr algn="ctr">
              <a:lnSpc>
                <a:spcPct val="100000"/>
              </a:lnSpc>
            </a:pPr>
            <a:r>
              <a:rPr sz="1400" b="1" spc="-5" dirty="0">
                <a:latin typeface="Times New Roman"/>
                <a:cs typeface="Times New Roman"/>
              </a:rPr>
              <a:t>Department</a:t>
            </a:r>
            <a:r>
              <a:rPr sz="1400" b="1" spc="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5" dirty="0">
                <a:latin typeface="Times New Roman"/>
                <a:cs typeface="Times New Roman"/>
              </a:rPr>
              <a:t>Computer</a:t>
            </a:r>
            <a:r>
              <a:rPr sz="1400" b="1" spc="-10" dirty="0">
                <a:latin typeface="Times New Roman"/>
                <a:cs typeface="Times New Roman"/>
              </a:rPr>
              <a:t> </a:t>
            </a:r>
            <a:r>
              <a:rPr sz="1400" b="1" spc="-5" dirty="0">
                <a:latin typeface="Times New Roman"/>
                <a:cs typeface="Times New Roman"/>
              </a:rPr>
              <a:t>Science </a:t>
            </a:r>
            <a:r>
              <a:rPr sz="1400" b="1"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Engineering</a:t>
            </a:r>
            <a:endParaRPr sz="1400">
              <a:latin typeface="Times New Roman"/>
              <a:cs typeface="Times New Roman"/>
            </a:endParaRPr>
          </a:p>
        </p:txBody>
      </p:sp>
      <p:sp>
        <p:nvSpPr>
          <p:cNvPr id="3" name="object 3"/>
          <p:cNvSpPr txBox="1"/>
          <p:nvPr/>
        </p:nvSpPr>
        <p:spPr>
          <a:xfrm>
            <a:off x="3282008" y="3994122"/>
            <a:ext cx="12700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D</a:t>
            </a:r>
            <a:r>
              <a:rPr sz="1400" spc="-10" dirty="0">
                <a:latin typeface="Times New Roman"/>
                <a:cs typeface="Times New Roman"/>
              </a:rPr>
              <a:t>E</a:t>
            </a:r>
            <a:r>
              <a:rPr sz="1400" dirty="0">
                <a:latin typeface="Times New Roman"/>
                <a:cs typeface="Times New Roman"/>
              </a:rPr>
              <a:t>CLAR</a:t>
            </a:r>
            <a:r>
              <a:rPr sz="1400" spc="-160" dirty="0">
                <a:latin typeface="Times New Roman"/>
                <a:cs typeface="Times New Roman"/>
              </a:rPr>
              <a:t>A</a:t>
            </a:r>
            <a:r>
              <a:rPr sz="1400" dirty="0">
                <a:latin typeface="Times New Roman"/>
                <a:cs typeface="Times New Roman"/>
              </a:rPr>
              <a:t>TI</a:t>
            </a:r>
            <a:r>
              <a:rPr sz="1400" spc="5" dirty="0">
                <a:latin typeface="Times New Roman"/>
                <a:cs typeface="Times New Roman"/>
              </a:rPr>
              <a:t>O</a:t>
            </a:r>
            <a:r>
              <a:rPr sz="1400" dirty="0">
                <a:latin typeface="Times New Roman"/>
                <a:cs typeface="Times New Roman"/>
              </a:rPr>
              <a:t>N</a:t>
            </a:r>
            <a:endParaRPr sz="1400">
              <a:latin typeface="Times New Roman"/>
              <a:cs typeface="Times New Roman"/>
            </a:endParaRPr>
          </a:p>
        </p:txBody>
      </p:sp>
      <p:sp>
        <p:nvSpPr>
          <p:cNvPr id="4" name="object 4"/>
          <p:cNvSpPr txBox="1"/>
          <p:nvPr/>
        </p:nvSpPr>
        <p:spPr>
          <a:xfrm>
            <a:off x="572824" y="4702229"/>
            <a:ext cx="6692265" cy="2123402"/>
          </a:xfrm>
          <a:prstGeom prst="rect">
            <a:avLst/>
          </a:prstGeom>
        </p:spPr>
        <p:txBody>
          <a:bodyPr vert="horz" wrap="square" lIns="0" tIns="12065" rIns="0" bIns="0" rtlCol="0">
            <a:spAutoFit/>
          </a:bodyPr>
          <a:lstStyle/>
          <a:p>
            <a:pPr marL="18415" marR="5080" indent="-6350" algn="just">
              <a:lnSpc>
                <a:spcPct val="145400"/>
              </a:lnSpc>
              <a:spcBef>
                <a:spcPts val="95"/>
              </a:spcBef>
            </a:pPr>
            <a:r>
              <a:rPr sz="1200" spc="-10" dirty="0">
                <a:latin typeface="Times New Roman"/>
                <a:cs typeface="Times New Roman"/>
              </a:rPr>
              <a:t>I, </a:t>
            </a:r>
            <a:r>
              <a:rPr sz="1200" spc="-5" dirty="0">
                <a:latin typeface="Times New Roman"/>
                <a:cs typeface="Times New Roman"/>
              </a:rPr>
              <a:t>ALAMPOOR THARUN SINGH </a:t>
            </a:r>
            <a:r>
              <a:rPr sz="1200" dirty="0">
                <a:latin typeface="Times New Roman"/>
                <a:cs typeface="Times New Roman"/>
              </a:rPr>
              <a:t>hereby declare </a:t>
            </a:r>
            <a:r>
              <a:rPr sz="1200" spc="-5" dirty="0">
                <a:latin typeface="Times New Roman"/>
                <a:cs typeface="Times New Roman"/>
              </a:rPr>
              <a:t>that the </a:t>
            </a:r>
            <a:r>
              <a:rPr sz="1200" dirty="0">
                <a:latin typeface="Times New Roman"/>
                <a:cs typeface="Times New Roman"/>
              </a:rPr>
              <a:t>Community </a:t>
            </a:r>
            <a:r>
              <a:rPr sz="1200" spc="-5" dirty="0">
                <a:latin typeface="Times New Roman"/>
                <a:cs typeface="Times New Roman"/>
              </a:rPr>
              <a:t>Project report </a:t>
            </a:r>
            <a:r>
              <a:rPr sz="1200" dirty="0">
                <a:latin typeface="Times New Roman"/>
                <a:cs typeface="Times New Roman"/>
              </a:rPr>
              <a:t>entitled </a:t>
            </a:r>
            <a:r>
              <a:rPr lang="en-US" sz="1200" b="1" spc="-5" dirty="0">
                <a:solidFill>
                  <a:srgbClr val="FF0000"/>
                </a:solidFill>
                <a:latin typeface="Times New Roman"/>
                <a:cs typeface="Times New Roman"/>
              </a:rPr>
              <a:t>DIGITAL REHABILITATION CENTERS</a:t>
            </a:r>
            <a:r>
              <a:rPr sz="1200" b="1" dirty="0">
                <a:solidFill>
                  <a:srgbClr val="FF0000"/>
                </a:solidFill>
                <a:latin typeface="Times New Roman"/>
                <a:cs typeface="Times New Roman"/>
              </a:rPr>
              <a:t> </a:t>
            </a:r>
            <a:r>
              <a:rPr sz="1200" spc="-5" dirty="0">
                <a:latin typeface="Times New Roman"/>
                <a:cs typeface="Times New Roman"/>
              </a:rPr>
              <a:t>done under the esteemed guidance of</a:t>
            </a:r>
            <a:r>
              <a:rPr sz="1200" dirty="0">
                <a:latin typeface="Times New Roman"/>
                <a:cs typeface="Times New Roman"/>
              </a:rPr>
              <a:t> </a:t>
            </a:r>
            <a:r>
              <a:rPr lang="en-US" sz="1200" b="1" spc="-5" dirty="0">
                <a:solidFill>
                  <a:srgbClr val="2F5495"/>
                </a:solidFill>
                <a:latin typeface="Times New Roman"/>
                <a:cs typeface="Times New Roman"/>
              </a:rPr>
              <a:t>Dr. S.V. PADMAVATHI DEVI</a:t>
            </a:r>
            <a:r>
              <a:rPr sz="1200" b="1" spc="-5" dirty="0">
                <a:solidFill>
                  <a:srgbClr val="2F5495"/>
                </a:solidFill>
                <a:latin typeface="Times New Roman"/>
                <a:cs typeface="Times New Roman"/>
              </a:rPr>
              <a:t> </a:t>
            </a:r>
            <a:r>
              <a:rPr sz="1200" b="1" dirty="0">
                <a:solidFill>
                  <a:srgbClr val="2F5495"/>
                </a:solidFill>
                <a:latin typeface="Times New Roman"/>
                <a:cs typeface="Times New Roman"/>
              </a:rPr>
              <a:t> </a:t>
            </a:r>
            <a:r>
              <a:rPr sz="1200" spc="-5" dirty="0">
                <a:latin typeface="Times New Roman"/>
                <a:cs typeface="Times New Roman"/>
              </a:rPr>
              <a:t>Department</a:t>
            </a:r>
            <a:r>
              <a:rPr sz="1200" spc="-3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spc="-5" dirty="0">
                <a:latin typeface="Times New Roman"/>
                <a:cs typeface="Times New Roman"/>
              </a:rPr>
              <a:t>Computer</a:t>
            </a:r>
            <a:r>
              <a:rPr sz="1200" spc="-25" dirty="0">
                <a:latin typeface="Times New Roman"/>
                <a:cs typeface="Times New Roman"/>
              </a:rPr>
              <a:t> </a:t>
            </a:r>
            <a:r>
              <a:rPr sz="1200" spc="-5" dirty="0">
                <a:latin typeface="Times New Roman"/>
                <a:cs typeface="Times New Roman"/>
              </a:rPr>
              <a:t>Science</a:t>
            </a:r>
            <a:r>
              <a:rPr sz="1200" spc="-25" dirty="0">
                <a:latin typeface="Times New Roman"/>
                <a:cs typeface="Times New Roman"/>
              </a:rPr>
              <a:t> </a:t>
            </a:r>
            <a:r>
              <a:rPr sz="1200" spc="-5" dirty="0">
                <a:latin typeface="Times New Roman"/>
                <a:cs typeface="Times New Roman"/>
              </a:rPr>
              <a:t>&amp;</a:t>
            </a:r>
            <a:r>
              <a:rPr sz="1200" spc="-30" dirty="0">
                <a:latin typeface="Times New Roman"/>
                <a:cs typeface="Times New Roman"/>
              </a:rPr>
              <a:t> </a:t>
            </a:r>
            <a:r>
              <a:rPr sz="1200" spc="-5" dirty="0">
                <a:latin typeface="Times New Roman"/>
                <a:cs typeface="Times New Roman"/>
              </a:rPr>
              <a:t>Engineering</a:t>
            </a:r>
            <a:r>
              <a:rPr sz="1200" spc="-35"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5" dirty="0">
                <a:latin typeface="Times New Roman"/>
                <a:cs typeface="Times New Roman"/>
              </a:rPr>
              <a:t>is</a:t>
            </a:r>
            <a:r>
              <a:rPr sz="1200" spc="-30" dirty="0">
                <a:latin typeface="Times New Roman"/>
                <a:cs typeface="Times New Roman"/>
              </a:rPr>
              <a:t> </a:t>
            </a:r>
            <a:r>
              <a:rPr sz="1200" spc="-5" dirty="0">
                <a:latin typeface="Times New Roman"/>
                <a:cs typeface="Times New Roman"/>
              </a:rPr>
              <a:t>submitted</a:t>
            </a:r>
            <a:r>
              <a:rPr sz="1200" spc="-35" dirty="0">
                <a:latin typeface="Times New Roman"/>
                <a:cs typeface="Times New Roman"/>
              </a:rPr>
              <a:t> </a:t>
            </a:r>
            <a:r>
              <a:rPr sz="1200" spc="-5" dirty="0">
                <a:latin typeface="Times New Roman"/>
                <a:cs typeface="Times New Roman"/>
              </a:rPr>
              <a:t>in</a:t>
            </a:r>
            <a:r>
              <a:rPr sz="1200" spc="-30" dirty="0">
                <a:latin typeface="Times New Roman"/>
                <a:cs typeface="Times New Roman"/>
              </a:rPr>
              <a:t> </a:t>
            </a:r>
            <a:r>
              <a:rPr sz="1200" spc="-5" dirty="0">
                <a:latin typeface="Times New Roman"/>
                <a:cs typeface="Times New Roman"/>
              </a:rPr>
              <a:t>the</a:t>
            </a:r>
            <a:r>
              <a:rPr sz="1200" spc="-35" dirty="0">
                <a:latin typeface="Times New Roman"/>
                <a:cs typeface="Times New Roman"/>
              </a:rPr>
              <a:t> </a:t>
            </a:r>
            <a:r>
              <a:rPr sz="1200" spc="-5" dirty="0">
                <a:latin typeface="Times New Roman"/>
                <a:cs typeface="Times New Roman"/>
              </a:rPr>
              <a:t>partial</a:t>
            </a:r>
            <a:r>
              <a:rPr sz="1200" spc="-35" dirty="0">
                <a:latin typeface="Times New Roman"/>
                <a:cs typeface="Times New Roman"/>
              </a:rPr>
              <a:t> </a:t>
            </a:r>
            <a:r>
              <a:rPr sz="1200" spc="-5" dirty="0">
                <a:latin typeface="Times New Roman"/>
                <a:cs typeface="Times New Roman"/>
              </a:rPr>
              <a:t>fulfillment</a:t>
            </a:r>
            <a:r>
              <a:rPr sz="1200" spc="-35" dirty="0">
                <a:latin typeface="Times New Roman"/>
                <a:cs typeface="Times New Roman"/>
              </a:rPr>
              <a:t> </a:t>
            </a:r>
            <a:r>
              <a:rPr sz="1200" spc="-5" dirty="0">
                <a:latin typeface="Times New Roman"/>
                <a:cs typeface="Times New Roman"/>
              </a:rPr>
              <a:t>of</a:t>
            </a:r>
            <a:r>
              <a:rPr sz="1200" spc="-35" dirty="0">
                <a:latin typeface="Times New Roman"/>
                <a:cs typeface="Times New Roman"/>
              </a:rPr>
              <a:t> </a:t>
            </a:r>
            <a:r>
              <a:rPr sz="1200" spc="-5" dirty="0">
                <a:latin typeface="Times New Roman"/>
                <a:cs typeface="Times New Roman"/>
              </a:rPr>
              <a:t>the</a:t>
            </a:r>
            <a:r>
              <a:rPr sz="1200" spc="-25" dirty="0">
                <a:latin typeface="Times New Roman"/>
                <a:cs typeface="Times New Roman"/>
              </a:rPr>
              <a:t> </a:t>
            </a:r>
            <a:r>
              <a:rPr sz="1200" spc="-5" dirty="0">
                <a:latin typeface="Times New Roman"/>
                <a:cs typeface="Times New Roman"/>
              </a:rPr>
              <a:t>requirements </a:t>
            </a:r>
            <a:r>
              <a:rPr sz="1200" spc="-285" dirty="0">
                <a:latin typeface="Times New Roman"/>
                <a:cs typeface="Times New Roman"/>
              </a:rPr>
              <a:t> </a:t>
            </a:r>
            <a:r>
              <a:rPr sz="1200" spc="-5" dirty="0">
                <a:latin typeface="Times New Roman"/>
                <a:cs typeface="Times New Roman"/>
              </a:rPr>
              <a:t>for the award of the Bachelor Degree in </a:t>
            </a:r>
            <a:r>
              <a:rPr sz="1200" b="1" spc="-5" dirty="0">
                <a:solidFill>
                  <a:srgbClr val="FF0000"/>
                </a:solidFill>
                <a:latin typeface="Times New Roman"/>
                <a:cs typeface="Times New Roman"/>
              </a:rPr>
              <a:t>Computer Science and Engineering</a:t>
            </a:r>
            <a:r>
              <a:rPr lang="en-US" sz="1200" b="1" spc="-5" dirty="0">
                <a:solidFill>
                  <a:srgbClr val="FF0000"/>
                </a:solidFill>
                <a:latin typeface="Times New Roman"/>
                <a:cs typeface="Times New Roman"/>
              </a:rPr>
              <a:t> </a:t>
            </a:r>
            <a:r>
              <a:rPr sz="1200" b="1" spc="-5" dirty="0">
                <a:solidFill>
                  <a:srgbClr val="FF0000"/>
                </a:solidFill>
                <a:latin typeface="Times New Roman"/>
                <a:cs typeface="Times New Roman"/>
              </a:rPr>
              <a:t>(Data Science). </a:t>
            </a:r>
            <a:r>
              <a:rPr sz="1200" spc="-5" dirty="0">
                <a:latin typeface="Times New Roman"/>
                <a:cs typeface="Times New Roman"/>
              </a:rPr>
              <a:t>I have not </a:t>
            </a:r>
            <a:r>
              <a:rPr sz="1200" dirty="0">
                <a:latin typeface="Times New Roman"/>
                <a:cs typeface="Times New Roman"/>
              </a:rPr>
              <a:t> </a:t>
            </a:r>
            <a:r>
              <a:rPr sz="1200" spc="-5" dirty="0">
                <a:latin typeface="Times New Roman"/>
                <a:cs typeface="Times New Roman"/>
              </a:rPr>
              <a:t>copied</a:t>
            </a:r>
            <a:r>
              <a:rPr sz="1200" spc="-70" dirty="0">
                <a:latin typeface="Times New Roman"/>
                <a:cs typeface="Times New Roman"/>
              </a:rPr>
              <a:t> </a:t>
            </a:r>
            <a:r>
              <a:rPr sz="1200" spc="-5" dirty="0">
                <a:latin typeface="Times New Roman"/>
                <a:cs typeface="Times New Roman"/>
              </a:rPr>
              <a:t>from</a:t>
            </a:r>
            <a:r>
              <a:rPr sz="1200" spc="-55" dirty="0">
                <a:latin typeface="Times New Roman"/>
                <a:cs typeface="Times New Roman"/>
              </a:rPr>
              <a:t> </a:t>
            </a:r>
            <a:r>
              <a:rPr sz="1200" dirty="0">
                <a:latin typeface="Times New Roman"/>
                <a:cs typeface="Times New Roman"/>
              </a:rPr>
              <a:t>any</a:t>
            </a:r>
            <a:r>
              <a:rPr sz="1200" spc="-85" dirty="0">
                <a:latin typeface="Times New Roman"/>
                <a:cs typeface="Times New Roman"/>
              </a:rPr>
              <a:t> </a:t>
            </a:r>
            <a:r>
              <a:rPr sz="1200" dirty="0">
                <a:latin typeface="Times New Roman"/>
                <a:cs typeface="Times New Roman"/>
              </a:rPr>
              <a:t>other</a:t>
            </a:r>
            <a:r>
              <a:rPr sz="1200" spc="-65" dirty="0">
                <a:latin typeface="Times New Roman"/>
                <a:cs typeface="Times New Roman"/>
              </a:rPr>
              <a:t> </a:t>
            </a:r>
            <a:r>
              <a:rPr sz="1200" dirty="0">
                <a:latin typeface="Times New Roman"/>
                <a:cs typeface="Times New Roman"/>
              </a:rPr>
              <a:t>student</a:t>
            </a:r>
            <a:r>
              <a:rPr sz="1200" spc="-60" dirty="0">
                <a:latin typeface="Times New Roman"/>
                <a:cs typeface="Times New Roman"/>
              </a:rPr>
              <a:t> </a:t>
            </a:r>
            <a:r>
              <a:rPr sz="1200" spc="-5" dirty="0">
                <a:latin typeface="Times New Roman"/>
                <a:cs typeface="Times New Roman"/>
              </a:rPr>
              <a:t>work</a:t>
            </a:r>
            <a:r>
              <a:rPr sz="1200" spc="-65" dirty="0">
                <a:latin typeface="Times New Roman"/>
                <a:cs typeface="Times New Roman"/>
              </a:rPr>
              <a:t> </a:t>
            </a:r>
            <a:r>
              <a:rPr sz="1200" spc="-5" dirty="0">
                <a:latin typeface="Times New Roman"/>
                <a:cs typeface="Times New Roman"/>
              </a:rPr>
              <a:t>or</a:t>
            </a:r>
            <a:r>
              <a:rPr sz="1200" spc="-65" dirty="0">
                <a:latin typeface="Times New Roman"/>
                <a:cs typeface="Times New Roman"/>
              </a:rPr>
              <a:t> </a:t>
            </a:r>
            <a:r>
              <a:rPr sz="1200" spc="-5" dirty="0">
                <a:latin typeface="Times New Roman"/>
                <a:cs typeface="Times New Roman"/>
              </a:rPr>
              <a:t>from</a:t>
            </a:r>
            <a:r>
              <a:rPr sz="1200" spc="-65" dirty="0">
                <a:latin typeface="Times New Roman"/>
                <a:cs typeface="Times New Roman"/>
              </a:rPr>
              <a:t> </a:t>
            </a:r>
            <a:r>
              <a:rPr sz="1200" dirty="0">
                <a:latin typeface="Times New Roman"/>
                <a:cs typeface="Times New Roman"/>
              </a:rPr>
              <a:t>any</a:t>
            </a:r>
            <a:r>
              <a:rPr sz="1200" spc="-85" dirty="0">
                <a:latin typeface="Times New Roman"/>
                <a:cs typeface="Times New Roman"/>
              </a:rPr>
              <a:t> </a:t>
            </a:r>
            <a:r>
              <a:rPr sz="1200" dirty="0">
                <a:latin typeface="Times New Roman"/>
                <a:cs typeface="Times New Roman"/>
              </a:rPr>
              <a:t>other</a:t>
            </a:r>
            <a:r>
              <a:rPr sz="1200" spc="-70" dirty="0">
                <a:latin typeface="Times New Roman"/>
                <a:cs typeface="Times New Roman"/>
              </a:rPr>
              <a:t> </a:t>
            </a:r>
            <a:r>
              <a:rPr sz="1200" spc="-5" dirty="0">
                <a:latin typeface="Times New Roman"/>
                <a:cs typeface="Times New Roman"/>
              </a:rPr>
              <a:t>sources</a:t>
            </a:r>
            <a:r>
              <a:rPr sz="1200" spc="-70" dirty="0">
                <a:latin typeface="Times New Roman"/>
                <a:cs typeface="Times New Roman"/>
              </a:rPr>
              <a:t> </a:t>
            </a:r>
            <a:r>
              <a:rPr sz="1200" spc="-5" dirty="0">
                <a:latin typeface="Times New Roman"/>
                <a:cs typeface="Times New Roman"/>
              </a:rPr>
              <a:t>except</a:t>
            </a:r>
            <a:r>
              <a:rPr sz="1200" spc="-60" dirty="0">
                <a:latin typeface="Times New Roman"/>
                <a:cs typeface="Times New Roman"/>
              </a:rPr>
              <a:t> </a:t>
            </a:r>
            <a:r>
              <a:rPr sz="1200" spc="-5" dirty="0">
                <a:latin typeface="Times New Roman"/>
                <a:cs typeface="Times New Roman"/>
              </a:rPr>
              <a:t>where</a:t>
            </a:r>
            <a:r>
              <a:rPr sz="1200" spc="-70" dirty="0">
                <a:latin typeface="Times New Roman"/>
                <a:cs typeface="Times New Roman"/>
              </a:rPr>
              <a:t> </a:t>
            </a:r>
            <a:r>
              <a:rPr sz="1200" dirty="0">
                <a:latin typeface="Times New Roman"/>
                <a:cs typeface="Times New Roman"/>
              </a:rPr>
              <a:t>due</a:t>
            </a:r>
            <a:r>
              <a:rPr sz="1200" spc="-65" dirty="0">
                <a:latin typeface="Times New Roman"/>
                <a:cs typeface="Times New Roman"/>
              </a:rPr>
              <a:t> </a:t>
            </a:r>
            <a:r>
              <a:rPr sz="1200" spc="-5" dirty="0">
                <a:latin typeface="Times New Roman"/>
                <a:cs typeface="Times New Roman"/>
              </a:rPr>
              <a:t>reference</a:t>
            </a:r>
            <a:r>
              <a:rPr sz="1200" spc="-70" dirty="0">
                <a:latin typeface="Times New Roman"/>
                <a:cs typeface="Times New Roman"/>
              </a:rPr>
              <a:t> </a:t>
            </a:r>
            <a:r>
              <a:rPr sz="1200" dirty="0">
                <a:latin typeface="Times New Roman"/>
                <a:cs typeface="Times New Roman"/>
              </a:rPr>
              <a:t>or</a:t>
            </a:r>
            <a:r>
              <a:rPr sz="1200" spc="-65" dirty="0">
                <a:latin typeface="Times New Roman"/>
                <a:cs typeface="Times New Roman"/>
              </a:rPr>
              <a:t> </a:t>
            </a:r>
            <a:r>
              <a:rPr sz="1200" spc="-5" dirty="0">
                <a:latin typeface="Times New Roman"/>
                <a:cs typeface="Times New Roman"/>
              </a:rPr>
              <a:t>acknowledgement </a:t>
            </a:r>
            <a:r>
              <a:rPr sz="1200" spc="-290" dirty="0">
                <a:latin typeface="Times New Roman"/>
                <a:cs typeface="Times New Roman"/>
              </a:rPr>
              <a:t> </a:t>
            </a:r>
            <a:r>
              <a:rPr sz="1200" spc="-5" dirty="0">
                <a:latin typeface="Times New Roman"/>
                <a:cs typeface="Times New Roman"/>
              </a:rPr>
              <a:t>is made </a:t>
            </a:r>
            <a:r>
              <a:rPr sz="1200" spc="-10" dirty="0">
                <a:latin typeface="Times New Roman"/>
                <a:cs typeface="Times New Roman"/>
              </a:rPr>
              <a:t>explicitly, </a:t>
            </a:r>
            <a:r>
              <a:rPr sz="1200" spc="-5" dirty="0">
                <a:latin typeface="Times New Roman"/>
                <a:cs typeface="Times New Roman"/>
              </a:rPr>
              <a:t>not </a:t>
            </a:r>
            <a:r>
              <a:rPr sz="1200" dirty="0">
                <a:latin typeface="Times New Roman"/>
                <a:cs typeface="Times New Roman"/>
              </a:rPr>
              <a:t>has any </a:t>
            </a:r>
            <a:r>
              <a:rPr sz="1200" spc="-5" dirty="0">
                <a:latin typeface="Times New Roman"/>
                <a:cs typeface="Times New Roman"/>
              </a:rPr>
              <a:t>part been </a:t>
            </a:r>
            <a:r>
              <a:rPr sz="1200" dirty="0">
                <a:latin typeface="Times New Roman"/>
                <a:cs typeface="Times New Roman"/>
              </a:rPr>
              <a:t>authored </a:t>
            </a:r>
            <a:r>
              <a:rPr sz="1200" spc="-5" dirty="0">
                <a:latin typeface="Times New Roman"/>
                <a:cs typeface="Times New Roman"/>
              </a:rPr>
              <a:t>person. </a:t>
            </a:r>
            <a:r>
              <a:rPr sz="1200" spc="-10" dirty="0">
                <a:latin typeface="Times New Roman"/>
                <a:cs typeface="Times New Roman"/>
              </a:rPr>
              <a:t>I, </a:t>
            </a:r>
            <a:r>
              <a:rPr sz="1200" spc="-5" dirty="0">
                <a:latin typeface="Times New Roman"/>
                <a:cs typeface="Times New Roman"/>
              </a:rPr>
              <a:t>as a candidate, declare </a:t>
            </a:r>
            <a:r>
              <a:rPr sz="1200" dirty="0">
                <a:latin typeface="Times New Roman"/>
                <a:cs typeface="Times New Roman"/>
              </a:rPr>
              <a:t>that </a:t>
            </a:r>
            <a:r>
              <a:rPr sz="1200" spc="-5" dirty="0">
                <a:latin typeface="Times New Roman"/>
                <a:cs typeface="Times New Roman"/>
              </a:rPr>
              <a:t>in the case of </a:t>
            </a:r>
            <a:r>
              <a:rPr sz="1200" dirty="0">
                <a:latin typeface="Times New Roman"/>
                <a:cs typeface="Times New Roman"/>
              </a:rPr>
              <a:t>any </a:t>
            </a:r>
            <a:r>
              <a:rPr sz="1200" spc="5" dirty="0">
                <a:latin typeface="Times New Roman"/>
                <a:cs typeface="Times New Roman"/>
              </a:rPr>
              <a:t> </a:t>
            </a:r>
            <a:r>
              <a:rPr sz="1200" spc="-5" dirty="0">
                <a:latin typeface="Times New Roman"/>
                <a:cs typeface="Times New Roman"/>
              </a:rPr>
              <a:t>violation</a:t>
            </a:r>
            <a:r>
              <a:rPr sz="1200" spc="-65" dirty="0">
                <a:latin typeface="Times New Roman"/>
                <a:cs typeface="Times New Roman"/>
              </a:rPr>
              <a:t> </a:t>
            </a:r>
            <a:r>
              <a:rPr sz="1200" spc="-5" dirty="0">
                <a:latin typeface="Times New Roman"/>
                <a:cs typeface="Times New Roman"/>
              </a:rPr>
              <a:t>of</a:t>
            </a:r>
            <a:r>
              <a:rPr sz="1200" spc="-65" dirty="0">
                <a:latin typeface="Times New Roman"/>
                <a:cs typeface="Times New Roman"/>
              </a:rPr>
              <a:t> </a:t>
            </a:r>
            <a:r>
              <a:rPr sz="1200" spc="-5" dirty="0">
                <a:latin typeface="Times New Roman"/>
                <a:cs typeface="Times New Roman"/>
              </a:rPr>
              <a:t>intellectual</a:t>
            </a:r>
            <a:r>
              <a:rPr sz="1200" spc="-60" dirty="0">
                <a:latin typeface="Times New Roman"/>
                <a:cs typeface="Times New Roman"/>
              </a:rPr>
              <a:t> </a:t>
            </a:r>
            <a:r>
              <a:rPr sz="1200" dirty="0">
                <a:latin typeface="Times New Roman"/>
                <a:cs typeface="Times New Roman"/>
              </a:rPr>
              <a:t>property</a:t>
            </a:r>
            <a:r>
              <a:rPr sz="1200" spc="-85" dirty="0">
                <a:latin typeface="Times New Roman"/>
                <a:cs typeface="Times New Roman"/>
              </a:rPr>
              <a:t> </a:t>
            </a:r>
            <a:r>
              <a:rPr sz="1200" spc="-5" dirty="0">
                <a:latin typeface="Times New Roman"/>
                <a:cs typeface="Times New Roman"/>
              </a:rPr>
              <a:t>right</a:t>
            </a:r>
            <a:r>
              <a:rPr sz="1200" spc="-60" dirty="0">
                <a:latin typeface="Times New Roman"/>
                <a:cs typeface="Times New Roman"/>
              </a:rPr>
              <a:t> </a:t>
            </a:r>
            <a:r>
              <a:rPr sz="1200" spc="-5" dirty="0">
                <a:latin typeface="Times New Roman"/>
                <a:cs typeface="Times New Roman"/>
              </a:rPr>
              <a:t>or</a:t>
            </a:r>
            <a:r>
              <a:rPr sz="1200" spc="-55" dirty="0">
                <a:latin typeface="Times New Roman"/>
                <a:cs typeface="Times New Roman"/>
              </a:rPr>
              <a:t> </a:t>
            </a:r>
            <a:r>
              <a:rPr sz="1200" spc="-5" dirty="0">
                <a:latin typeface="Times New Roman"/>
                <a:cs typeface="Times New Roman"/>
              </a:rPr>
              <a:t>copyright</a:t>
            </a:r>
            <a:r>
              <a:rPr sz="1200" spc="-45" dirty="0">
                <a:latin typeface="Times New Roman"/>
                <a:cs typeface="Times New Roman"/>
              </a:rPr>
              <a:t> </a:t>
            </a:r>
            <a:r>
              <a:rPr sz="1200" spc="-5" dirty="0">
                <a:latin typeface="Times New Roman"/>
                <a:cs typeface="Times New Roman"/>
              </a:rPr>
              <a:t>will</a:t>
            </a:r>
            <a:r>
              <a:rPr sz="1200" spc="-65" dirty="0">
                <a:latin typeface="Times New Roman"/>
                <a:cs typeface="Times New Roman"/>
              </a:rPr>
              <a:t> </a:t>
            </a:r>
            <a:r>
              <a:rPr sz="1200" spc="-5" dirty="0">
                <a:latin typeface="Times New Roman"/>
                <a:cs typeface="Times New Roman"/>
              </a:rPr>
              <a:t>be</a:t>
            </a:r>
            <a:r>
              <a:rPr sz="1200" spc="-65" dirty="0">
                <a:latin typeface="Times New Roman"/>
                <a:cs typeface="Times New Roman"/>
              </a:rPr>
              <a:t> </a:t>
            </a:r>
            <a:r>
              <a:rPr sz="1200" dirty="0">
                <a:latin typeface="Times New Roman"/>
                <a:cs typeface="Times New Roman"/>
              </a:rPr>
              <a:t>fully</a:t>
            </a:r>
            <a:r>
              <a:rPr sz="1200" spc="-85" dirty="0">
                <a:latin typeface="Times New Roman"/>
                <a:cs typeface="Times New Roman"/>
              </a:rPr>
              <a:t> </a:t>
            </a:r>
            <a:r>
              <a:rPr sz="1200" spc="-5" dirty="0">
                <a:latin typeface="Times New Roman"/>
                <a:cs typeface="Times New Roman"/>
              </a:rPr>
              <a:t>responsible</a:t>
            </a:r>
            <a:r>
              <a:rPr sz="1200" spc="-65" dirty="0">
                <a:latin typeface="Times New Roman"/>
                <a:cs typeface="Times New Roman"/>
              </a:rPr>
              <a:t> </a:t>
            </a:r>
            <a:r>
              <a:rPr sz="1200" dirty="0">
                <a:latin typeface="Times New Roman"/>
                <a:cs typeface="Times New Roman"/>
              </a:rPr>
              <a:t>for</a:t>
            </a:r>
            <a:r>
              <a:rPr sz="1200" spc="-65" dirty="0">
                <a:latin typeface="Times New Roman"/>
                <a:cs typeface="Times New Roman"/>
              </a:rPr>
              <a:t> </a:t>
            </a:r>
            <a:r>
              <a:rPr sz="1200" spc="-5" dirty="0">
                <a:latin typeface="Times New Roman"/>
                <a:cs typeface="Times New Roman"/>
              </a:rPr>
              <a:t>the</a:t>
            </a:r>
            <a:r>
              <a:rPr sz="1200" spc="-65" dirty="0">
                <a:latin typeface="Times New Roman"/>
                <a:cs typeface="Times New Roman"/>
              </a:rPr>
              <a:t> </a:t>
            </a:r>
            <a:r>
              <a:rPr sz="1200" spc="-5" dirty="0">
                <a:latin typeface="Times New Roman"/>
                <a:cs typeface="Times New Roman"/>
              </a:rPr>
              <a:t>same.</a:t>
            </a:r>
            <a:r>
              <a:rPr sz="1200" spc="-70" dirty="0">
                <a:latin typeface="Times New Roman"/>
                <a:cs typeface="Times New Roman"/>
              </a:rPr>
              <a:t> </a:t>
            </a:r>
            <a:r>
              <a:rPr sz="1200" spc="10" dirty="0">
                <a:latin typeface="Times New Roman"/>
                <a:cs typeface="Times New Roman"/>
              </a:rPr>
              <a:t>My</a:t>
            </a:r>
            <a:r>
              <a:rPr sz="1200" spc="-85" dirty="0">
                <a:latin typeface="Times New Roman"/>
                <a:cs typeface="Times New Roman"/>
              </a:rPr>
              <a:t> </a:t>
            </a:r>
            <a:r>
              <a:rPr sz="1200" dirty="0">
                <a:latin typeface="Times New Roman"/>
                <a:cs typeface="Times New Roman"/>
              </a:rPr>
              <a:t>supervisor</a:t>
            </a:r>
            <a:r>
              <a:rPr sz="1200" spc="-65" dirty="0">
                <a:latin typeface="Times New Roman"/>
                <a:cs typeface="Times New Roman"/>
              </a:rPr>
              <a:t> </a:t>
            </a:r>
            <a:r>
              <a:rPr sz="1200" spc="-5" dirty="0">
                <a:latin typeface="Times New Roman"/>
                <a:cs typeface="Times New Roman"/>
              </a:rPr>
              <a:t>should </a:t>
            </a:r>
            <a:r>
              <a:rPr sz="1200" spc="-290" dirty="0">
                <a:latin typeface="Times New Roman"/>
                <a:cs typeface="Times New Roman"/>
              </a:rPr>
              <a:t> </a:t>
            </a:r>
            <a:r>
              <a:rPr sz="1200" spc="-5" dirty="0">
                <a:latin typeface="Times New Roman"/>
                <a:cs typeface="Times New Roman"/>
              </a:rPr>
              <a:t>not</a:t>
            </a:r>
            <a:r>
              <a:rPr sz="1200" dirty="0">
                <a:latin typeface="Times New Roman"/>
                <a:cs typeface="Times New Roman"/>
              </a:rPr>
              <a:t> </a:t>
            </a:r>
            <a:r>
              <a:rPr sz="1200" spc="-5" dirty="0">
                <a:latin typeface="Times New Roman"/>
                <a:cs typeface="Times New Roman"/>
              </a:rPr>
              <a:t>be</a:t>
            </a:r>
            <a:r>
              <a:rPr sz="1200" spc="5" dirty="0">
                <a:latin typeface="Times New Roman"/>
                <a:cs typeface="Times New Roman"/>
              </a:rPr>
              <a:t> </a:t>
            </a:r>
            <a:r>
              <a:rPr sz="1200" spc="-5" dirty="0">
                <a:latin typeface="Times New Roman"/>
                <a:cs typeface="Times New Roman"/>
              </a:rPr>
              <a:t>held</a:t>
            </a:r>
            <a:r>
              <a:rPr sz="1200" dirty="0">
                <a:latin typeface="Times New Roman"/>
                <a:cs typeface="Times New Roman"/>
              </a:rPr>
              <a:t> </a:t>
            </a:r>
            <a:r>
              <a:rPr sz="1200" spc="-5" dirty="0">
                <a:latin typeface="Times New Roman"/>
                <a:cs typeface="Times New Roman"/>
              </a:rPr>
              <a:t>responsible</a:t>
            </a:r>
            <a:r>
              <a:rPr sz="1200" spc="10" dirty="0">
                <a:latin typeface="Times New Roman"/>
                <a:cs typeface="Times New Roman"/>
              </a:rPr>
              <a:t> </a:t>
            </a:r>
            <a:r>
              <a:rPr sz="1200" dirty="0">
                <a:latin typeface="Times New Roman"/>
                <a:cs typeface="Times New Roman"/>
              </a:rPr>
              <a:t>for </a:t>
            </a:r>
            <a:r>
              <a:rPr sz="1200" spc="-5" dirty="0">
                <a:latin typeface="Times New Roman"/>
                <a:cs typeface="Times New Roman"/>
              </a:rPr>
              <a:t>full</a:t>
            </a:r>
            <a:r>
              <a:rPr sz="1200" spc="10" dirty="0">
                <a:latin typeface="Times New Roman"/>
                <a:cs typeface="Times New Roman"/>
              </a:rPr>
              <a:t> </a:t>
            </a:r>
            <a:r>
              <a:rPr sz="1200" spc="-5" dirty="0">
                <a:latin typeface="Times New Roman"/>
                <a:cs typeface="Times New Roman"/>
              </a:rPr>
              <a:t>or</a:t>
            </a:r>
            <a:r>
              <a:rPr sz="1200" dirty="0">
                <a:latin typeface="Times New Roman"/>
                <a:cs typeface="Times New Roman"/>
              </a:rPr>
              <a:t> </a:t>
            </a:r>
            <a:r>
              <a:rPr sz="1200" spc="-5" dirty="0">
                <a:latin typeface="Times New Roman"/>
                <a:cs typeface="Times New Roman"/>
              </a:rPr>
              <a:t>partial</a:t>
            </a:r>
            <a:r>
              <a:rPr sz="1200" spc="5" dirty="0">
                <a:latin typeface="Times New Roman"/>
                <a:cs typeface="Times New Roman"/>
              </a:rPr>
              <a:t> </a:t>
            </a:r>
            <a:r>
              <a:rPr sz="1200" spc="-5" dirty="0">
                <a:latin typeface="Times New Roman"/>
                <a:cs typeface="Times New Roman"/>
              </a:rPr>
              <a:t>violation</a:t>
            </a:r>
            <a:r>
              <a:rPr sz="1200"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copyright</a:t>
            </a:r>
            <a:r>
              <a:rPr sz="1200" dirty="0">
                <a:latin typeface="Times New Roman"/>
                <a:cs typeface="Times New Roman"/>
              </a:rPr>
              <a:t> </a:t>
            </a:r>
            <a:r>
              <a:rPr sz="1200" spc="-5" dirty="0">
                <a:latin typeface="Times New Roman"/>
                <a:cs typeface="Times New Roman"/>
              </a:rPr>
              <a:t>or</a:t>
            </a:r>
            <a:r>
              <a:rPr sz="1200" spc="5" dirty="0">
                <a:latin typeface="Times New Roman"/>
                <a:cs typeface="Times New Roman"/>
              </a:rPr>
              <a:t> </a:t>
            </a:r>
            <a:r>
              <a:rPr sz="1200" dirty="0">
                <a:latin typeface="Times New Roman"/>
                <a:cs typeface="Times New Roman"/>
              </a:rPr>
              <a:t>intellectual property</a:t>
            </a:r>
            <a:r>
              <a:rPr sz="1200" spc="-20" dirty="0">
                <a:latin typeface="Times New Roman"/>
                <a:cs typeface="Times New Roman"/>
              </a:rPr>
              <a:t> </a:t>
            </a:r>
            <a:r>
              <a:rPr sz="1200" spc="-5" dirty="0">
                <a:latin typeface="Times New Roman"/>
                <a:cs typeface="Times New Roman"/>
              </a:rPr>
              <a:t>right.</a:t>
            </a:r>
            <a:endParaRPr sz="1200" dirty="0">
              <a:latin typeface="Times New Roman"/>
              <a:cs typeface="Times New Roman"/>
            </a:endParaRPr>
          </a:p>
        </p:txBody>
      </p:sp>
      <p:sp>
        <p:nvSpPr>
          <p:cNvPr id="5" name="object 5"/>
          <p:cNvSpPr txBox="1"/>
          <p:nvPr/>
        </p:nvSpPr>
        <p:spPr>
          <a:xfrm>
            <a:off x="563679" y="7559810"/>
            <a:ext cx="396875" cy="58610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0D0D0D"/>
                </a:solidFill>
                <a:latin typeface="Times New Roman"/>
                <a:cs typeface="Times New Roman"/>
              </a:rPr>
              <a:t>Date:</a:t>
            </a:r>
            <a:endParaRPr sz="1200">
              <a:latin typeface="Times New Roman"/>
              <a:cs typeface="Times New Roman"/>
            </a:endParaRPr>
          </a:p>
          <a:p>
            <a:pPr>
              <a:lnSpc>
                <a:spcPct val="100000"/>
              </a:lnSpc>
              <a:spcBef>
                <a:spcPts val="40"/>
              </a:spcBef>
            </a:pPr>
            <a:endParaRPr sz="1300">
              <a:latin typeface="Times New Roman"/>
              <a:cs typeface="Times New Roman"/>
            </a:endParaRPr>
          </a:p>
          <a:p>
            <a:pPr marL="12700">
              <a:lnSpc>
                <a:spcPct val="100000"/>
              </a:lnSpc>
            </a:pPr>
            <a:r>
              <a:rPr sz="1200" dirty="0">
                <a:solidFill>
                  <a:srgbClr val="0D0D0D"/>
                </a:solidFill>
                <a:latin typeface="Times New Roman"/>
                <a:cs typeface="Times New Roman"/>
              </a:rPr>
              <a:t>P</a:t>
            </a:r>
            <a:r>
              <a:rPr sz="1200" spc="-5" dirty="0">
                <a:solidFill>
                  <a:srgbClr val="0D0D0D"/>
                </a:solidFill>
                <a:latin typeface="Times New Roman"/>
                <a:cs typeface="Times New Roman"/>
              </a:rPr>
              <a:t>lac</a:t>
            </a:r>
            <a:r>
              <a:rPr sz="1200" spc="-15" dirty="0">
                <a:solidFill>
                  <a:srgbClr val="0D0D0D"/>
                </a:solidFill>
                <a:latin typeface="Times New Roman"/>
                <a:cs typeface="Times New Roman"/>
              </a:rPr>
              <a:t>e</a:t>
            </a:r>
            <a:r>
              <a:rPr sz="1200" spc="-5" dirty="0">
                <a:solidFill>
                  <a:srgbClr val="0D0D0D"/>
                </a:solidFill>
                <a:latin typeface="Times New Roman"/>
                <a:cs typeface="Times New Roman"/>
              </a:rPr>
              <a:t>:</a:t>
            </a:r>
            <a:endParaRPr sz="1200">
              <a:latin typeface="Times New Roman"/>
              <a:cs typeface="Times New Roman"/>
            </a:endParaRPr>
          </a:p>
        </p:txBody>
      </p:sp>
      <p:sp>
        <p:nvSpPr>
          <p:cNvPr id="6" name="object 6"/>
          <p:cNvSpPr txBox="1"/>
          <p:nvPr/>
        </p:nvSpPr>
        <p:spPr>
          <a:xfrm>
            <a:off x="5137625" y="8503298"/>
            <a:ext cx="1632585" cy="208279"/>
          </a:xfrm>
          <a:prstGeom prst="rect">
            <a:avLst/>
          </a:prstGeom>
        </p:spPr>
        <p:txBody>
          <a:bodyPr vert="horz" wrap="square" lIns="0" tIns="12065" rIns="0" bIns="0" rtlCol="0">
            <a:spAutoFit/>
          </a:bodyPr>
          <a:lstStyle/>
          <a:p>
            <a:pPr marL="12700">
              <a:lnSpc>
                <a:spcPct val="100000"/>
              </a:lnSpc>
              <a:spcBef>
                <a:spcPts val="95"/>
              </a:spcBef>
            </a:pPr>
            <a:r>
              <a:rPr sz="1200" b="1" spc="-20" dirty="0">
                <a:solidFill>
                  <a:srgbClr val="FF0000"/>
                </a:solidFill>
                <a:latin typeface="Times New Roman"/>
                <a:cs typeface="Times New Roman"/>
              </a:rPr>
              <a:t>P</a:t>
            </a:r>
            <a:r>
              <a:rPr sz="1200" b="1" spc="-5" dirty="0">
                <a:solidFill>
                  <a:srgbClr val="FF0000"/>
                </a:solidFill>
                <a:latin typeface="Times New Roman"/>
                <a:cs typeface="Times New Roman"/>
              </a:rPr>
              <a:t>R</a:t>
            </a:r>
            <a:r>
              <a:rPr sz="1200" b="1" dirty="0">
                <a:solidFill>
                  <a:srgbClr val="FF0000"/>
                </a:solidFill>
                <a:latin typeface="Times New Roman"/>
                <a:cs typeface="Times New Roman"/>
              </a:rPr>
              <a:t>O</a:t>
            </a:r>
            <a:r>
              <a:rPr sz="1200" b="1" spc="-5" dirty="0">
                <a:solidFill>
                  <a:srgbClr val="FF0000"/>
                </a:solidFill>
                <a:latin typeface="Times New Roman"/>
                <a:cs typeface="Times New Roman"/>
              </a:rPr>
              <a:t>J</a:t>
            </a:r>
            <a:r>
              <a:rPr sz="1200" b="1" dirty="0">
                <a:solidFill>
                  <a:srgbClr val="FF0000"/>
                </a:solidFill>
                <a:latin typeface="Times New Roman"/>
                <a:cs typeface="Times New Roman"/>
              </a:rPr>
              <a:t>E</a:t>
            </a:r>
            <a:r>
              <a:rPr sz="1200" b="1" spc="-5" dirty="0">
                <a:solidFill>
                  <a:srgbClr val="FF0000"/>
                </a:solidFill>
                <a:latin typeface="Times New Roman"/>
                <a:cs typeface="Times New Roman"/>
              </a:rPr>
              <a:t>CT</a:t>
            </a:r>
            <a:r>
              <a:rPr sz="1200" b="1" spc="-85" dirty="0">
                <a:solidFill>
                  <a:srgbClr val="FF0000"/>
                </a:solidFill>
                <a:latin typeface="Times New Roman"/>
                <a:cs typeface="Times New Roman"/>
              </a:rPr>
              <a:t> </a:t>
            </a:r>
            <a:r>
              <a:rPr sz="1200" b="1" spc="-5" dirty="0">
                <a:solidFill>
                  <a:srgbClr val="FF0000"/>
                </a:solidFill>
                <a:latin typeface="Times New Roman"/>
                <a:cs typeface="Times New Roman"/>
              </a:rPr>
              <a:t>AS</a:t>
            </a:r>
            <a:r>
              <a:rPr sz="1200" b="1" dirty="0">
                <a:solidFill>
                  <a:srgbClr val="FF0000"/>
                </a:solidFill>
                <a:latin typeface="Times New Roman"/>
                <a:cs typeface="Times New Roman"/>
              </a:rPr>
              <a:t>S</a:t>
            </a:r>
            <a:r>
              <a:rPr sz="1200" b="1" spc="-5" dirty="0">
                <a:solidFill>
                  <a:srgbClr val="FF0000"/>
                </a:solidFill>
                <a:latin typeface="Times New Roman"/>
                <a:cs typeface="Times New Roman"/>
              </a:rPr>
              <a:t>OCI</a:t>
            </a:r>
            <a:r>
              <a:rPr sz="1200" b="1" spc="-90" dirty="0">
                <a:solidFill>
                  <a:srgbClr val="FF0000"/>
                </a:solidFill>
                <a:latin typeface="Times New Roman"/>
                <a:cs typeface="Times New Roman"/>
              </a:rPr>
              <a:t>A</a:t>
            </a:r>
            <a:r>
              <a:rPr sz="1200" b="1" spc="-15" dirty="0">
                <a:solidFill>
                  <a:srgbClr val="FF0000"/>
                </a:solidFill>
                <a:latin typeface="Times New Roman"/>
                <a:cs typeface="Times New Roman"/>
              </a:rPr>
              <a:t>T</a:t>
            </a:r>
            <a:r>
              <a:rPr sz="1200" b="1" spc="-5" dirty="0">
                <a:solidFill>
                  <a:srgbClr val="FF0000"/>
                </a:solidFill>
                <a:latin typeface="Times New Roman"/>
                <a:cs typeface="Times New Roman"/>
              </a:rPr>
              <a:t>E</a:t>
            </a:r>
            <a:endParaRPr sz="1200">
              <a:latin typeface="Times New Roman"/>
              <a:cs typeface="Times New Roman"/>
            </a:endParaRPr>
          </a:p>
        </p:txBody>
      </p:sp>
      <p:sp>
        <p:nvSpPr>
          <p:cNvPr id="7" name="object 7"/>
          <p:cNvSpPr txBox="1"/>
          <p:nvPr/>
        </p:nvSpPr>
        <p:spPr>
          <a:xfrm>
            <a:off x="5025495" y="8836078"/>
            <a:ext cx="2053589" cy="208279"/>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0D0D0D"/>
                </a:solidFill>
                <a:latin typeface="Times New Roman"/>
                <a:cs typeface="Times New Roman"/>
              </a:rPr>
              <a:t>ALAMPOOR</a:t>
            </a:r>
            <a:r>
              <a:rPr sz="1200" spc="-45" dirty="0">
                <a:solidFill>
                  <a:srgbClr val="0D0D0D"/>
                </a:solidFill>
                <a:latin typeface="Times New Roman"/>
                <a:cs typeface="Times New Roman"/>
              </a:rPr>
              <a:t> </a:t>
            </a:r>
            <a:r>
              <a:rPr sz="1200" spc="-5" dirty="0">
                <a:solidFill>
                  <a:srgbClr val="0D0D0D"/>
                </a:solidFill>
                <a:latin typeface="Times New Roman"/>
                <a:cs typeface="Times New Roman"/>
              </a:rPr>
              <a:t>THARUN</a:t>
            </a:r>
            <a:r>
              <a:rPr sz="1200" spc="-15" dirty="0">
                <a:solidFill>
                  <a:srgbClr val="0D0D0D"/>
                </a:solidFill>
                <a:latin typeface="Times New Roman"/>
                <a:cs typeface="Times New Roman"/>
              </a:rPr>
              <a:t> </a:t>
            </a:r>
            <a:r>
              <a:rPr sz="1200" spc="-5" dirty="0">
                <a:solidFill>
                  <a:srgbClr val="0D0D0D"/>
                </a:solidFill>
                <a:latin typeface="Times New Roman"/>
                <a:cs typeface="Times New Roman"/>
              </a:rPr>
              <a:t>SINGH</a:t>
            </a:r>
            <a:endParaRPr sz="1200" dirty="0">
              <a:latin typeface="Times New Roman"/>
              <a:cs typeface="Times New Roman"/>
            </a:endParaRPr>
          </a:p>
        </p:txBody>
      </p:sp>
      <p:sp>
        <p:nvSpPr>
          <p:cNvPr id="8" name="object 8"/>
          <p:cNvSpPr txBox="1"/>
          <p:nvPr/>
        </p:nvSpPr>
        <p:spPr>
          <a:xfrm>
            <a:off x="5526562" y="9168858"/>
            <a:ext cx="854710" cy="20827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a:cs typeface="Times New Roman"/>
              </a:rPr>
              <a:t>22G21A3202</a:t>
            </a:r>
            <a:endParaRPr sz="1200" dirty="0">
              <a:latin typeface="Times New Roman"/>
              <a:cs typeface="Times New Roman"/>
            </a:endParaRPr>
          </a:p>
        </p:txBody>
      </p:sp>
      <p:pic>
        <p:nvPicPr>
          <p:cNvPr id="9" name="object 9"/>
          <p:cNvPicPr/>
          <p:nvPr/>
        </p:nvPicPr>
        <p:blipFill>
          <a:blip r:embed="rId2" cstate="print"/>
          <a:stretch>
            <a:fillRect/>
          </a:stretch>
        </p:blipFill>
        <p:spPr>
          <a:xfrm>
            <a:off x="3098972" y="2475164"/>
            <a:ext cx="1682744" cy="1314087"/>
          </a:xfrm>
          <a:prstGeom prst="rect">
            <a:avLst/>
          </a:prstGeom>
        </p:spPr>
      </p:pic>
      <p:sp>
        <p:nvSpPr>
          <p:cNvPr id="11" name="Footer Placeholder 10">
            <a:extLst>
              <a:ext uri="{FF2B5EF4-FFF2-40B4-BE49-F238E27FC236}">
                <a16:creationId xmlns:a16="http://schemas.microsoft.com/office/drawing/2014/main" id="{7F561D4E-1112-8E1B-F1BD-40A22BDB2AB1}"/>
              </a:ext>
            </a:extLst>
          </p:cNvPr>
          <p:cNvSpPr>
            <a:spLocks noGrp="1"/>
          </p:cNvSpPr>
          <p:nvPr>
            <p:ph type="ftr" sz="quarter" idx="5"/>
          </p:nvPr>
        </p:nvSpPr>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48474" y="1201383"/>
            <a:ext cx="1353185" cy="238760"/>
          </a:xfrm>
          <a:prstGeom prst="rect">
            <a:avLst/>
          </a:prstGeom>
        </p:spPr>
        <p:txBody>
          <a:bodyPr vert="horz" wrap="square" lIns="0" tIns="12700" rIns="0" bIns="0" rtlCol="0">
            <a:spAutoFit/>
          </a:bodyPr>
          <a:lstStyle/>
          <a:p>
            <a:pPr marL="12700">
              <a:lnSpc>
                <a:spcPct val="100000"/>
              </a:lnSpc>
              <a:spcBef>
                <a:spcPts val="100"/>
              </a:spcBef>
            </a:pPr>
            <a:r>
              <a:rPr sz="1400" b="1" i="1" spc="-30" dirty="0">
                <a:latin typeface="Times New Roman"/>
                <a:cs typeface="Times New Roman"/>
              </a:rPr>
              <a:t>Table</a:t>
            </a:r>
            <a:r>
              <a:rPr sz="1400" b="1" i="1" spc="-20" dirty="0">
                <a:latin typeface="Times New Roman"/>
                <a:cs typeface="Times New Roman"/>
              </a:rPr>
              <a:t> </a:t>
            </a:r>
            <a:r>
              <a:rPr sz="1400" b="1" i="1" spc="-5" dirty="0">
                <a:latin typeface="Times New Roman"/>
                <a:cs typeface="Times New Roman"/>
              </a:rPr>
              <a:t>Of</a:t>
            </a:r>
            <a:r>
              <a:rPr sz="1400" b="1" i="1" spc="-20" dirty="0">
                <a:latin typeface="Times New Roman"/>
                <a:cs typeface="Times New Roman"/>
              </a:rPr>
              <a:t> </a:t>
            </a:r>
            <a:r>
              <a:rPr sz="1400" b="1" i="1" spc="-5" dirty="0">
                <a:latin typeface="Times New Roman"/>
                <a:cs typeface="Times New Roman"/>
              </a:rPr>
              <a:t>Contents</a:t>
            </a:r>
            <a:endParaRPr sz="1400">
              <a:latin typeface="Times New Roman"/>
              <a:cs typeface="Times New Roman"/>
            </a:endParaRPr>
          </a:p>
        </p:txBody>
      </p:sp>
      <p:sp>
        <p:nvSpPr>
          <p:cNvPr id="4" name="object 4"/>
          <p:cNvSpPr txBox="1"/>
          <p:nvPr/>
        </p:nvSpPr>
        <p:spPr>
          <a:xfrm>
            <a:off x="1586688" y="10067745"/>
            <a:ext cx="4745355" cy="180975"/>
          </a:xfrm>
          <a:prstGeom prst="rect">
            <a:avLst/>
          </a:prstGeom>
        </p:spPr>
        <p:txBody>
          <a:bodyPr vert="horz" wrap="square" lIns="0" tIns="0" rIns="0" bIns="0" rtlCol="0">
            <a:spAutoFit/>
          </a:bodyPr>
          <a:lstStyle/>
          <a:p>
            <a:pPr marL="12700">
              <a:lnSpc>
                <a:spcPts val="1300"/>
              </a:lnSpc>
            </a:pPr>
            <a:r>
              <a:rPr sz="1100" spc="-50" dirty="0">
                <a:latin typeface="Times New Roman"/>
                <a:cs typeface="Times New Roman"/>
              </a:rPr>
              <a:t>DEPARTMENT</a:t>
            </a:r>
            <a:r>
              <a:rPr sz="1100" spc="5" dirty="0">
                <a:latin typeface="Times New Roman"/>
                <a:cs typeface="Times New Roman"/>
              </a:rPr>
              <a:t> </a:t>
            </a:r>
            <a:r>
              <a:rPr sz="1100" spc="-65" dirty="0">
                <a:latin typeface="Times New Roman"/>
                <a:cs typeface="Times New Roman"/>
              </a:rPr>
              <a:t>OF</a:t>
            </a:r>
            <a:r>
              <a:rPr sz="1100" spc="5" dirty="0">
                <a:latin typeface="Times New Roman"/>
                <a:cs typeface="Times New Roman"/>
              </a:rPr>
              <a:t> </a:t>
            </a:r>
            <a:r>
              <a:rPr sz="1100" spc="-70" dirty="0">
                <a:latin typeface="Times New Roman"/>
                <a:cs typeface="Times New Roman"/>
              </a:rPr>
              <a:t>COMPUTER</a:t>
            </a:r>
            <a:r>
              <a:rPr sz="1100" spc="5" dirty="0">
                <a:latin typeface="Times New Roman"/>
                <a:cs typeface="Times New Roman"/>
              </a:rPr>
              <a:t> </a:t>
            </a:r>
            <a:r>
              <a:rPr sz="1100" spc="-50" dirty="0">
                <a:latin typeface="Times New Roman"/>
                <a:cs typeface="Times New Roman"/>
              </a:rPr>
              <a:t>SCIENCE</a:t>
            </a:r>
            <a:r>
              <a:rPr sz="1100" spc="10" dirty="0">
                <a:latin typeface="Times New Roman"/>
                <a:cs typeface="Times New Roman"/>
              </a:rPr>
              <a:t> </a:t>
            </a:r>
            <a:r>
              <a:rPr sz="1100" spc="-80" dirty="0">
                <a:latin typeface="Times New Roman"/>
                <a:cs typeface="Times New Roman"/>
              </a:rPr>
              <a:t>AND</a:t>
            </a:r>
            <a:r>
              <a:rPr sz="1100" spc="10" dirty="0">
                <a:latin typeface="Times New Roman"/>
                <a:cs typeface="Times New Roman"/>
              </a:rPr>
              <a:t> </a:t>
            </a:r>
            <a:r>
              <a:rPr sz="1100" spc="-55" dirty="0">
                <a:latin typeface="Times New Roman"/>
                <a:cs typeface="Times New Roman"/>
              </a:rPr>
              <a:t>ENGINEERING</a:t>
            </a:r>
            <a:r>
              <a:rPr sz="1100" spc="-5" dirty="0">
                <a:latin typeface="Times New Roman"/>
                <a:cs typeface="Times New Roman"/>
              </a:rPr>
              <a:t> </a:t>
            </a:r>
            <a:r>
              <a:rPr sz="1100" spc="5" dirty="0">
                <a:latin typeface="Times New Roman"/>
                <a:cs typeface="Times New Roman"/>
              </a:rPr>
              <a:t>(DATA</a:t>
            </a:r>
            <a:r>
              <a:rPr sz="1100" spc="15" dirty="0">
                <a:latin typeface="Times New Roman"/>
                <a:cs typeface="Times New Roman"/>
              </a:rPr>
              <a:t> </a:t>
            </a:r>
            <a:r>
              <a:rPr sz="1100" spc="-30" dirty="0">
                <a:latin typeface="Times New Roman"/>
                <a:cs typeface="Times New Roman"/>
              </a:rPr>
              <a:t>SCIENCE)</a:t>
            </a:r>
            <a:endParaRPr sz="110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3253089278"/>
              </p:ext>
            </p:extLst>
          </p:nvPr>
        </p:nvGraphicFramePr>
        <p:xfrm>
          <a:off x="588573" y="1824744"/>
          <a:ext cx="6651624" cy="6550532"/>
        </p:xfrm>
        <a:graphic>
          <a:graphicData uri="http://schemas.openxmlformats.org/drawingml/2006/table">
            <a:tbl>
              <a:tblPr firstRow="1" bandRow="1">
                <a:tableStyleId>{2D5ABB26-0587-4C30-8999-92F81FD0307C}</a:tableStyleId>
              </a:tblPr>
              <a:tblGrid>
                <a:gridCol w="539750">
                  <a:extLst>
                    <a:ext uri="{9D8B030D-6E8A-4147-A177-3AD203B41FA5}">
                      <a16:colId xmlns:a16="http://schemas.microsoft.com/office/drawing/2014/main" val="20000"/>
                    </a:ext>
                  </a:extLst>
                </a:gridCol>
                <a:gridCol w="5131435">
                  <a:extLst>
                    <a:ext uri="{9D8B030D-6E8A-4147-A177-3AD203B41FA5}">
                      <a16:colId xmlns:a16="http://schemas.microsoft.com/office/drawing/2014/main" val="20001"/>
                    </a:ext>
                  </a:extLst>
                </a:gridCol>
                <a:gridCol w="980439">
                  <a:extLst>
                    <a:ext uri="{9D8B030D-6E8A-4147-A177-3AD203B41FA5}">
                      <a16:colId xmlns:a16="http://schemas.microsoft.com/office/drawing/2014/main" val="20002"/>
                    </a:ext>
                  </a:extLst>
                </a:gridCol>
              </a:tblGrid>
              <a:tr h="460312">
                <a:tc>
                  <a:txBody>
                    <a:bodyPr/>
                    <a:lstStyle/>
                    <a:p>
                      <a:pPr algn="ctr">
                        <a:lnSpc>
                          <a:spcPct val="100000"/>
                        </a:lnSpc>
                        <a:spcBef>
                          <a:spcPts val="20"/>
                        </a:spcBef>
                      </a:pPr>
                      <a:r>
                        <a:rPr sz="1300" b="1" spc="-5" dirty="0">
                          <a:latin typeface="Times New Roman"/>
                          <a:cs typeface="Times New Roman"/>
                        </a:rPr>
                        <a:t>S.No.</a:t>
                      </a:r>
                      <a:endParaRPr sz="13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1300" b="1" spc="-10" dirty="0">
                          <a:latin typeface="Times New Roman"/>
                          <a:cs typeface="Times New Roman"/>
                        </a:rPr>
                        <a:t>Title</a:t>
                      </a:r>
                      <a:endParaRPr sz="13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1300" b="1" spc="-5" dirty="0">
                          <a:latin typeface="Times New Roman"/>
                          <a:cs typeface="Times New Roman"/>
                        </a:rPr>
                        <a:t>Pg.</a:t>
                      </a:r>
                      <a:r>
                        <a:rPr sz="1300" b="1" spc="-40" dirty="0">
                          <a:latin typeface="Times New Roman"/>
                          <a:cs typeface="Times New Roman"/>
                        </a:rPr>
                        <a:t> </a:t>
                      </a:r>
                      <a:r>
                        <a:rPr sz="1300" b="1" spc="-5" dirty="0">
                          <a:latin typeface="Times New Roman"/>
                          <a:cs typeface="Times New Roman"/>
                        </a:rPr>
                        <a:t>No.</a:t>
                      </a:r>
                      <a:endParaRPr sz="13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74956">
                <a:tc>
                  <a:txBody>
                    <a:bodyPr/>
                    <a:lstStyle/>
                    <a:p>
                      <a:pPr algn="ctr">
                        <a:lnSpc>
                          <a:spcPts val="1545"/>
                        </a:lnSpc>
                      </a:pPr>
                      <a:r>
                        <a:rPr sz="1300" dirty="0">
                          <a:latin typeface="Times New Roman"/>
                          <a:cs typeface="Times New Roman"/>
                        </a:rPr>
                        <a:t>1</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Community</a:t>
                      </a:r>
                      <a:r>
                        <a:rPr sz="1300" spc="-30" dirty="0">
                          <a:latin typeface="Times New Roman"/>
                          <a:cs typeface="Times New Roman"/>
                        </a:rPr>
                        <a:t> </a:t>
                      </a:r>
                      <a:r>
                        <a:rPr sz="1300" spc="-5" dirty="0">
                          <a:latin typeface="Times New Roman"/>
                          <a:cs typeface="Times New Roman"/>
                        </a:rPr>
                        <a:t>Internship</a:t>
                      </a:r>
                      <a:r>
                        <a:rPr sz="1300" spc="5" dirty="0">
                          <a:latin typeface="Times New Roman"/>
                          <a:cs typeface="Times New Roman"/>
                        </a:rPr>
                        <a:t> </a:t>
                      </a:r>
                      <a:r>
                        <a:rPr sz="1300" spc="-5" dirty="0">
                          <a:latin typeface="Times New Roman"/>
                          <a:cs typeface="Times New Roman"/>
                        </a:rPr>
                        <a:t>Report</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1-2</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81053">
                <a:tc>
                  <a:txBody>
                    <a:bodyPr/>
                    <a:lstStyle/>
                    <a:p>
                      <a:pPr algn="ctr">
                        <a:lnSpc>
                          <a:spcPts val="1545"/>
                        </a:lnSpc>
                      </a:pPr>
                      <a:r>
                        <a:rPr sz="1300" dirty="0">
                          <a:latin typeface="Times New Roman"/>
                          <a:cs typeface="Times New Roman"/>
                        </a:rPr>
                        <a:t>2</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Student</a:t>
                      </a:r>
                      <a:r>
                        <a:rPr sz="1300" spc="-30" dirty="0">
                          <a:latin typeface="Times New Roman"/>
                          <a:cs typeface="Times New Roman"/>
                        </a:rPr>
                        <a:t> </a:t>
                      </a:r>
                      <a:r>
                        <a:rPr sz="1300" spc="-5" dirty="0">
                          <a:latin typeface="Times New Roman"/>
                          <a:cs typeface="Times New Roman"/>
                        </a:rPr>
                        <a:t>declaration</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2-3</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78382">
                <a:tc>
                  <a:txBody>
                    <a:bodyPr/>
                    <a:lstStyle/>
                    <a:p>
                      <a:pPr algn="ctr">
                        <a:lnSpc>
                          <a:spcPts val="1545"/>
                        </a:lnSpc>
                      </a:pPr>
                      <a:r>
                        <a:rPr sz="1300" dirty="0">
                          <a:latin typeface="Times New Roman"/>
                          <a:cs typeface="Times New Roman"/>
                        </a:rPr>
                        <a:t>3</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Official Community</a:t>
                      </a:r>
                      <a:r>
                        <a:rPr sz="1300" spc="-30" dirty="0">
                          <a:latin typeface="Times New Roman"/>
                          <a:cs typeface="Times New Roman"/>
                        </a:rPr>
                        <a:t> </a:t>
                      </a:r>
                      <a:r>
                        <a:rPr sz="1300" spc="-5" dirty="0">
                          <a:latin typeface="Times New Roman"/>
                          <a:cs typeface="Times New Roman"/>
                        </a:rPr>
                        <a:t>Certificate</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3-4</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73432">
                <a:tc>
                  <a:txBody>
                    <a:bodyPr/>
                    <a:lstStyle/>
                    <a:p>
                      <a:pPr algn="ctr">
                        <a:lnSpc>
                          <a:spcPts val="1545"/>
                        </a:lnSpc>
                      </a:pPr>
                      <a:r>
                        <a:rPr sz="1300" dirty="0">
                          <a:latin typeface="Times New Roman"/>
                          <a:cs typeface="Times New Roman"/>
                        </a:rPr>
                        <a:t>4</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Acknowledgments</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4-5</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79528">
                <a:tc>
                  <a:txBody>
                    <a:bodyPr/>
                    <a:lstStyle/>
                    <a:p>
                      <a:pPr algn="ctr">
                        <a:lnSpc>
                          <a:spcPts val="1545"/>
                        </a:lnSpc>
                      </a:pPr>
                      <a:r>
                        <a:rPr sz="1300" dirty="0">
                          <a:latin typeface="Times New Roman"/>
                          <a:cs typeface="Times New Roman"/>
                        </a:rPr>
                        <a:t>5</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Executive</a:t>
                      </a:r>
                      <a:r>
                        <a:rPr sz="1300" spc="-25" dirty="0">
                          <a:latin typeface="Times New Roman"/>
                          <a:cs typeface="Times New Roman"/>
                        </a:rPr>
                        <a:t> </a:t>
                      </a:r>
                      <a:r>
                        <a:rPr sz="1300" spc="-5" dirty="0">
                          <a:latin typeface="Times New Roman"/>
                          <a:cs typeface="Times New Roman"/>
                        </a:rPr>
                        <a:t>Summary</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5-6</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74956">
                <a:tc>
                  <a:txBody>
                    <a:bodyPr/>
                    <a:lstStyle/>
                    <a:p>
                      <a:pPr algn="ctr">
                        <a:lnSpc>
                          <a:spcPts val="1545"/>
                        </a:lnSpc>
                      </a:pPr>
                      <a:r>
                        <a:rPr sz="1300" dirty="0">
                          <a:latin typeface="Times New Roman"/>
                          <a:cs typeface="Times New Roman"/>
                        </a:rPr>
                        <a:t>6</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Overview</a:t>
                      </a:r>
                      <a:r>
                        <a:rPr sz="1300" spc="-20" dirty="0">
                          <a:latin typeface="Times New Roman"/>
                          <a:cs typeface="Times New Roman"/>
                        </a:rPr>
                        <a:t> </a:t>
                      </a:r>
                      <a:r>
                        <a:rPr sz="1300" spc="-5" dirty="0">
                          <a:latin typeface="Times New Roman"/>
                          <a:cs typeface="Times New Roman"/>
                        </a:rPr>
                        <a:t>of the</a:t>
                      </a:r>
                      <a:r>
                        <a:rPr sz="1300" spc="-20" dirty="0">
                          <a:latin typeface="Times New Roman"/>
                          <a:cs typeface="Times New Roman"/>
                        </a:rPr>
                        <a:t> </a:t>
                      </a:r>
                      <a:r>
                        <a:rPr sz="1300" dirty="0">
                          <a:latin typeface="Times New Roman"/>
                          <a:cs typeface="Times New Roman"/>
                        </a:rPr>
                        <a:t>Community</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6-7</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79528">
                <a:tc>
                  <a:txBody>
                    <a:bodyPr/>
                    <a:lstStyle/>
                    <a:p>
                      <a:pPr algn="ctr">
                        <a:lnSpc>
                          <a:spcPts val="1545"/>
                        </a:lnSpc>
                      </a:pPr>
                      <a:r>
                        <a:rPr sz="1300" dirty="0">
                          <a:latin typeface="Times New Roman"/>
                          <a:cs typeface="Times New Roman"/>
                        </a:rPr>
                        <a:t>7</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Community</a:t>
                      </a:r>
                      <a:r>
                        <a:rPr sz="1300" spc="-35" dirty="0">
                          <a:latin typeface="Times New Roman"/>
                          <a:cs typeface="Times New Roman"/>
                        </a:rPr>
                        <a:t> </a:t>
                      </a:r>
                      <a:r>
                        <a:rPr sz="1300" spc="-5" dirty="0">
                          <a:latin typeface="Times New Roman"/>
                          <a:cs typeface="Times New Roman"/>
                        </a:rPr>
                        <a:t>Service</a:t>
                      </a:r>
                      <a:r>
                        <a:rPr sz="1300" spc="-10" dirty="0">
                          <a:latin typeface="Times New Roman"/>
                          <a:cs typeface="Times New Roman"/>
                        </a:rPr>
                        <a:t> </a:t>
                      </a:r>
                      <a:r>
                        <a:rPr sz="1300" dirty="0">
                          <a:latin typeface="Times New Roman"/>
                          <a:cs typeface="Times New Roman"/>
                        </a:rPr>
                        <a:t>part</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sz="1300" spc="-5" dirty="0">
                          <a:latin typeface="Times New Roman"/>
                          <a:cs typeface="Times New Roman"/>
                        </a:rPr>
                        <a:t>7-8</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78248">
                <a:tc>
                  <a:txBody>
                    <a:bodyPr/>
                    <a:lstStyle/>
                    <a:p>
                      <a:pPr algn="ctr">
                        <a:lnSpc>
                          <a:spcPts val="1530"/>
                        </a:lnSpc>
                      </a:pPr>
                      <a:r>
                        <a:rPr sz="1300" dirty="0">
                          <a:latin typeface="Times New Roman"/>
                          <a:cs typeface="Times New Roman"/>
                        </a:rPr>
                        <a:t>8</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30"/>
                        </a:lnSpc>
                      </a:pPr>
                      <a:r>
                        <a:rPr sz="1300" spc="-35" dirty="0">
                          <a:latin typeface="Times New Roman"/>
                          <a:cs typeface="Times New Roman"/>
                        </a:rPr>
                        <a:t>Week</a:t>
                      </a:r>
                      <a:r>
                        <a:rPr sz="1300" spc="-5" dirty="0">
                          <a:latin typeface="Times New Roman"/>
                          <a:cs typeface="Times New Roman"/>
                        </a:rPr>
                        <a:t> </a:t>
                      </a:r>
                      <a:r>
                        <a:rPr sz="1300" dirty="0">
                          <a:latin typeface="Times New Roman"/>
                          <a:cs typeface="Times New Roman"/>
                        </a:rPr>
                        <a:t>wise</a:t>
                      </a:r>
                      <a:r>
                        <a:rPr sz="1300" spc="-75" dirty="0">
                          <a:latin typeface="Times New Roman"/>
                          <a:cs typeface="Times New Roman"/>
                        </a:rPr>
                        <a:t> </a:t>
                      </a:r>
                      <a:r>
                        <a:rPr sz="1300" dirty="0">
                          <a:latin typeface="Times New Roman"/>
                          <a:cs typeface="Times New Roman"/>
                        </a:rPr>
                        <a:t>Activity</a:t>
                      </a:r>
                      <a:r>
                        <a:rPr sz="1300" spc="-30" dirty="0">
                          <a:latin typeface="Times New Roman"/>
                          <a:cs typeface="Times New Roman"/>
                        </a:rPr>
                        <a:t> </a:t>
                      </a:r>
                      <a:r>
                        <a:rPr sz="1300" spc="-5" dirty="0">
                          <a:latin typeface="Times New Roman"/>
                          <a:cs typeface="Times New Roman"/>
                        </a:rPr>
                        <a:t>Logs </a:t>
                      </a:r>
                      <a:r>
                        <a:rPr sz="1300" spc="-10" dirty="0">
                          <a:latin typeface="Times New Roman"/>
                          <a:cs typeface="Times New Roman"/>
                        </a:rPr>
                        <a:t>&amp;</a:t>
                      </a:r>
                      <a:r>
                        <a:rPr sz="1300" dirty="0">
                          <a:latin typeface="Times New Roman"/>
                          <a:cs typeface="Times New Roman"/>
                        </a:rPr>
                        <a:t> </a:t>
                      </a:r>
                      <a:r>
                        <a:rPr sz="1300" spc="-5" dirty="0">
                          <a:latin typeface="Times New Roman"/>
                          <a:cs typeface="Times New Roman"/>
                        </a:rPr>
                        <a:t>Reports</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30"/>
                        </a:lnSpc>
                      </a:pPr>
                      <a:r>
                        <a:rPr sz="1300" spc="-5" dirty="0">
                          <a:latin typeface="Times New Roman"/>
                          <a:cs typeface="Times New Roman"/>
                        </a:rPr>
                        <a:t>9-</a:t>
                      </a:r>
                      <a:r>
                        <a:rPr lang="en-US" sz="1300" spc="-5" dirty="0">
                          <a:latin typeface="Times New Roman"/>
                          <a:cs typeface="Times New Roman"/>
                        </a:rPr>
                        <a:t>24</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81053">
                <a:tc>
                  <a:txBody>
                    <a:bodyPr/>
                    <a:lstStyle/>
                    <a:p>
                      <a:pPr algn="ctr">
                        <a:lnSpc>
                          <a:spcPts val="1545"/>
                        </a:lnSpc>
                      </a:pPr>
                      <a:r>
                        <a:rPr sz="1300" dirty="0">
                          <a:latin typeface="Times New Roman"/>
                          <a:cs typeface="Times New Roman"/>
                        </a:rPr>
                        <a:t>9</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Outcomes</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24-25</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79528">
                <a:tc>
                  <a:txBody>
                    <a:bodyPr/>
                    <a:lstStyle/>
                    <a:p>
                      <a:pPr algn="ctr">
                        <a:lnSpc>
                          <a:spcPts val="1545"/>
                        </a:lnSpc>
                      </a:pPr>
                      <a:r>
                        <a:rPr sz="1300" spc="-5" dirty="0">
                          <a:latin typeface="Times New Roman"/>
                          <a:cs typeface="Times New Roman"/>
                        </a:rPr>
                        <a:t>10</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Identified</a:t>
                      </a:r>
                      <a:r>
                        <a:rPr sz="1300" spc="-20" dirty="0">
                          <a:latin typeface="Times New Roman"/>
                          <a:cs typeface="Times New Roman"/>
                        </a:rPr>
                        <a:t> </a:t>
                      </a:r>
                      <a:r>
                        <a:rPr sz="1300" spc="-5" dirty="0">
                          <a:latin typeface="Times New Roman"/>
                          <a:cs typeface="Times New Roman"/>
                        </a:rPr>
                        <a:t>Problems</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25-26</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79528">
                <a:tc>
                  <a:txBody>
                    <a:bodyPr/>
                    <a:lstStyle/>
                    <a:p>
                      <a:pPr algn="ctr">
                        <a:lnSpc>
                          <a:spcPts val="1545"/>
                        </a:lnSpc>
                      </a:pPr>
                      <a:r>
                        <a:rPr sz="1300" spc="-30" dirty="0">
                          <a:latin typeface="Times New Roman"/>
                          <a:cs typeface="Times New Roman"/>
                        </a:rPr>
                        <a:t>11</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dirty="0">
                          <a:latin typeface="Times New Roman"/>
                          <a:cs typeface="Times New Roman"/>
                        </a:rPr>
                        <a:t>Plan of</a:t>
                      </a:r>
                      <a:r>
                        <a:rPr sz="1300" spc="-65" dirty="0">
                          <a:latin typeface="Times New Roman"/>
                          <a:cs typeface="Times New Roman"/>
                        </a:rPr>
                        <a:t> </a:t>
                      </a:r>
                      <a:r>
                        <a:rPr sz="1300" dirty="0">
                          <a:latin typeface="Times New Roman"/>
                          <a:cs typeface="Times New Roman"/>
                        </a:rPr>
                        <a:t>Acti</a:t>
                      </a:r>
                      <a:r>
                        <a:rPr sz="1300" spc="5" dirty="0">
                          <a:latin typeface="Times New Roman"/>
                          <a:cs typeface="Times New Roman"/>
                        </a:rPr>
                        <a:t>o</a:t>
                      </a:r>
                      <a:r>
                        <a:rPr sz="1300" dirty="0">
                          <a:latin typeface="Times New Roman"/>
                          <a:cs typeface="Times New Roman"/>
                        </a:rPr>
                        <a:t>n</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26-27</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0013">
                <a:tc>
                  <a:txBody>
                    <a:bodyPr/>
                    <a:lstStyle/>
                    <a:p>
                      <a:pPr algn="ctr">
                        <a:lnSpc>
                          <a:spcPts val="1545"/>
                        </a:lnSpc>
                      </a:pPr>
                      <a:r>
                        <a:rPr sz="1300" spc="-5" dirty="0">
                          <a:latin typeface="Times New Roman"/>
                          <a:cs typeface="Times New Roman"/>
                        </a:rPr>
                        <a:t>12</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Description</a:t>
                      </a:r>
                      <a:r>
                        <a:rPr sz="1300" spc="5" dirty="0">
                          <a:latin typeface="Times New Roman"/>
                          <a:cs typeface="Times New Roman"/>
                        </a:rPr>
                        <a:t> </a:t>
                      </a:r>
                      <a:r>
                        <a:rPr sz="1300" spc="-5" dirty="0">
                          <a:latin typeface="Times New Roman"/>
                          <a:cs typeface="Times New Roman"/>
                        </a:rPr>
                        <a:t>of</a:t>
                      </a:r>
                      <a:r>
                        <a:rPr sz="1300" spc="-60" dirty="0">
                          <a:latin typeface="Times New Roman"/>
                          <a:cs typeface="Times New Roman"/>
                        </a:rPr>
                        <a:t> </a:t>
                      </a:r>
                      <a:r>
                        <a:rPr sz="1300" spc="-20" dirty="0">
                          <a:latin typeface="Times New Roman"/>
                          <a:cs typeface="Times New Roman"/>
                        </a:rPr>
                        <a:t>Awareness</a:t>
                      </a:r>
                      <a:r>
                        <a:rPr sz="1300" spc="5" dirty="0">
                          <a:latin typeface="Times New Roman"/>
                          <a:cs typeface="Times New Roman"/>
                        </a:rPr>
                        <a:t> </a:t>
                      </a:r>
                      <a:r>
                        <a:rPr sz="1300" spc="-5" dirty="0">
                          <a:latin typeface="Times New Roman"/>
                          <a:cs typeface="Times New Roman"/>
                        </a:rPr>
                        <a:t>Program</a:t>
                      </a:r>
                      <a:r>
                        <a:rPr sz="1300" spc="5" dirty="0">
                          <a:latin typeface="Times New Roman"/>
                          <a:cs typeface="Times New Roman"/>
                        </a:rPr>
                        <a:t> </a:t>
                      </a:r>
                      <a:r>
                        <a:rPr sz="1300" spc="-5" dirty="0">
                          <a:latin typeface="Times New Roman"/>
                          <a:cs typeface="Times New Roman"/>
                        </a:rPr>
                        <a:t>Conducted</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27-28</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79528">
                <a:tc>
                  <a:txBody>
                    <a:bodyPr/>
                    <a:lstStyle/>
                    <a:p>
                      <a:pPr algn="ctr">
                        <a:lnSpc>
                          <a:spcPts val="1545"/>
                        </a:lnSpc>
                      </a:pPr>
                      <a:r>
                        <a:rPr sz="1300" spc="-5" dirty="0">
                          <a:latin typeface="Times New Roman"/>
                          <a:cs typeface="Times New Roman"/>
                        </a:rPr>
                        <a:t>13</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Report</a:t>
                      </a:r>
                      <a:r>
                        <a:rPr sz="1300" spc="-15" dirty="0">
                          <a:latin typeface="Times New Roman"/>
                          <a:cs typeface="Times New Roman"/>
                        </a:rPr>
                        <a:t> </a:t>
                      </a:r>
                      <a:r>
                        <a:rPr sz="1300" spc="-5" dirty="0">
                          <a:latin typeface="Times New Roman"/>
                          <a:cs typeface="Times New Roman"/>
                        </a:rPr>
                        <a:t>of</a:t>
                      </a:r>
                      <a:r>
                        <a:rPr sz="1300" dirty="0">
                          <a:latin typeface="Times New Roman"/>
                          <a:cs typeface="Times New Roman"/>
                        </a:rPr>
                        <a:t> </a:t>
                      </a:r>
                      <a:r>
                        <a:rPr sz="1300" spc="-5" dirty="0">
                          <a:latin typeface="Times New Roman"/>
                          <a:cs typeface="Times New Roman"/>
                        </a:rPr>
                        <a:t>Project</a:t>
                      </a:r>
                      <a:r>
                        <a:rPr sz="1300" spc="-15" dirty="0">
                          <a:latin typeface="Times New Roman"/>
                          <a:cs typeface="Times New Roman"/>
                        </a:rPr>
                        <a:t> </a:t>
                      </a:r>
                      <a:r>
                        <a:rPr sz="1300" spc="-5" dirty="0">
                          <a:latin typeface="Times New Roman"/>
                          <a:cs typeface="Times New Roman"/>
                        </a:rPr>
                        <a:t>work</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28-29</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379906">
                <a:tc>
                  <a:txBody>
                    <a:bodyPr/>
                    <a:lstStyle/>
                    <a:p>
                      <a:pPr algn="ctr">
                        <a:lnSpc>
                          <a:spcPts val="1545"/>
                        </a:lnSpc>
                      </a:pPr>
                      <a:r>
                        <a:rPr sz="1300" spc="-5" dirty="0">
                          <a:latin typeface="Times New Roman"/>
                          <a:cs typeface="Times New Roman"/>
                        </a:rPr>
                        <a:t>14</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Conclusion</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29-30</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381053">
                <a:tc>
                  <a:txBody>
                    <a:bodyPr/>
                    <a:lstStyle/>
                    <a:p>
                      <a:pPr algn="ctr">
                        <a:lnSpc>
                          <a:spcPts val="1545"/>
                        </a:lnSpc>
                      </a:pPr>
                      <a:r>
                        <a:rPr sz="1300" spc="-5" dirty="0">
                          <a:latin typeface="Times New Roman"/>
                          <a:cs typeface="Times New Roman"/>
                        </a:rPr>
                        <a:t>15</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Evaluation</a:t>
                      </a:r>
                      <a:r>
                        <a:rPr sz="1300" spc="-30" dirty="0">
                          <a:latin typeface="Times New Roman"/>
                          <a:cs typeface="Times New Roman"/>
                        </a:rPr>
                        <a:t> </a:t>
                      </a:r>
                      <a:r>
                        <a:rPr sz="1300" spc="-5" dirty="0">
                          <a:latin typeface="Times New Roman"/>
                          <a:cs typeface="Times New Roman"/>
                        </a:rPr>
                        <a:t>forms</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31-32</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r h="379528">
                <a:tc>
                  <a:txBody>
                    <a:bodyPr/>
                    <a:lstStyle/>
                    <a:p>
                      <a:pPr algn="ctr">
                        <a:lnSpc>
                          <a:spcPts val="1545"/>
                        </a:lnSpc>
                      </a:pPr>
                      <a:r>
                        <a:rPr sz="1300" spc="-5" dirty="0">
                          <a:latin typeface="Times New Roman"/>
                          <a:cs typeface="Times New Roman"/>
                        </a:rPr>
                        <a:t>16</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545"/>
                        </a:lnSpc>
                      </a:pPr>
                      <a:r>
                        <a:rPr sz="1300" spc="-5" dirty="0">
                          <a:latin typeface="Times New Roman"/>
                          <a:cs typeface="Times New Roman"/>
                        </a:rPr>
                        <a:t>Photographs</a:t>
                      </a:r>
                      <a:r>
                        <a:rPr sz="1300" spc="-20" dirty="0">
                          <a:latin typeface="Times New Roman"/>
                          <a:cs typeface="Times New Roman"/>
                        </a:rPr>
                        <a:t> </a:t>
                      </a:r>
                      <a:r>
                        <a:rPr sz="1300" spc="-5" dirty="0">
                          <a:latin typeface="Times New Roman"/>
                          <a:cs typeface="Times New Roman"/>
                        </a:rPr>
                        <a:t>Of</a:t>
                      </a:r>
                      <a:r>
                        <a:rPr sz="1300" spc="-10" dirty="0">
                          <a:latin typeface="Times New Roman"/>
                          <a:cs typeface="Times New Roman"/>
                        </a:rPr>
                        <a:t> </a:t>
                      </a:r>
                      <a:r>
                        <a:rPr sz="1300" spc="-5" dirty="0">
                          <a:latin typeface="Times New Roman"/>
                          <a:cs typeface="Times New Roman"/>
                        </a:rPr>
                        <a:t>Proof</a:t>
                      </a:r>
                      <a:endParaRPr sz="13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545"/>
                        </a:lnSpc>
                      </a:pPr>
                      <a:r>
                        <a:rPr lang="en-US" sz="1300" spc="-5" dirty="0">
                          <a:latin typeface="Times New Roman"/>
                          <a:cs typeface="Times New Roman"/>
                        </a:rPr>
                        <a:t>33-34</a:t>
                      </a:r>
                      <a:endParaRPr sz="13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4185" y="1202827"/>
            <a:ext cx="6170930" cy="2368982"/>
          </a:xfrm>
          <a:prstGeom prst="rect">
            <a:avLst/>
          </a:prstGeom>
        </p:spPr>
        <p:txBody>
          <a:bodyPr vert="horz" wrap="square" lIns="0" tIns="12065" rIns="0" bIns="0" rtlCol="0">
            <a:spAutoFit/>
          </a:bodyPr>
          <a:lstStyle/>
          <a:p>
            <a:pPr marR="252729" algn="ctr">
              <a:lnSpc>
                <a:spcPct val="100000"/>
              </a:lnSpc>
              <a:spcBef>
                <a:spcPts val="95"/>
              </a:spcBef>
            </a:pPr>
            <a:r>
              <a:rPr sz="1200" b="1" spc="-5" dirty="0">
                <a:latin typeface="Times New Roman"/>
                <a:cs typeface="Times New Roman"/>
              </a:rPr>
              <a:t>Community</a:t>
            </a:r>
            <a:r>
              <a:rPr sz="1200" b="1" spc="-10" dirty="0">
                <a:latin typeface="Times New Roman"/>
                <a:cs typeface="Times New Roman"/>
              </a:rPr>
              <a:t> </a:t>
            </a:r>
            <a:r>
              <a:rPr sz="1200" b="1" spc="-5" dirty="0">
                <a:latin typeface="Times New Roman"/>
                <a:cs typeface="Times New Roman"/>
              </a:rPr>
              <a:t>Internship</a:t>
            </a:r>
            <a:r>
              <a:rPr sz="1200" b="1" dirty="0">
                <a:latin typeface="Times New Roman"/>
                <a:cs typeface="Times New Roman"/>
              </a:rPr>
              <a:t> </a:t>
            </a:r>
            <a:r>
              <a:rPr sz="1200" b="1" spc="-5" dirty="0">
                <a:latin typeface="Times New Roman"/>
                <a:cs typeface="Times New Roman"/>
              </a:rPr>
              <a:t>Report</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45"/>
              </a:spcBef>
            </a:pPr>
            <a:endParaRPr sz="1050" dirty="0">
              <a:latin typeface="Times New Roman"/>
              <a:cs typeface="Times New Roman"/>
            </a:endParaRPr>
          </a:p>
          <a:p>
            <a:pPr marL="12700">
              <a:lnSpc>
                <a:spcPct val="100000"/>
              </a:lnSpc>
            </a:pPr>
            <a:r>
              <a:rPr sz="1200" b="1" spc="-5" dirty="0">
                <a:latin typeface="Times New Roman"/>
                <a:cs typeface="Times New Roman"/>
              </a:rPr>
              <a:t>Name of</a:t>
            </a:r>
            <a:r>
              <a:rPr sz="1200" b="1" spc="5" dirty="0">
                <a:latin typeface="Times New Roman"/>
                <a:cs typeface="Times New Roman"/>
              </a:rPr>
              <a:t> </a:t>
            </a:r>
            <a:r>
              <a:rPr sz="1200" b="1" spc="-5" dirty="0">
                <a:latin typeface="Times New Roman"/>
                <a:cs typeface="Times New Roman"/>
              </a:rPr>
              <a:t>the</a:t>
            </a:r>
            <a:r>
              <a:rPr sz="1200" b="1" dirty="0">
                <a:latin typeface="Times New Roman"/>
                <a:cs typeface="Times New Roman"/>
              </a:rPr>
              <a:t> </a:t>
            </a:r>
            <a:r>
              <a:rPr sz="1200" b="1" spc="-5" dirty="0">
                <a:latin typeface="Times New Roman"/>
                <a:cs typeface="Times New Roman"/>
              </a:rPr>
              <a:t>Student:</a:t>
            </a:r>
            <a:r>
              <a:rPr sz="1200" b="1" spc="-70" dirty="0">
                <a:latin typeface="Times New Roman"/>
                <a:cs typeface="Times New Roman"/>
              </a:rPr>
              <a:t> </a:t>
            </a:r>
            <a:r>
              <a:rPr sz="1200" spc="-5" dirty="0">
                <a:latin typeface="Times New Roman"/>
                <a:cs typeface="Times New Roman"/>
              </a:rPr>
              <a:t>ALAMPOOR</a:t>
            </a:r>
            <a:r>
              <a:rPr sz="1200" spc="-25" dirty="0">
                <a:latin typeface="Times New Roman"/>
                <a:cs typeface="Times New Roman"/>
              </a:rPr>
              <a:t> </a:t>
            </a:r>
            <a:r>
              <a:rPr sz="1200" spc="-5" dirty="0">
                <a:latin typeface="Times New Roman"/>
                <a:cs typeface="Times New Roman"/>
              </a:rPr>
              <a:t>THARUN</a:t>
            </a:r>
            <a:r>
              <a:rPr sz="1200" dirty="0">
                <a:latin typeface="Times New Roman"/>
                <a:cs typeface="Times New Roman"/>
              </a:rPr>
              <a:t> </a:t>
            </a:r>
            <a:r>
              <a:rPr sz="1200" spc="-5" dirty="0">
                <a:latin typeface="Times New Roman"/>
                <a:cs typeface="Times New Roman"/>
              </a:rPr>
              <a:t>SINGH</a:t>
            </a:r>
            <a:endParaRPr sz="1200" dirty="0">
              <a:latin typeface="Times New Roman"/>
              <a:cs typeface="Times New Roman"/>
            </a:endParaRPr>
          </a:p>
          <a:p>
            <a:pPr marL="12700">
              <a:lnSpc>
                <a:spcPct val="100000"/>
              </a:lnSpc>
              <a:spcBef>
                <a:spcPts val="625"/>
              </a:spcBef>
            </a:pPr>
            <a:r>
              <a:rPr sz="1200" b="1" spc="-5" dirty="0">
                <a:latin typeface="Times New Roman"/>
                <a:cs typeface="Times New Roman"/>
              </a:rPr>
              <a:t>Name</a:t>
            </a:r>
            <a:r>
              <a:rPr sz="1200" b="1" dirty="0">
                <a:latin typeface="Times New Roman"/>
                <a:cs typeface="Times New Roman"/>
              </a:rPr>
              <a:t> </a:t>
            </a:r>
            <a:r>
              <a:rPr sz="1200" b="1" spc="-5" dirty="0">
                <a:latin typeface="Times New Roman"/>
                <a:cs typeface="Times New Roman"/>
              </a:rPr>
              <a:t>of</a:t>
            </a:r>
            <a:r>
              <a:rPr sz="1200" b="1" spc="20" dirty="0">
                <a:latin typeface="Times New Roman"/>
                <a:cs typeface="Times New Roman"/>
              </a:rPr>
              <a:t> </a:t>
            </a:r>
            <a:r>
              <a:rPr sz="1200" b="1" spc="-5" dirty="0">
                <a:latin typeface="Times New Roman"/>
                <a:cs typeface="Times New Roman"/>
              </a:rPr>
              <a:t>the</a:t>
            </a:r>
            <a:r>
              <a:rPr sz="1200" b="1" spc="15" dirty="0">
                <a:latin typeface="Times New Roman"/>
                <a:cs typeface="Times New Roman"/>
              </a:rPr>
              <a:t> </a:t>
            </a:r>
            <a:r>
              <a:rPr sz="1200" b="1" spc="-5" dirty="0">
                <a:latin typeface="Times New Roman"/>
                <a:cs typeface="Times New Roman"/>
              </a:rPr>
              <a:t>college:</a:t>
            </a:r>
            <a:r>
              <a:rPr lang="en-US" sz="1200" b="1" spc="-5" dirty="0">
                <a:latin typeface="Times New Roman"/>
                <a:cs typeface="Times New Roman"/>
              </a:rPr>
              <a:t>  </a:t>
            </a:r>
            <a:r>
              <a:rPr sz="1200" spc="-5" dirty="0">
                <a:latin typeface="Times New Roman"/>
                <a:cs typeface="Times New Roman"/>
              </a:rPr>
              <a:t>AUDISANKARA</a:t>
            </a:r>
            <a:r>
              <a:rPr sz="1200" spc="-70" dirty="0">
                <a:latin typeface="Times New Roman"/>
                <a:cs typeface="Times New Roman"/>
              </a:rPr>
              <a:t> </a:t>
            </a:r>
            <a:r>
              <a:rPr sz="1200" spc="-5" dirty="0">
                <a:latin typeface="Times New Roman"/>
                <a:cs typeface="Times New Roman"/>
              </a:rPr>
              <a:t>COLLEGE</a:t>
            </a:r>
            <a:r>
              <a:rPr sz="1200" spc="10"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spc="-5" dirty="0">
                <a:latin typeface="Times New Roman"/>
                <a:cs typeface="Times New Roman"/>
              </a:rPr>
              <a:t>ENGINEERING</a:t>
            </a:r>
            <a:r>
              <a:rPr sz="1200" spc="20" dirty="0">
                <a:latin typeface="Times New Roman"/>
                <a:cs typeface="Times New Roman"/>
              </a:rPr>
              <a:t> </a:t>
            </a:r>
            <a:r>
              <a:rPr sz="1200" spc="-5" dirty="0">
                <a:latin typeface="Times New Roman"/>
                <a:cs typeface="Times New Roman"/>
              </a:rPr>
              <a:t>&amp;</a:t>
            </a:r>
            <a:r>
              <a:rPr sz="1200" spc="-10" dirty="0">
                <a:latin typeface="Times New Roman"/>
                <a:cs typeface="Times New Roman"/>
              </a:rPr>
              <a:t> </a:t>
            </a:r>
            <a:r>
              <a:rPr sz="1200" spc="-5" dirty="0">
                <a:latin typeface="Times New Roman"/>
                <a:cs typeface="Times New Roman"/>
              </a:rPr>
              <a:t>TECHNOLOGY</a:t>
            </a:r>
            <a:endParaRPr sz="1200" dirty="0">
              <a:latin typeface="Times New Roman"/>
              <a:cs typeface="Times New Roman"/>
            </a:endParaRPr>
          </a:p>
          <a:p>
            <a:pPr marL="12700" marR="3839210">
              <a:lnSpc>
                <a:spcPct val="143400"/>
              </a:lnSpc>
              <a:spcBef>
                <a:spcPts val="60"/>
              </a:spcBef>
            </a:pPr>
            <a:r>
              <a:rPr sz="1200" b="1" spc="-5" dirty="0">
                <a:latin typeface="Times New Roman"/>
                <a:cs typeface="Times New Roman"/>
              </a:rPr>
              <a:t>Registration</a:t>
            </a:r>
            <a:r>
              <a:rPr sz="1200" b="1" dirty="0">
                <a:latin typeface="Times New Roman"/>
                <a:cs typeface="Times New Roman"/>
              </a:rPr>
              <a:t> </a:t>
            </a:r>
            <a:r>
              <a:rPr sz="1200" b="1" spc="-5" dirty="0">
                <a:latin typeface="Times New Roman"/>
                <a:cs typeface="Times New Roman"/>
              </a:rPr>
              <a:t>Number: </a:t>
            </a:r>
            <a:r>
              <a:rPr sz="1200" spc="-5" dirty="0">
                <a:latin typeface="Times New Roman"/>
                <a:cs typeface="Times New Roman"/>
              </a:rPr>
              <a:t>22G21A3202 </a:t>
            </a:r>
            <a:r>
              <a:rPr sz="1200" b="1" spc="-285" dirty="0">
                <a:latin typeface="Times New Roman"/>
                <a:cs typeface="Times New Roman"/>
              </a:rPr>
              <a:t> </a:t>
            </a:r>
            <a:r>
              <a:rPr sz="1200" b="1" spc="-5" dirty="0">
                <a:latin typeface="Times New Roman"/>
                <a:cs typeface="Times New Roman"/>
              </a:rPr>
              <a:t>Period</a:t>
            </a:r>
            <a:r>
              <a:rPr sz="1200" b="1" dirty="0">
                <a:latin typeface="Times New Roman"/>
                <a:cs typeface="Times New Roman"/>
              </a:rPr>
              <a:t> </a:t>
            </a:r>
            <a:r>
              <a:rPr sz="1200" b="1" spc="-5"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CSI:</a:t>
            </a:r>
            <a:r>
              <a:rPr lang="en-US" sz="1200" b="1" spc="-5" dirty="0">
                <a:latin typeface="Times New Roman"/>
                <a:cs typeface="Times New Roman"/>
              </a:rPr>
              <a:t>  </a:t>
            </a:r>
            <a:r>
              <a:rPr lang="en-US" sz="1200" spc="-5" dirty="0">
                <a:latin typeface="Times New Roman"/>
                <a:cs typeface="Times New Roman"/>
              </a:rPr>
              <a:t>8</a:t>
            </a:r>
            <a:r>
              <a:rPr sz="1200" spc="-30" dirty="0">
                <a:latin typeface="Times New Roman"/>
                <a:cs typeface="Times New Roman"/>
              </a:rPr>
              <a:t> </a:t>
            </a:r>
            <a:r>
              <a:rPr sz="1200" spc="-5" dirty="0">
                <a:latin typeface="Times New Roman"/>
                <a:cs typeface="Times New Roman"/>
              </a:rPr>
              <a:t>WEEKS</a:t>
            </a:r>
            <a:endParaRPr sz="1200" dirty="0">
              <a:latin typeface="Times New Roman"/>
              <a:cs typeface="Times New Roman"/>
            </a:endParaRPr>
          </a:p>
          <a:p>
            <a:pPr marL="12700">
              <a:lnSpc>
                <a:spcPct val="100000"/>
              </a:lnSpc>
              <a:spcBef>
                <a:spcPts val="650"/>
              </a:spcBef>
            </a:pPr>
            <a:r>
              <a:rPr sz="1200" b="1" spc="-10" dirty="0">
                <a:latin typeface="Times New Roman"/>
                <a:cs typeface="Times New Roman"/>
              </a:rPr>
              <a:t>From</a:t>
            </a:r>
            <a:r>
              <a:rPr sz="1200" spc="-10" dirty="0">
                <a:latin typeface="Times New Roman"/>
                <a:cs typeface="Times New Roman"/>
              </a:rPr>
              <a:t>:2</a:t>
            </a:r>
            <a:r>
              <a:rPr lang="en-US" sz="1200" spc="-10" dirty="0">
                <a:latin typeface="Times New Roman"/>
                <a:cs typeface="Times New Roman"/>
              </a:rPr>
              <a:t>3</a:t>
            </a:r>
            <a:r>
              <a:rPr sz="1200" spc="-10" dirty="0">
                <a:latin typeface="Times New Roman"/>
                <a:cs typeface="Times New Roman"/>
              </a:rPr>
              <a:t>-0</a:t>
            </a:r>
            <a:r>
              <a:rPr lang="en-US" sz="1200" spc="-10" dirty="0">
                <a:latin typeface="Times New Roman"/>
                <a:cs typeface="Times New Roman"/>
              </a:rPr>
              <a:t>7</a:t>
            </a:r>
            <a:r>
              <a:rPr sz="1200" spc="-10" dirty="0">
                <a:latin typeface="Times New Roman"/>
                <a:cs typeface="Times New Roman"/>
              </a:rPr>
              <a:t>-202</a:t>
            </a:r>
            <a:r>
              <a:rPr lang="en-US" sz="1200" spc="-10" dirty="0">
                <a:latin typeface="Times New Roman"/>
                <a:cs typeface="Times New Roman"/>
              </a:rPr>
              <a:t>4  </a:t>
            </a:r>
            <a:r>
              <a:rPr sz="1200" b="1" spc="-10" dirty="0">
                <a:latin typeface="Times New Roman"/>
                <a:cs typeface="Times New Roman"/>
              </a:rPr>
              <a:t>To:</a:t>
            </a:r>
            <a:r>
              <a:rPr lang="en-US" sz="1200" spc="-10" dirty="0">
                <a:latin typeface="Times New Roman"/>
                <a:cs typeface="Times New Roman"/>
              </a:rPr>
              <a:t> 17-09-2024</a:t>
            </a:r>
            <a:endParaRPr sz="1200" dirty="0">
              <a:latin typeface="Times New Roman"/>
              <a:cs typeface="Times New Roman"/>
            </a:endParaRPr>
          </a:p>
          <a:p>
            <a:pPr marL="12700">
              <a:spcBef>
                <a:spcPts val="660"/>
              </a:spcBef>
            </a:pPr>
            <a:r>
              <a:rPr sz="1200" b="1" spc="-5" dirty="0">
                <a:latin typeface="Times New Roman"/>
                <a:cs typeface="Times New Roman"/>
              </a:rPr>
              <a:t>Name &amp;</a:t>
            </a:r>
            <a:r>
              <a:rPr sz="1200" b="1" spc="-60" dirty="0">
                <a:latin typeface="Times New Roman"/>
                <a:cs typeface="Times New Roman"/>
              </a:rPr>
              <a:t> </a:t>
            </a:r>
            <a:r>
              <a:rPr sz="1200" b="1" spc="-10" dirty="0">
                <a:latin typeface="Times New Roman"/>
                <a:cs typeface="Times New Roman"/>
              </a:rPr>
              <a:t>Address</a:t>
            </a:r>
            <a:r>
              <a:rPr sz="1200" b="1" spc="15" dirty="0">
                <a:latin typeface="Times New Roman"/>
                <a:cs typeface="Times New Roman"/>
              </a:rPr>
              <a:t> </a:t>
            </a:r>
            <a:r>
              <a:rPr sz="1200" b="1" spc="-5"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Community/Habitation:</a:t>
            </a:r>
            <a:r>
              <a:rPr lang="en-US" sz="1200" b="1" spc="-5" dirty="0">
                <a:latin typeface="Times New Roman"/>
                <a:cs typeface="Times New Roman"/>
              </a:rPr>
              <a:t>    </a:t>
            </a:r>
            <a:r>
              <a:rPr lang="en-US" sz="1200" spc="-5" dirty="0">
                <a:latin typeface="Times New Roman"/>
                <a:cs typeface="Times New Roman"/>
              </a:rPr>
              <a:t>DIGITAL REHABILITATION CENTERS</a:t>
            </a:r>
          </a:p>
          <a:p>
            <a:pPr marL="12700">
              <a:spcBef>
                <a:spcPts val="660"/>
              </a:spcBef>
            </a:pPr>
            <a:r>
              <a:rPr lang="en-US" sz="1200" spc="-5" dirty="0">
                <a:latin typeface="Times New Roman"/>
                <a:cs typeface="Times New Roman"/>
              </a:rPr>
              <a:t>                                                                                       GUDUR,TIRUPATI (DIST).</a:t>
            </a:r>
            <a:endParaRPr lang="en-US" sz="1200" dirty="0">
              <a:latin typeface="Times New Roman"/>
              <a:cs typeface="Times New Roman"/>
            </a:endParaRPr>
          </a:p>
        </p:txBody>
      </p:sp>
      <p:sp>
        <p:nvSpPr>
          <p:cNvPr id="4" name="TextBox 3">
            <a:extLst>
              <a:ext uri="{FF2B5EF4-FFF2-40B4-BE49-F238E27FC236}">
                <a16:creationId xmlns:a16="http://schemas.microsoft.com/office/drawing/2014/main" id="{CCB78A82-EF1F-572B-ABCA-A9398F5273BC}"/>
              </a:ext>
            </a:extLst>
          </p:cNvPr>
          <p:cNvSpPr txBox="1"/>
          <p:nvPr/>
        </p:nvSpPr>
        <p:spPr>
          <a:xfrm>
            <a:off x="3774440" y="973558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a:t>
            </a:r>
            <a:endParaRPr lang="en-IN" sz="1200" b="1"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B9C8C42-912F-678E-AA86-A0440EE299D7}"/>
              </a:ext>
            </a:extLst>
          </p:cNvPr>
          <p:cNvSpPr>
            <a:spLocks noGrp="1"/>
          </p:cNvSpPr>
          <p:nvPr>
            <p:ph type="ftr" sz="quarter" idx="5"/>
          </p:nvPr>
        </p:nvSpPr>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988" y="1393354"/>
            <a:ext cx="5868670" cy="4786695"/>
          </a:xfrm>
          <a:prstGeom prst="rect">
            <a:avLst/>
          </a:prstGeom>
        </p:spPr>
        <p:txBody>
          <a:bodyPr vert="horz" wrap="square" lIns="0" tIns="12065" rIns="0" bIns="0" rtlCol="0">
            <a:spAutoFit/>
          </a:bodyPr>
          <a:lstStyle/>
          <a:p>
            <a:pPr marL="2164715">
              <a:lnSpc>
                <a:spcPct val="100000"/>
              </a:lnSpc>
              <a:spcBef>
                <a:spcPts val="95"/>
              </a:spcBef>
            </a:pPr>
            <a:r>
              <a:rPr sz="1200" b="1" spc="-5" dirty="0">
                <a:latin typeface="Times New Roman"/>
                <a:cs typeface="Times New Roman"/>
              </a:rPr>
              <a:t>Community Internship</a:t>
            </a:r>
            <a:r>
              <a:rPr sz="1200" b="1" spc="-10" dirty="0">
                <a:latin typeface="Times New Roman"/>
                <a:cs typeface="Times New Roman"/>
              </a:rPr>
              <a:t> </a:t>
            </a:r>
            <a:r>
              <a:rPr sz="1200" b="1" spc="-5" dirty="0">
                <a:latin typeface="Times New Roman"/>
                <a:cs typeface="Times New Roman"/>
              </a:rPr>
              <a:t>Report</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302260">
              <a:lnSpc>
                <a:spcPct val="100000"/>
              </a:lnSpc>
            </a:pPr>
            <a:r>
              <a:rPr sz="1200" i="1" spc="-5" dirty="0">
                <a:latin typeface="Times New Roman"/>
                <a:cs typeface="Times New Roman"/>
              </a:rPr>
              <a:t>Submitted</a:t>
            </a:r>
            <a:r>
              <a:rPr sz="1200" i="1" spc="5" dirty="0">
                <a:latin typeface="Times New Roman"/>
                <a:cs typeface="Times New Roman"/>
              </a:rPr>
              <a:t> </a:t>
            </a:r>
            <a:r>
              <a:rPr sz="1200" i="1" spc="-5" dirty="0">
                <a:latin typeface="Times New Roman"/>
                <a:cs typeface="Times New Roman"/>
              </a:rPr>
              <a:t>in</a:t>
            </a:r>
            <a:r>
              <a:rPr sz="1200" i="1" spc="10" dirty="0">
                <a:latin typeface="Times New Roman"/>
                <a:cs typeface="Times New Roman"/>
              </a:rPr>
              <a:t> </a:t>
            </a:r>
            <a:r>
              <a:rPr sz="1200" i="1" spc="-10" dirty="0">
                <a:latin typeface="Times New Roman"/>
                <a:cs typeface="Times New Roman"/>
              </a:rPr>
              <a:t>accordance</a:t>
            </a:r>
            <a:r>
              <a:rPr sz="1200" i="1" spc="15" dirty="0">
                <a:latin typeface="Times New Roman"/>
                <a:cs typeface="Times New Roman"/>
              </a:rPr>
              <a:t> </a:t>
            </a:r>
            <a:r>
              <a:rPr sz="1200" i="1" spc="-5" dirty="0">
                <a:latin typeface="Times New Roman"/>
                <a:cs typeface="Times New Roman"/>
              </a:rPr>
              <a:t>with</a:t>
            </a:r>
            <a:r>
              <a:rPr sz="1200" i="1" spc="10" dirty="0">
                <a:latin typeface="Times New Roman"/>
                <a:cs typeface="Times New Roman"/>
              </a:rPr>
              <a:t> </a:t>
            </a:r>
            <a:r>
              <a:rPr sz="1200" i="1" spc="-5" dirty="0">
                <a:latin typeface="Times New Roman"/>
                <a:cs typeface="Times New Roman"/>
              </a:rPr>
              <a:t>the</a:t>
            </a:r>
            <a:r>
              <a:rPr sz="1200" i="1" spc="5" dirty="0">
                <a:latin typeface="Times New Roman"/>
                <a:cs typeface="Times New Roman"/>
              </a:rPr>
              <a:t> </a:t>
            </a:r>
            <a:r>
              <a:rPr sz="1200" i="1" spc="-15" dirty="0">
                <a:latin typeface="Times New Roman"/>
                <a:cs typeface="Times New Roman"/>
              </a:rPr>
              <a:t>requirement</a:t>
            </a:r>
            <a:r>
              <a:rPr sz="1200" i="1" spc="10" dirty="0">
                <a:latin typeface="Times New Roman"/>
                <a:cs typeface="Times New Roman"/>
              </a:rPr>
              <a:t> </a:t>
            </a:r>
            <a:r>
              <a:rPr sz="1200" i="1" spc="-5" dirty="0">
                <a:latin typeface="Times New Roman"/>
                <a:cs typeface="Times New Roman"/>
              </a:rPr>
              <a:t>for</a:t>
            </a:r>
            <a:r>
              <a:rPr sz="1200" i="1" spc="10" dirty="0">
                <a:latin typeface="Times New Roman"/>
                <a:cs typeface="Times New Roman"/>
              </a:rPr>
              <a:t> </a:t>
            </a:r>
            <a:r>
              <a:rPr sz="1200" i="1" spc="-5" dirty="0">
                <a:latin typeface="Times New Roman"/>
                <a:cs typeface="Times New Roman"/>
              </a:rPr>
              <a:t>the</a:t>
            </a:r>
            <a:r>
              <a:rPr sz="1200" i="1" spc="5" dirty="0">
                <a:latin typeface="Times New Roman"/>
                <a:cs typeface="Times New Roman"/>
              </a:rPr>
              <a:t> </a:t>
            </a:r>
            <a:r>
              <a:rPr sz="1200" i="1" spc="-10" dirty="0">
                <a:latin typeface="Times New Roman"/>
                <a:cs typeface="Times New Roman"/>
              </a:rPr>
              <a:t>degree</a:t>
            </a:r>
            <a:r>
              <a:rPr sz="1200" i="1" dirty="0">
                <a:latin typeface="Times New Roman"/>
                <a:cs typeface="Times New Roman"/>
              </a:rPr>
              <a:t> </a:t>
            </a:r>
            <a:r>
              <a:rPr sz="1200" i="1" spc="-5" dirty="0">
                <a:latin typeface="Times New Roman"/>
                <a:cs typeface="Times New Roman"/>
              </a:rPr>
              <a:t>of</a:t>
            </a:r>
            <a:r>
              <a:rPr sz="1200" i="1" spc="320" dirty="0">
                <a:latin typeface="Times New Roman"/>
                <a:cs typeface="Times New Roman"/>
              </a:rPr>
              <a:t> </a:t>
            </a:r>
            <a:r>
              <a:rPr sz="1200" i="1" dirty="0">
                <a:latin typeface="Times New Roman"/>
                <a:cs typeface="Times New Roman"/>
              </a:rPr>
              <a:t>COMPUTER</a:t>
            </a:r>
            <a:r>
              <a:rPr sz="1200" i="1" spc="10" dirty="0">
                <a:latin typeface="Times New Roman"/>
                <a:cs typeface="Times New Roman"/>
              </a:rPr>
              <a:t> </a:t>
            </a:r>
            <a:r>
              <a:rPr sz="1200" i="1" spc="-5" dirty="0">
                <a:latin typeface="Times New Roman"/>
                <a:cs typeface="Times New Roman"/>
              </a:rPr>
              <a:t>SCIENCE</a:t>
            </a:r>
            <a:r>
              <a:rPr sz="1200" i="1" spc="15" dirty="0">
                <a:latin typeface="Times New Roman"/>
                <a:cs typeface="Times New Roman"/>
              </a:rPr>
              <a:t> </a:t>
            </a:r>
            <a:r>
              <a:rPr sz="1200" i="1" spc="-5" dirty="0">
                <a:latin typeface="Times New Roman"/>
                <a:cs typeface="Times New Roman"/>
              </a:rPr>
              <a:t>&amp;</a:t>
            </a:r>
            <a:endParaRPr sz="1200" dirty="0">
              <a:latin typeface="Times New Roman"/>
              <a:cs typeface="Times New Roman"/>
            </a:endParaRPr>
          </a:p>
          <a:p>
            <a:pPr marL="2105660">
              <a:lnSpc>
                <a:spcPct val="100000"/>
              </a:lnSpc>
              <a:spcBef>
                <a:spcPts val="50"/>
              </a:spcBef>
            </a:pPr>
            <a:r>
              <a:rPr sz="1200" i="1" spc="-15" dirty="0">
                <a:latin typeface="Times New Roman"/>
                <a:cs typeface="Times New Roman"/>
              </a:rPr>
              <a:t>ENGINEERING(DATA</a:t>
            </a:r>
            <a:r>
              <a:rPr sz="1200" i="1" spc="-25" dirty="0">
                <a:latin typeface="Times New Roman"/>
                <a:cs typeface="Times New Roman"/>
              </a:rPr>
              <a:t> </a:t>
            </a:r>
            <a:r>
              <a:rPr sz="1200" i="1" spc="-5" dirty="0">
                <a:latin typeface="Times New Roman"/>
                <a:cs typeface="Times New Roman"/>
              </a:rPr>
              <a:t>SCIENCE)</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35"/>
              </a:spcBef>
            </a:pPr>
            <a:endParaRPr sz="1300" dirty="0">
              <a:latin typeface="Times New Roman"/>
              <a:cs typeface="Times New Roman"/>
            </a:endParaRPr>
          </a:p>
          <a:p>
            <a:pPr marL="12700">
              <a:lnSpc>
                <a:spcPct val="100000"/>
              </a:lnSpc>
            </a:pPr>
            <a:r>
              <a:rPr sz="1200" b="1" spc="-5" dirty="0">
                <a:latin typeface="Times New Roman"/>
                <a:cs typeface="Times New Roman"/>
              </a:rPr>
              <a:t>Name</a:t>
            </a:r>
            <a:r>
              <a:rPr sz="1200" b="1" spc="5" dirty="0">
                <a:latin typeface="Times New Roman"/>
                <a:cs typeface="Times New Roman"/>
              </a:rPr>
              <a:t> </a:t>
            </a:r>
            <a:r>
              <a:rPr sz="1200" b="1" spc="-5" dirty="0">
                <a:latin typeface="Times New Roman"/>
                <a:cs typeface="Times New Roman"/>
              </a:rPr>
              <a:t>Of</a:t>
            </a:r>
            <a:r>
              <a:rPr sz="1200" b="1" spc="20" dirty="0">
                <a:latin typeface="Times New Roman"/>
                <a:cs typeface="Times New Roman"/>
              </a:rPr>
              <a:t> </a:t>
            </a:r>
            <a:r>
              <a:rPr sz="1200" b="1" spc="-5" dirty="0">
                <a:latin typeface="Times New Roman"/>
                <a:cs typeface="Times New Roman"/>
              </a:rPr>
              <a:t>the</a:t>
            </a:r>
            <a:r>
              <a:rPr sz="1200" b="1" spc="10" dirty="0">
                <a:latin typeface="Times New Roman"/>
                <a:cs typeface="Times New Roman"/>
              </a:rPr>
              <a:t> </a:t>
            </a:r>
            <a:r>
              <a:rPr sz="1200" b="1" spc="-5" dirty="0">
                <a:latin typeface="Times New Roman"/>
                <a:cs typeface="Times New Roman"/>
              </a:rPr>
              <a:t>College:</a:t>
            </a:r>
            <a:r>
              <a:rPr lang="en-US" sz="1200" b="1" spc="-5" dirty="0">
                <a:latin typeface="Times New Roman"/>
                <a:cs typeface="Times New Roman"/>
              </a:rPr>
              <a:t> </a:t>
            </a:r>
            <a:r>
              <a:rPr sz="1200" spc="-5" dirty="0">
                <a:latin typeface="Times New Roman"/>
                <a:cs typeface="Times New Roman"/>
              </a:rPr>
              <a:t>AUDISANKARA</a:t>
            </a:r>
            <a:r>
              <a:rPr sz="1200" spc="-65" dirty="0">
                <a:latin typeface="Times New Roman"/>
                <a:cs typeface="Times New Roman"/>
              </a:rPr>
              <a:t> </a:t>
            </a:r>
            <a:r>
              <a:rPr sz="1200" spc="-5" dirty="0">
                <a:latin typeface="Times New Roman"/>
                <a:cs typeface="Times New Roman"/>
              </a:rPr>
              <a:t>COLLEGE</a:t>
            </a:r>
            <a:r>
              <a:rPr sz="1200" spc="10"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ENGINEERING</a:t>
            </a:r>
            <a:r>
              <a:rPr sz="1200" spc="25" dirty="0">
                <a:latin typeface="Times New Roman"/>
                <a:cs typeface="Times New Roman"/>
              </a:rPr>
              <a:t> </a:t>
            </a:r>
            <a:r>
              <a:rPr sz="1200" spc="-5" dirty="0">
                <a:latin typeface="Times New Roman"/>
                <a:cs typeface="Times New Roman"/>
              </a:rPr>
              <a:t>&amp;</a:t>
            </a:r>
            <a:r>
              <a:rPr sz="1200" spc="-25" dirty="0">
                <a:latin typeface="Times New Roman"/>
                <a:cs typeface="Times New Roman"/>
              </a:rPr>
              <a:t> </a:t>
            </a:r>
            <a:r>
              <a:rPr sz="1200" spc="-5" dirty="0">
                <a:latin typeface="Times New Roman"/>
                <a:cs typeface="Times New Roman"/>
              </a:rPr>
              <a:t>TECHNOLOGY</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a:lnSpc>
                <a:spcPct val="100000"/>
              </a:lnSpc>
            </a:pPr>
            <a:r>
              <a:rPr sz="1200" b="1" spc="-5" dirty="0">
                <a:latin typeface="Times New Roman"/>
                <a:cs typeface="Times New Roman"/>
              </a:rPr>
              <a:t>Department</a:t>
            </a:r>
            <a:r>
              <a:rPr sz="1200" spc="-5" dirty="0">
                <a:latin typeface="Times New Roman"/>
                <a:cs typeface="Times New Roman"/>
              </a:rPr>
              <a:t>:</a:t>
            </a:r>
            <a:r>
              <a:rPr sz="1200" dirty="0">
                <a:latin typeface="Times New Roman"/>
                <a:cs typeface="Times New Roman"/>
              </a:rPr>
              <a:t> </a:t>
            </a:r>
            <a:r>
              <a:rPr sz="1200" spc="-5" dirty="0">
                <a:latin typeface="Times New Roman"/>
                <a:cs typeface="Times New Roman"/>
              </a:rPr>
              <a:t>COMPUTER</a:t>
            </a:r>
            <a:r>
              <a:rPr sz="1200" spc="5" dirty="0">
                <a:latin typeface="Times New Roman"/>
                <a:cs typeface="Times New Roman"/>
              </a:rPr>
              <a:t> </a:t>
            </a:r>
            <a:r>
              <a:rPr sz="1200" spc="-5" dirty="0">
                <a:latin typeface="Times New Roman"/>
                <a:cs typeface="Times New Roman"/>
              </a:rPr>
              <a:t>SCIENCE</a:t>
            </a:r>
            <a:r>
              <a:rPr sz="1200" spc="5" dirty="0">
                <a:latin typeface="Times New Roman"/>
                <a:cs typeface="Times New Roman"/>
              </a:rPr>
              <a:t> </a:t>
            </a:r>
            <a:r>
              <a:rPr sz="1200" spc="-5" dirty="0">
                <a:latin typeface="Times New Roman"/>
                <a:cs typeface="Times New Roman"/>
              </a:rPr>
              <a:t>&amp; ENGINEERING</a:t>
            </a:r>
            <a:r>
              <a:rPr lang="en-US" sz="1200" spc="-5" dirty="0">
                <a:latin typeface="Times New Roman"/>
                <a:cs typeface="Times New Roman"/>
              </a:rPr>
              <a:t> </a:t>
            </a:r>
            <a:r>
              <a:rPr sz="1200" spc="-5" dirty="0">
                <a:latin typeface="Times New Roman"/>
                <a:cs typeface="Times New Roman"/>
              </a:rPr>
              <a:t>(D</a:t>
            </a:r>
            <a:r>
              <a:rPr lang="en-US" sz="1200" spc="-5" dirty="0">
                <a:latin typeface="Times New Roman"/>
                <a:cs typeface="Times New Roman"/>
              </a:rPr>
              <a:t>ATA SCIENCE</a:t>
            </a:r>
            <a:r>
              <a:rPr sz="1200" spc="-5" dirty="0">
                <a:latin typeface="Times New Roman"/>
                <a:cs typeface="Times New Roman"/>
              </a:rPr>
              <a:t>)</a:t>
            </a:r>
            <a:endParaRPr sz="1200" dirty="0">
              <a:latin typeface="Times New Roman"/>
              <a:cs typeface="Times New Roman"/>
            </a:endParaRPr>
          </a:p>
          <a:p>
            <a:pPr>
              <a:lnSpc>
                <a:spcPct val="100000"/>
              </a:lnSpc>
            </a:pPr>
            <a:endParaRPr sz="1350" dirty="0">
              <a:latin typeface="Times New Roman"/>
              <a:cs typeface="Times New Roman"/>
            </a:endParaRPr>
          </a:p>
          <a:p>
            <a:pPr marL="12700">
              <a:lnSpc>
                <a:spcPct val="100000"/>
              </a:lnSpc>
            </a:pPr>
            <a:r>
              <a:rPr sz="1200" b="1" spc="-5" dirty="0">
                <a:latin typeface="Times New Roman"/>
                <a:cs typeface="Times New Roman"/>
              </a:rPr>
              <a:t>Name</a:t>
            </a:r>
            <a:r>
              <a:rPr sz="1200" b="1" spc="-15" dirty="0">
                <a:latin typeface="Times New Roman"/>
                <a:cs typeface="Times New Roman"/>
              </a:rPr>
              <a:t> </a:t>
            </a:r>
            <a:r>
              <a:rPr sz="1200" b="1" spc="-5" dirty="0">
                <a:latin typeface="Times New Roman"/>
                <a:cs typeface="Times New Roman"/>
              </a:rPr>
              <a:t>of</a:t>
            </a:r>
            <a:r>
              <a:rPr sz="1200" b="1" dirty="0">
                <a:latin typeface="Times New Roman"/>
                <a:cs typeface="Times New Roman"/>
              </a:rPr>
              <a:t> </a:t>
            </a:r>
            <a:r>
              <a:rPr sz="1200" b="1" spc="-5" dirty="0">
                <a:latin typeface="Times New Roman"/>
                <a:cs typeface="Times New Roman"/>
              </a:rPr>
              <a:t>the</a:t>
            </a:r>
            <a:r>
              <a:rPr sz="1200" b="1" dirty="0">
                <a:latin typeface="Times New Roman"/>
                <a:cs typeface="Times New Roman"/>
              </a:rPr>
              <a:t> </a:t>
            </a:r>
            <a:r>
              <a:rPr sz="1200" b="1" spc="-5" dirty="0">
                <a:latin typeface="Times New Roman"/>
                <a:cs typeface="Times New Roman"/>
              </a:rPr>
              <a:t>Faculty</a:t>
            </a:r>
            <a:r>
              <a:rPr sz="1200" b="1" dirty="0">
                <a:latin typeface="Times New Roman"/>
                <a:cs typeface="Times New Roman"/>
              </a:rPr>
              <a:t> </a:t>
            </a:r>
            <a:r>
              <a:rPr sz="1200" b="1" spc="-5" dirty="0">
                <a:latin typeface="Times New Roman"/>
                <a:cs typeface="Times New Roman"/>
              </a:rPr>
              <a:t>Guide:</a:t>
            </a:r>
            <a:r>
              <a:rPr lang="en-US" sz="1200" b="1" spc="-5" dirty="0">
                <a:latin typeface="Times New Roman"/>
                <a:cs typeface="Times New Roman"/>
              </a:rPr>
              <a:t> </a:t>
            </a:r>
            <a:r>
              <a:rPr lang="en-US" sz="1200" spc="-5" dirty="0">
                <a:latin typeface="Times New Roman"/>
                <a:cs typeface="Times New Roman"/>
              </a:rPr>
              <a:t>Dr</a:t>
            </a:r>
            <a:r>
              <a:rPr lang="en-US" sz="1200" b="1" spc="-5" dirty="0">
                <a:latin typeface="Times New Roman"/>
                <a:cs typeface="Times New Roman"/>
              </a:rPr>
              <a:t>.</a:t>
            </a:r>
            <a:r>
              <a:rPr lang="en-US" sz="1200" spc="-5" dirty="0">
                <a:latin typeface="Times New Roman"/>
                <a:cs typeface="Times New Roman"/>
              </a:rPr>
              <a:t> S.V. PADMAVATHI DEVI</a:t>
            </a:r>
            <a:endParaRPr sz="1200" dirty="0">
              <a:latin typeface="Times New Roman"/>
              <a:cs typeface="Times New Roman"/>
            </a:endParaRPr>
          </a:p>
          <a:p>
            <a:pPr>
              <a:lnSpc>
                <a:spcPct val="100000"/>
              </a:lnSpc>
              <a:spcBef>
                <a:spcPts val="30"/>
              </a:spcBef>
            </a:pPr>
            <a:endParaRPr sz="1300" dirty="0">
              <a:latin typeface="Times New Roman"/>
              <a:cs typeface="Times New Roman"/>
            </a:endParaRPr>
          </a:p>
          <a:p>
            <a:pPr marL="12700">
              <a:lnSpc>
                <a:spcPct val="100000"/>
              </a:lnSpc>
            </a:pPr>
            <a:r>
              <a:rPr sz="1200" b="1" spc="-5" dirty="0">
                <a:latin typeface="Times New Roman"/>
                <a:cs typeface="Times New Roman"/>
              </a:rPr>
              <a:t>Duration</a:t>
            </a:r>
            <a:r>
              <a:rPr sz="1200" b="1" dirty="0">
                <a:latin typeface="Times New Roman"/>
                <a:cs typeface="Times New Roman"/>
              </a:rPr>
              <a:t> </a:t>
            </a:r>
            <a:r>
              <a:rPr sz="1200" b="1" spc="-5" dirty="0">
                <a:latin typeface="Times New Roman"/>
                <a:cs typeface="Times New Roman"/>
              </a:rPr>
              <a:t>of</a:t>
            </a:r>
            <a:r>
              <a:rPr sz="1200" b="1" dirty="0">
                <a:latin typeface="Times New Roman"/>
                <a:cs typeface="Times New Roman"/>
              </a:rPr>
              <a:t> </a:t>
            </a:r>
            <a:r>
              <a:rPr sz="1200" b="1" spc="-5" dirty="0">
                <a:latin typeface="Times New Roman"/>
                <a:cs typeface="Times New Roman"/>
              </a:rPr>
              <a:t>the CSI:</a:t>
            </a:r>
            <a:r>
              <a:rPr lang="en-US" sz="1200" b="1" spc="-5" dirty="0">
                <a:latin typeface="Times New Roman"/>
                <a:cs typeface="Times New Roman"/>
              </a:rPr>
              <a:t>   </a:t>
            </a:r>
            <a:r>
              <a:rPr lang="en-US" sz="1200" spc="-5" dirty="0">
                <a:latin typeface="Times New Roman"/>
                <a:cs typeface="Times New Roman"/>
              </a:rPr>
              <a:t>8 </a:t>
            </a:r>
            <a:r>
              <a:rPr sz="1200" spc="-5" dirty="0">
                <a:latin typeface="Times New Roman"/>
                <a:cs typeface="Times New Roman"/>
              </a:rPr>
              <a:t>WEEKS</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a:lnSpc>
                <a:spcPct val="100000"/>
              </a:lnSpc>
            </a:pPr>
            <a:r>
              <a:rPr sz="1200" b="1" spc="-10" dirty="0">
                <a:latin typeface="Times New Roman"/>
                <a:cs typeface="Times New Roman"/>
              </a:rPr>
              <a:t>From:</a:t>
            </a:r>
            <a:r>
              <a:rPr lang="en-US" sz="1200" b="1" spc="-10" dirty="0">
                <a:latin typeface="Times New Roman"/>
                <a:cs typeface="Times New Roman"/>
              </a:rPr>
              <a:t>  </a:t>
            </a:r>
            <a:r>
              <a:rPr lang="en-US" sz="1200" spc="-10" dirty="0">
                <a:latin typeface="Times New Roman"/>
                <a:cs typeface="Times New Roman"/>
              </a:rPr>
              <a:t>23-07-2024    </a:t>
            </a:r>
            <a:r>
              <a:rPr sz="1200" b="1" spc="-10" dirty="0">
                <a:latin typeface="Times New Roman"/>
                <a:cs typeface="Times New Roman"/>
              </a:rPr>
              <a:t>To:</a:t>
            </a:r>
            <a:r>
              <a:rPr lang="en-US" sz="1200" b="1" spc="-10" dirty="0">
                <a:latin typeface="Times New Roman"/>
                <a:cs typeface="Times New Roman"/>
              </a:rPr>
              <a:t>  </a:t>
            </a:r>
            <a:r>
              <a:rPr lang="en-US" sz="1200" spc="-10" dirty="0">
                <a:latin typeface="Times New Roman"/>
                <a:cs typeface="Times New Roman"/>
              </a:rPr>
              <a:t>17-09-2024</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a:lnSpc>
                <a:spcPct val="100000"/>
              </a:lnSpc>
              <a:spcBef>
                <a:spcPts val="5"/>
              </a:spcBef>
            </a:pPr>
            <a:r>
              <a:rPr sz="1200" b="1" spc="-5" dirty="0">
                <a:latin typeface="Times New Roman"/>
                <a:cs typeface="Times New Roman"/>
              </a:rPr>
              <a:t>Name</a:t>
            </a:r>
            <a:r>
              <a:rPr sz="1200" b="1" spc="-10" dirty="0">
                <a:latin typeface="Times New Roman"/>
                <a:cs typeface="Times New Roman"/>
              </a:rPr>
              <a:t> </a:t>
            </a:r>
            <a:r>
              <a:rPr sz="1200" b="1" spc="-5"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the</a:t>
            </a:r>
            <a:r>
              <a:rPr sz="1200" b="1" dirty="0">
                <a:latin typeface="Times New Roman"/>
                <a:cs typeface="Times New Roman"/>
              </a:rPr>
              <a:t> </a:t>
            </a:r>
            <a:r>
              <a:rPr sz="1200" b="1" spc="-5" dirty="0">
                <a:latin typeface="Times New Roman"/>
                <a:cs typeface="Times New Roman"/>
              </a:rPr>
              <a:t>Student:</a:t>
            </a:r>
            <a:r>
              <a:rPr lang="en-US" sz="1200" b="1" spc="-5" dirty="0">
                <a:latin typeface="Times New Roman"/>
                <a:cs typeface="Times New Roman"/>
              </a:rPr>
              <a:t>    </a:t>
            </a:r>
            <a:r>
              <a:rPr sz="1200" spc="-5" dirty="0">
                <a:latin typeface="Times New Roman"/>
                <a:cs typeface="Times New Roman"/>
              </a:rPr>
              <a:t>ALAMPOOR</a:t>
            </a:r>
            <a:r>
              <a:rPr sz="1200" spc="-20" dirty="0">
                <a:latin typeface="Times New Roman"/>
                <a:cs typeface="Times New Roman"/>
              </a:rPr>
              <a:t> </a:t>
            </a:r>
            <a:r>
              <a:rPr sz="1200" dirty="0">
                <a:latin typeface="Times New Roman"/>
                <a:cs typeface="Times New Roman"/>
              </a:rPr>
              <a:t>THARUN </a:t>
            </a:r>
            <a:r>
              <a:rPr sz="1200" spc="-5" dirty="0">
                <a:latin typeface="Times New Roman"/>
                <a:cs typeface="Times New Roman"/>
              </a:rPr>
              <a:t>SINGH</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a:lnSpc>
                <a:spcPct val="100000"/>
              </a:lnSpc>
            </a:pPr>
            <a:r>
              <a:rPr sz="1200" b="1" spc="-5" dirty="0">
                <a:latin typeface="Times New Roman"/>
                <a:cs typeface="Times New Roman"/>
              </a:rPr>
              <a:t>Programme</a:t>
            </a:r>
            <a:r>
              <a:rPr sz="1200" b="1" spc="-10" dirty="0">
                <a:latin typeface="Times New Roman"/>
                <a:cs typeface="Times New Roman"/>
              </a:rPr>
              <a:t> </a:t>
            </a:r>
            <a:r>
              <a:rPr sz="1200" b="1" spc="-5"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Study:</a:t>
            </a:r>
            <a:r>
              <a:rPr lang="en-US" sz="1200" b="1" spc="-5" dirty="0">
                <a:latin typeface="Times New Roman"/>
                <a:cs typeface="Times New Roman"/>
              </a:rPr>
              <a:t>   </a:t>
            </a:r>
            <a:r>
              <a:rPr sz="1200" spc="-5" dirty="0">
                <a:latin typeface="Times New Roman"/>
                <a:cs typeface="Times New Roman"/>
              </a:rPr>
              <a:t>BACHELOR</a:t>
            </a:r>
            <a:r>
              <a:rPr sz="1200" spc="5"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spc="-5" dirty="0">
                <a:latin typeface="Times New Roman"/>
                <a:cs typeface="Times New Roman"/>
              </a:rPr>
              <a:t>TECHNOLOGY</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a:lnSpc>
                <a:spcPct val="100000"/>
              </a:lnSpc>
              <a:spcBef>
                <a:spcPts val="5"/>
              </a:spcBef>
            </a:pPr>
            <a:r>
              <a:rPr sz="1200" b="1" spc="-140" dirty="0">
                <a:latin typeface="Times New Roman"/>
                <a:cs typeface="Times New Roman"/>
              </a:rPr>
              <a:t>Y</a:t>
            </a:r>
            <a:r>
              <a:rPr sz="1200" b="1" spc="-10" dirty="0">
                <a:latin typeface="Times New Roman"/>
                <a:cs typeface="Times New Roman"/>
              </a:rPr>
              <a:t>e</a:t>
            </a:r>
            <a:r>
              <a:rPr sz="1200" b="1" spc="-5" dirty="0">
                <a:latin typeface="Times New Roman"/>
                <a:cs typeface="Times New Roman"/>
              </a:rPr>
              <a:t>ar</a:t>
            </a:r>
            <a:r>
              <a:rPr sz="1200" b="1" spc="-25" dirty="0">
                <a:latin typeface="Times New Roman"/>
                <a:cs typeface="Times New Roman"/>
              </a:rPr>
              <a:t> </a:t>
            </a:r>
            <a:r>
              <a:rPr sz="1200" b="1" spc="-5"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Stu</a:t>
            </a:r>
            <a:r>
              <a:rPr sz="1200" b="1" dirty="0">
                <a:latin typeface="Times New Roman"/>
                <a:cs typeface="Times New Roman"/>
              </a:rPr>
              <a:t>d</a:t>
            </a:r>
            <a:r>
              <a:rPr sz="1200" b="1" spc="-5" dirty="0">
                <a:latin typeface="Times New Roman"/>
                <a:cs typeface="Times New Roman"/>
              </a:rPr>
              <a:t>y:</a:t>
            </a:r>
            <a:r>
              <a:rPr lang="en-US" sz="1200" b="1" spc="-5" dirty="0">
                <a:latin typeface="Times New Roman"/>
                <a:cs typeface="Times New Roman"/>
              </a:rPr>
              <a:t>  </a:t>
            </a:r>
            <a:r>
              <a:rPr sz="1200" spc="-5" dirty="0">
                <a:latin typeface="Times New Roman"/>
                <a:cs typeface="Times New Roman"/>
              </a:rPr>
              <a:t>I</a:t>
            </a:r>
            <a:r>
              <a:rPr sz="1200" spc="-10" dirty="0">
                <a:latin typeface="Times New Roman"/>
                <a:cs typeface="Times New Roman"/>
              </a:rPr>
              <a:t>I</a:t>
            </a:r>
            <a:r>
              <a:rPr sz="1200" spc="-5" dirty="0">
                <a:latin typeface="Times New Roman"/>
                <a:cs typeface="Times New Roman"/>
              </a:rPr>
              <a:t>I</a:t>
            </a:r>
            <a:r>
              <a:rPr sz="1200" spc="-65" dirty="0">
                <a:latin typeface="Times New Roman"/>
                <a:cs typeface="Times New Roman"/>
              </a:rPr>
              <a:t> </a:t>
            </a:r>
            <a:r>
              <a:rPr sz="1200" spc="-5" dirty="0">
                <a:latin typeface="Times New Roman"/>
                <a:cs typeface="Times New Roman"/>
              </a:rPr>
              <a:t>Y</a:t>
            </a:r>
            <a:r>
              <a:rPr sz="1200" spc="5" dirty="0">
                <a:latin typeface="Times New Roman"/>
                <a:cs typeface="Times New Roman"/>
              </a:rPr>
              <a:t>EA</a:t>
            </a:r>
            <a:r>
              <a:rPr sz="1200" spc="-5" dirty="0">
                <a:latin typeface="Times New Roman"/>
                <a:cs typeface="Times New Roman"/>
              </a:rPr>
              <a:t>R</a:t>
            </a:r>
            <a:endParaRPr sz="1200" dirty="0">
              <a:latin typeface="Times New Roman"/>
              <a:cs typeface="Times New Roman"/>
            </a:endParaRPr>
          </a:p>
          <a:p>
            <a:pPr marL="12700" marR="3848100">
              <a:lnSpc>
                <a:spcPts val="3000"/>
              </a:lnSpc>
              <a:spcBef>
                <a:spcPts val="120"/>
              </a:spcBef>
            </a:pPr>
            <a:r>
              <a:rPr sz="1200" b="1" spc="-5" dirty="0">
                <a:latin typeface="Times New Roman"/>
                <a:cs typeface="Times New Roman"/>
              </a:rPr>
              <a:t>Register Number:</a:t>
            </a:r>
            <a:r>
              <a:rPr sz="1200" spc="-5" dirty="0">
                <a:latin typeface="Times New Roman"/>
                <a:cs typeface="Times New Roman"/>
              </a:rPr>
              <a:t>22G21A3202 </a:t>
            </a:r>
            <a:r>
              <a:rPr sz="1200" b="1" spc="-5" dirty="0">
                <a:latin typeface="Times New Roman"/>
                <a:cs typeface="Times New Roman"/>
              </a:rPr>
              <a:t>Date</a:t>
            </a:r>
            <a:r>
              <a:rPr sz="1200" b="1" spc="-10" dirty="0">
                <a:latin typeface="Times New Roman"/>
                <a:cs typeface="Times New Roman"/>
              </a:rPr>
              <a:t> </a:t>
            </a:r>
            <a:r>
              <a:rPr sz="1200" b="1" spc="-5" dirty="0">
                <a:latin typeface="Times New Roman"/>
                <a:cs typeface="Times New Roman"/>
              </a:rPr>
              <a:t>of</a:t>
            </a:r>
            <a:r>
              <a:rPr sz="1200" b="1" spc="5" dirty="0">
                <a:latin typeface="Times New Roman"/>
                <a:cs typeface="Times New Roman"/>
              </a:rPr>
              <a:t> </a:t>
            </a:r>
            <a:r>
              <a:rPr sz="1200" b="1" spc="-5" dirty="0">
                <a:latin typeface="Times New Roman"/>
                <a:cs typeface="Times New Roman"/>
              </a:rPr>
              <a:t>Submission</a:t>
            </a:r>
            <a:r>
              <a:rPr lang="en-US" sz="1200" b="1" spc="-5" dirty="0">
                <a:latin typeface="Times New Roman"/>
                <a:cs typeface="Times New Roman"/>
              </a:rPr>
              <a:t>:04-10-2024</a:t>
            </a:r>
            <a:endParaRPr sz="1200" b="1" dirty="0">
              <a:latin typeface="Times New Roman"/>
              <a:cs typeface="Times New Roman"/>
            </a:endParaRPr>
          </a:p>
        </p:txBody>
      </p:sp>
      <p:sp>
        <p:nvSpPr>
          <p:cNvPr id="4" name="object 4"/>
          <p:cNvSpPr txBox="1"/>
          <p:nvPr/>
        </p:nvSpPr>
        <p:spPr>
          <a:xfrm>
            <a:off x="1586688" y="10067745"/>
            <a:ext cx="4745355" cy="180975"/>
          </a:xfrm>
          <a:prstGeom prst="rect">
            <a:avLst/>
          </a:prstGeom>
        </p:spPr>
        <p:txBody>
          <a:bodyPr vert="horz" wrap="square" lIns="0" tIns="0" rIns="0" bIns="0" rtlCol="0">
            <a:spAutoFit/>
          </a:bodyPr>
          <a:lstStyle/>
          <a:p>
            <a:pPr marL="12700">
              <a:lnSpc>
                <a:spcPts val="1300"/>
              </a:lnSpc>
            </a:pPr>
            <a:r>
              <a:rPr sz="1100" spc="-50" dirty="0">
                <a:latin typeface="Times New Roman"/>
                <a:cs typeface="Times New Roman"/>
              </a:rPr>
              <a:t>DEPARTMENT</a:t>
            </a:r>
            <a:r>
              <a:rPr sz="1100" spc="5" dirty="0">
                <a:latin typeface="Times New Roman"/>
                <a:cs typeface="Times New Roman"/>
              </a:rPr>
              <a:t> </a:t>
            </a:r>
            <a:r>
              <a:rPr sz="1100" spc="-65" dirty="0">
                <a:latin typeface="Times New Roman"/>
                <a:cs typeface="Times New Roman"/>
              </a:rPr>
              <a:t>OF</a:t>
            </a:r>
            <a:r>
              <a:rPr sz="1100" spc="5" dirty="0">
                <a:latin typeface="Times New Roman"/>
                <a:cs typeface="Times New Roman"/>
              </a:rPr>
              <a:t> </a:t>
            </a:r>
            <a:r>
              <a:rPr sz="1100" spc="-70" dirty="0">
                <a:latin typeface="Times New Roman"/>
                <a:cs typeface="Times New Roman"/>
              </a:rPr>
              <a:t>COMPUTER</a:t>
            </a:r>
            <a:r>
              <a:rPr sz="1100" spc="5" dirty="0">
                <a:latin typeface="Times New Roman"/>
                <a:cs typeface="Times New Roman"/>
              </a:rPr>
              <a:t> </a:t>
            </a:r>
            <a:r>
              <a:rPr sz="1100" spc="-50" dirty="0">
                <a:latin typeface="Times New Roman"/>
                <a:cs typeface="Times New Roman"/>
              </a:rPr>
              <a:t>SCIENCE</a:t>
            </a:r>
            <a:r>
              <a:rPr sz="1100" spc="10" dirty="0">
                <a:latin typeface="Times New Roman"/>
                <a:cs typeface="Times New Roman"/>
              </a:rPr>
              <a:t> </a:t>
            </a:r>
            <a:r>
              <a:rPr sz="1100" spc="-80" dirty="0">
                <a:latin typeface="Times New Roman"/>
                <a:cs typeface="Times New Roman"/>
              </a:rPr>
              <a:t>AND</a:t>
            </a:r>
            <a:r>
              <a:rPr sz="1100" spc="10" dirty="0">
                <a:latin typeface="Times New Roman"/>
                <a:cs typeface="Times New Roman"/>
              </a:rPr>
              <a:t> </a:t>
            </a:r>
            <a:r>
              <a:rPr sz="1100" spc="-55" dirty="0">
                <a:latin typeface="Times New Roman"/>
                <a:cs typeface="Times New Roman"/>
              </a:rPr>
              <a:t>ENGINEERING</a:t>
            </a:r>
            <a:r>
              <a:rPr sz="1100" spc="-5" dirty="0">
                <a:latin typeface="Times New Roman"/>
                <a:cs typeface="Times New Roman"/>
              </a:rPr>
              <a:t> </a:t>
            </a:r>
            <a:r>
              <a:rPr sz="1100" spc="5" dirty="0">
                <a:latin typeface="Times New Roman"/>
                <a:cs typeface="Times New Roman"/>
              </a:rPr>
              <a:t>(DATA</a:t>
            </a:r>
            <a:r>
              <a:rPr sz="1100" spc="15" dirty="0">
                <a:latin typeface="Times New Roman"/>
                <a:cs typeface="Times New Roman"/>
              </a:rPr>
              <a:t> </a:t>
            </a:r>
            <a:r>
              <a:rPr sz="1100" spc="-30" dirty="0">
                <a:latin typeface="Times New Roman"/>
                <a:cs typeface="Times New Roman"/>
              </a:rPr>
              <a:t>SCIENCE)</a:t>
            </a:r>
            <a:endParaRPr sz="1100">
              <a:latin typeface="Times New Roman"/>
              <a:cs typeface="Times New Roman"/>
            </a:endParaRPr>
          </a:p>
        </p:txBody>
      </p:sp>
      <p:sp>
        <p:nvSpPr>
          <p:cNvPr id="5" name="TextBox 4">
            <a:extLst>
              <a:ext uri="{FF2B5EF4-FFF2-40B4-BE49-F238E27FC236}">
                <a16:creationId xmlns:a16="http://schemas.microsoft.com/office/drawing/2014/main" id="{C4CE36F4-2551-BF6E-A4DC-BB838A49A5FE}"/>
              </a:ext>
            </a:extLst>
          </p:cNvPr>
          <p:cNvSpPr txBox="1"/>
          <p:nvPr/>
        </p:nvSpPr>
        <p:spPr>
          <a:xfrm>
            <a:off x="3828560" y="9790746"/>
            <a:ext cx="300082"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987" y="1391829"/>
            <a:ext cx="6269990" cy="1648460"/>
          </a:xfrm>
          <a:prstGeom prst="rect">
            <a:avLst/>
          </a:prstGeom>
        </p:spPr>
        <p:txBody>
          <a:bodyPr vert="horz" wrap="square" lIns="0" tIns="12065" rIns="0" bIns="0" rtlCol="0">
            <a:spAutoFit/>
          </a:bodyPr>
          <a:lstStyle/>
          <a:p>
            <a:pPr marL="56515" algn="ctr">
              <a:lnSpc>
                <a:spcPct val="100000"/>
              </a:lnSpc>
              <a:spcBef>
                <a:spcPts val="95"/>
              </a:spcBef>
            </a:pPr>
            <a:r>
              <a:rPr sz="1200" b="1" spc="-5" dirty="0">
                <a:latin typeface="Times New Roman"/>
                <a:cs typeface="Times New Roman"/>
              </a:rPr>
              <a:t>Student’s</a:t>
            </a:r>
            <a:r>
              <a:rPr sz="1200" b="1" spc="-20" dirty="0">
                <a:latin typeface="Times New Roman"/>
                <a:cs typeface="Times New Roman"/>
              </a:rPr>
              <a:t> </a:t>
            </a:r>
            <a:r>
              <a:rPr sz="1200" b="1" spc="-5" dirty="0">
                <a:latin typeface="Times New Roman"/>
                <a:cs typeface="Times New Roman"/>
              </a:rPr>
              <a:t>Declaration</a:t>
            </a:r>
            <a:endParaRPr sz="1200" dirty="0">
              <a:latin typeface="Times New Roman"/>
              <a:cs typeface="Times New Roman"/>
            </a:endParaRPr>
          </a:p>
          <a:p>
            <a:pPr marL="18415" marR="5080" indent="-6350">
              <a:lnSpc>
                <a:spcPct val="145200"/>
              </a:lnSpc>
              <a:spcBef>
                <a:spcPts val="885"/>
              </a:spcBef>
            </a:pPr>
            <a:r>
              <a:rPr sz="1200" spc="-5" dirty="0">
                <a:latin typeface="Times New Roman"/>
                <a:cs typeface="Times New Roman"/>
              </a:rPr>
              <a:t>I,</a:t>
            </a:r>
            <a:r>
              <a:rPr sz="1200" b="1" spc="-5" dirty="0">
                <a:latin typeface="Times New Roman"/>
                <a:cs typeface="Times New Roman"/>
              </a:rPr>
              <a:t>ALAMPOOR</a:t>
            </a:r>
            <a:r>
              <a:rPr sz="1200" b="1" spc="30" dirty="0">
                <a:latin typeface="Times New Roman"/>
                <a:cs typeface="Times New Roman"/>
              </a:rPr>
              <a:t> </a:t>
            </a:r>
            <a:r>
              <a:rPr sz="1200" b="1" spc="-5" dirty="0">
                <a:latin typeface="Times New Roman"/>
                <a:cs typeface="Times New Roman"/>
              </a:rPr>
              <a:t>THARUN</a:t>
            </a:r>
            <a:r>
              <a:rPr sz="1200" b="1" spc="65" dirty="0">
                <a:latin typeface="Times New Roman"/>
                <a:cs typeface="Times New Roman"/>
              </a:rPr>
              <a:t> </a:t>
            </a:r>
            <a:r>
              <a:rPr sz="1200" b="1" spc="-5" dirty="0">
                <a:latin typeface="Times New Roman"/>
                <a:cs typeface="Times New Roman"/>
              </a:rPr>
              <a:t>SINGH</a:t>
            </a:r>
            <a:r>
              <a:rPr lang="en-US" sz="1200" b="1" spc="-5" dirty="0">
                <a:latin typeface="Times New Roman"/>
                <a:cs typeface="Times New Roman"/>
              </a:rPr>
              <a:t> </a:t>
            </a:r>
            <a:r>
              <a:rPr sz="1200" spc="-5" dirty="0">
                <a:latin typeface="Times New Roman"/>
                <a:cs typeface="Times New Roman"/>
              </a:rPr>
              <a:t>a</a:t>
            </a:r>
            <a:r>
              <a:rPr sz="1200" spc="70" dirty="0">
                <a:latin typeface="Times New Roman"/>
                <a:cs typeface="Times New Roman"/>
              </a:rPr>
              <a:t> </a:t>
            </a:r>
            <a:r>
              <a:rPr sz="1200" spc="-5" dirty="0">
                <a:latin typeface="Times New Roman"/>
                <a:cs typeface="Times New Roman"/>
              </a:rPr>
              <a:t>student</a:t>
            </a:r>
            <a:r>
              <a:rPr sz="1200" spc="70" dirty="0">
                <a:latin typeface="Times New Roman"/>
                <a:cs typeface="Times New Roman"/>
              </a:rPr>
              <a:t> </a:t>
            </a:r>
            <a:r>
              <a:rPr sz="1200" spc="-5" dirty="0">
                <a:latin typeface="Times New Roman"/>
                <a:cs typeface="Times New Roman"/>
              </a:rPr>
              <a:t>of</a:t>
            </a:r>
            <a:r>
              <a:rPr lang="en-US" sz="1200" spc="-5" dirty="0">
                <a:latin typeface="Times New Roman"/>
                <a:cs typeface="Times New Roman"/>
              </a:rPr>
              <a:t> </a:t>
            </a:r>
            <a:r>
              <a:rPr sz="1200" b="1" spc="-5" dirty="0">
                <a:latin typeface="Times New Roman"/>
                <a:cs typeface="Times New Roman"/>
              </a:rPr>
              <a:t>Community</a:t>
            </a:r>
            <a:r>
              <a:rPr sz="1200" b="1" spc="75" dirty="0">
                <a:latin typeface="Times New Roman"/>
                <a:cs typeface="Times New Roman"/>
              </a:rPr>
              <a:t> </a:t>
            </a:r>
            <a:r>
              <a:rPr sz="1200" b="1" spc="-5" dirty="0">
                <a:latin typeface="Times New Roman"/>
                <a:cs typeface="Times New Roman"/>
              </a:rPr>
              <a:t>Service</a:t>
            </a:r>
            <a:r>
              <a:rPr sz="1200" b="1" spc="65" dirty="0">
                <a:latin typeface="Times New Roman"/>
                <a:cs typeface="Times New Roman"/>
              </a:rPr>
              <a:t> </a:t>
            </a:r>
            <a:r>
              <a:rPr sz="1200" b="1" spc="-5" dirty="0">
                <a:latin typeface="Times New Roman"/>
                <a:cs typeface="Times New Roman"/>
              </a:rPr>
              <a:t>Internship</a:t>
            </a:r>
            <a:r>
              <a:rPr sz="1200" b="1" spc="80" dirty="0">
                <a:latin typeface="Times New Roman"/>
                <a:cs typeface="Times New Roman"/>
              </a:rPr>
              <a:t> </a:t>
            </a:r>
            <a:r>
              <a:rPr sz="1200" b="1" spc="-10" dirty="0">
                <a:latin typeface="Times New Roman"/>
                <a:cs typeface="Times New Roman"/>
              </a:rPr>
              <a:t>Program</a:t>
            </a:r>
            <a:r>
              <a:rPr sz="1200" spc="-10" dirty="0">
                <a:latin typeface="Times New Roman"/>
                <a:cs typeface="Times New Roman"/>
              </a:rPr>
              <a:t>,</a:t>
            </a:r>
            <a:r>
              <a:rPr sz="1200" spc="65" dirty="0">
                <a:latin typeface="Times New Roman"/>
                <a:cs typeface="Times New Roman"/>
              </a:rPr>
              <a:t> </a:t>
            </a:r>
            <a:r>
              <a:rPr sz="1200" spc="-5" dirty="0" err="1">
                <a:latin typeface="Times New Roman"/>
                <a:cs typeface="Times New Roman"/>
              </a:rPr>
              <a:t>Reg.No</a:t>
            </a:r>
            <a:r>
              <a:rPr sz="1200" spc="-5" dirty="0">
                <a:latin typeface="Times New Roman"/>
                <a:cs typeface="Times New Roman"/>
              </a:rPr>
              <a:t> </a:t>
            </a:r>
            <a:r>
              <a:rPr sz="1200" dirty="0">
                <a:latin typeface="Times New Roman"/>
                <a:cs typeface="Times New Roman"/>
              </a:rPr>
              <a:t> </a:t>
            </a:r>
            <a:r>
              <a:rPr sz="1200" b="1" spc="-5" dirty="0">
                <a:latin typeface="Times New Roman"/>
                <a:cs typeface="Times New Roman"/>
              </a:rPr>
              <a:t>22G21A3202</a:t>
            </a:r>
            <a:r>
              <a:rPr lang="en-US" sz="1200" b="1" spc="-5" dirty="0">
                <a:latin typeface="Times New Roman"/>
                <a:cs typeface="Times New Roman"/>
              </a:rPr>
              <a:t> </a:t>
            </a:r>
            <a:r>
              <a:rPr sz="1200" spc="-5" dirty="0">
                <a:latin typeface="Times New Roman"/>
                <a:cs typeface="Times New Roman"/>
              </a:rPr>
              <a:t>of</a:t>
            </a:r>
            <a:r>
              <a:rPr lang="en-US" sz="1200" spc="-5" dirty="0">
                <a:latin typeface="Times New Roman"/>
                <a:cs typeface="Times New Roman"/>
              </a:rPr>
              <a:t> </a:t>
            </a:r>
            <a:r>
              <a:rPr sz="1200" spc="-50" dirty="0">
                <a:latin typeface="Times New Roman"/>
                <a:cs typeface="Times New Roman"/>
              </a:rPr>
              <a:t> </a:t>
            </a:r>
            <a:r>
              <a:rPr sz="1200" spc="-5" dirty="0">
                <a:latin typeface="Times New Roman"/>
                <a:cs typeface="Times New Roman"/>
              </a:rPr>
              <a:t>Department</a:t>
            </a:r>
            <a:r>
              <a:rPr sz="1200" spc="-40" dirty="0">
                <a:latin typeface="Times New Roman"/>
                <a:cs typeface="Times New Roman"/>
              </a:rPr>
              <a:t> </a:t>
            </a:r>
            <a:r>
              <a:rPr sz="1200" spc="-5" dirty="0">
                <a:latin typeface="Times New Roman"/>
                <a:cs typeface="Times New Roman"/>
              </a:rPr>
              <a:t>of</a:t>
            </a:r>
            <a:r>
              <a:rPr lang="en-US" sz="1200" spc="-5" dirty="0">
                <a:latin typeface="Times New Roman"/>
                <a:cs typeface="Times New Roman"/>
              </a:rPr>
              <a:t> </a:t>
            </a:r>
            <a:r>
              <a:rPr sz="1200" b="1" spc="-5" dirty="0">
                <a:latin typeface="Times New Roman"/>
                <a:cs typeface="Times New Roman"/>
              </a:rPr>
              <a:t>CSE(DS)</a:t>
            </a:r>
            <a:r>
              <a:rPr sz="1200" spc="-5" dirty="0">
                <a:latin typeface="Times New Roman"/>
                <a:cs typeface="Times New Roman"/>
              </a:rPr>
              <a:t>,</a:t>
            </a:r>
            <a:r>
              <a:rPr lang="en-US" sz="1200" spc="-5" dirty="0">
                <a:latin typeface="Times New Roman"/>
                <a:cs typeface="Times New Roman"/>
              </a:rPr>
              <a:t> </a:t>
            </a:r>
            <a:r>
              <a:rPr sz="1200" spc="-5" dirty="0" err="1">
                <a:latin typeface="Times New Roman"/>
                <a:cs typeface="Times New Roman"/>
              </a:rPr>
              <a:t>Audisankara</a:t>
            </a:r>
            <a:r>
              <a:rPr sz="1200" spc="-55" dirty="0">
                <a:latin typeface="Times New Roman"/>
                <a:cs typeface="Times New Roman"/>
              </a:rPr>
              <a:t> </a:t>
            </a:r>
            <a:r>
              <a:rPr sz="1200" spc="-5" dirty="0">
                <a:latin typeface="Times New Roman"/>
                <a:cs typeface="Times New Roman"/>
              </a:rPr>
              <a:t>College</a:t>
            </a:r>
            <a:r>
              <a:rPr sz="1200" spc="-35" dirty="0">
                <a:latin typeface="Times New Roman"/>
                <a:cs typeface="Times New Roman"/>
              </a:rPr>
              <a:t> </a:t>
            </a:r>
            <a:r>
              <a:rPr sz="1200" spc="-5" dirty="0">
                <a:latin typeface="Times New Roman"/>
                <a:cs typeface="Times New Roman"/>
              </a:rPr>
              <a:t>of</a:t>
            </a:r>
            <a:r>
              <a:rPr sz="1200" spc="-45" dirty="0">
                <a:latin typeface="Times New Roman"/>
                <a:cs typeface="Times New Roman"/>
              </a:rPr>
              <a:t> </a:t>
            </a:r>
            <a:r>
              <a:rPr sz="1200" spc="-5" dirty="0">
                <a:latin typeface="Times New Roman"/>
                <a:cs typeface="Times New Roman"/>
              </a:rPr>
              <a:t>Engineering</a:t>
            </a:r>
            <a:r>
              <a:rPr sz="1200" spc="-45" dirty="0">
                <a:latin typeface="Times New Roman"/>
                <a:cs typeface="Times New Roman"/>
              </a:rPr>
              <a:t> </a:t>
            </a:r>
            <a:r>
              <a:rPr sz="1200" spc="-5" dirty="0">
                <a:latin typeface="Times New Roman"/>
                <a:cs typeface="Times New Roman"/>
              </a:rPr>
              <a:t>&amp;</a:t>
            </a:r>
            <a:r>
              <a:rPr sz="1200" spc="-60" dirty="0">
                <a:latin typeface="Times New Roman"/>
                <a:cs typeface="Times New Roman"/>
              </a:rPr>
              <a:t> </a:t>
            </a:r>
            <a:r>
              <a:rPr sz="1200" spc="-10" dirty="0">
                <a:latin typeface="Times New Roman"/>
                <a:cs typeface="Times New Roman"/>
              </a:rPr>
              <a:t>Technology</a:t>
            </a:r>
            <a:r>
              <a:rPr sz="1200" spc="-60" dirty="0">
                <a:latin typeface="Times New Roman"/>
                <a:cs typeface="Times New Roman"/>
              </a:rPr>
              <a:t> </a:t>
            </a:r>
            <a:r>
              <a:rPr sz="1200" spc="-5" dirty="0">
                <a:latin typeface="Times New Roman"/>
                <a:cs typeface="Times New Roman"/>
              </a:rPr>
              <a:t>do</a:t>
            </a:r>
            <a:r>
              <a:rPr sz="1200" spc="-40" dirty="0">
                <a:latin typeface="Times New Roman"/>
                <a:cs typeface="Times New Roman"/>
              </a:rPr>
              <a:t> </a:t>
            </a:r>
            <a:r>
              <a:rPr sz="1200" dirty="0">
                <a:latin typeface="Times New Roman"/>
                <a:cs typeface="Times New Roman"/>
              </a:rPr>
              <a:t>hereby </a:t>
            </a:r>
            <a:r>
              <a:rPr sz="1200" spc="-285" dirty="0">
                <a:latin typeface="Times New Roman"/>
                <a:cs typeface="Times New Roman"/>
              </a:rPr>
              <a:t> </a:t>
            </a:r>
            <a:r>
              <a:rPr sz="1200" spc="-5" dirty="0">
                <a:latin typeface="Times New Roman"/>
                <a:cs typeface="Times New Roman"/>
              </a:rPr>
              <a:t>declare</a:t>
            </a:r>
            <a:r>
              <a:rPr sz="1200" spc="100" dirty="0">
                <a:latin typeface="Times New Roman"/>
                <a:cs typeface="Times New Roman"/>
              </a:rPr>
              <a:t> </a:t>
            </a:r>
            <a:r>
              <a:rPr sz="1200" spc="-5" dirty="0">
                <a:latin typeface="Times New Roman"/>
                <a:cs typeface="Times New Roman"/>
              </a:rPr>
              <a:t>that</a:t>
            </a:r>
            <a:r>
              <a:rPr sz="1200" spc="120" dirty="0">
                <a:latin typeface="Times New Roman"/>
                <a:cs typeface="Times New Roman"/>
              </a:rPr>
              <a:t> </a:t>
            </a:r>
            <a:r>
              <a:rPr sz="1200" spc="-5" dirty="0">
                <a:latin typeface="Times New Roman"/>
                <a:cs typeface="Times New Roman"/>
              </a:rPr>
              <a:t>I</a:t>
            </a:r>
            <a:r>
              <a:rPr sz="1200" spc="75" dirty="0">
                <a:latin typeface="Times New Roman"/>
                <a:cs typeface="Times New Roman"/>
              </a:rPr>
              <a:t> </a:t>
            </a:r>
            <a:r>
              <a:rPr sz="1200" dirty="0">
                <a:latin typeface="Times New Roman"/>
                <a:cs typeface="Times New Roman"/>
              </a:rPr>
              <a:t>have</a:t>
            </a:r>
            <a:r>
              <a:rPr sz="1200" spc="105" dirty="0">
                <a:latin typeface="Times New Roman"/>
                <a:cs typeface="Times New Roman"/>
              </a:rPr>
              <a:t> </a:t>
            </a:r>
            <a:r>
              <a:rPr sz="1200" spc="-5" dirty="0">
                <a:latin typeface="Times New Roman"/>
                <a:cs typeface="Times New Roman"/>
              </a:rPr>
              <a:t>completed</a:t>
            </a:r>
            <a:r>
              <a:rPr sz="1200" spc="100" dirty="0">
                <a:latin typeface="Times New Roman"/>
                <a:cs typeface="Times New Roman"/>
              </a:rPr>
              <a:t> </a:t>
            </a:r>
            <a:r>
              <a:rPr sz="1200" spc="-5" dirty="0">
                <a:latin typeface="Times New Roman"/>
                <a:cs typeface="Times New Roman"/>
              </a:rPr>
              <a:t>the</a:t>
            </a:r>
            <a:r>
              <a:rPr sz="1200" spc="105" dirty="0">
                <a:latin typeface="Times New Roman"/>
                <a:cs typeface="Times New Roman"/>
              </a:rPr>
              <a:t> </a:t>
            </a:r>
            <a:r>
              <a:rPr sz="1200" spc="-5" dirty="0">
                <a:latin typeface="Times New Roman"/>
                <a:cs typeface="Times New Roman"/>
              </a:rPr>
              <a:t>mandatory</a:t>
            </a:r>
            <a:r>
              <a:rPr sz="1200" spc="80" dirty="0">
                <a:latin typeface="Times New Roman"/>
                <a:cs typeface="Times New Roman"/>
              </a:rPr>
              <a:t> </a:t>
            </a:r>
            <a:r>
              <a:rPr sz="1200" dirty="0">
                <a:latin typeface="Times New Roman"/>
                <a:cs typeface="Times New Roman"/>
              </a:rPr>
              <a:t>Community</a:t>
            </a:r>
            <a:r>
              <a:rPr sz="1200" spc="90" dirty="0">
                <a:latin typeface="Times New Roman"/>
                <a:cs typeface="Times New Roman"/>
              </a:rPr>
              <a:t> </a:t>
            </a:r>
            <a:r>
              <a:rPr sz="1200" spc="-5" dirty="0">
                <a:latin typeface="Times New Roman"/>
                <a:cs typeface="Times New Roman"/>
              </a:rPr>
              <a:t>Service</a:t>
            </a:r>
            <a:r>
              <a:rPr lang="en-US" sz="1200" spc="-5" dirty="0">
                <a:latin typeface="Times New Roman"/>
                <a:cs typeface="Times New Roman"/>
              </a:rPr>
              <a:t> </a:t>
            </a:r>
            <a:r>
              <a:rPr sz="1200" b="1" spc="-5" dirty="0">
                <a:latin typeface="Times New Roman"/>
                <a:cs typeface="Times New Roman"/>
              </a:rPr>
              <a:t>from</a:t>
            </a:r>
            <a:r>
              <a:rPr sz="1200" b="1" spc="95" dirty="0">
                <a:latin typeface="Times New Roman"/>
                <a:cs typeface="Times New Roman"/>
              </a:rPr>
              <a:t> </a:t>
            </a:r>
            <a:r>
              <a:rPr sz="1200" b="1" spc="-5" dirty="0">
                <a:latin typeface="Times New Roman"/>
                <a:cs typeface="Times New Roman"/>
              </a:rPr>
              <a:t>2</a:t>
            </a:r>
            <a:r>
              <a:rPr lang="en-US" sz="1200" b="1" spc="-5" dirty="0">
                <a:latin typeface="Times New Roman"/>
                <a:cs typeface="Times New Roman"/>
              </a:rPr>
              <a:t>3</a:t>
            </a:r>
            <a:r>
              <a:rPr sz="1200" b="1" spc="-5" dirty="0">
                <a:latin typeface="Times New Roman"/>
                <a:cs typeface="Times New Roman"/>
              </a:rPr>
              <a:t>-0</a:t>
            </a:r>
            <a:r>
              <a:rPr lang="en-US" sz="1200" b="1" spc="-5" dirty="0">
                <a:latin typeface="Times New Roman"/>
                <a:cs typeface="Times New Roman"/>
              </a:rPr>
              <a:t>7</a:t>
            </a:r>
            <a:r>
              <a:rPr sz="1200" b="1" spc="-5" dirty="0">
                <a:latin typeface="Times New Roman"/>
                <a:cs typeface="Times New Roman"/>
              </a:rPr>
              <a:t>-202</a:t>
            </a:r>
            <a:r>
              <a:rPr lang="en-US" sz="1200" b="1" spc="-5" dirty="0">
                <a:latin typeface="Times New Roman"/>
                <a:cs typeface="Times New Roman"/>
              </a:rPr>
              <a:t>4</a:t>
            </a:r>
            <a:r>
              <a:rPr sz="1200" b="1" spc="105" dirty="0">
                <a:latin typeface="Times New Roman"/>
                <a:cs typeface="Times New Roman"/>
              </a:rPr>
              <a:t> </a:t>
            </a:r>
            <a:r>
              <a:rPr sz="1200" b="1" spc="-5" dirty="0">
                <a:latin typeface="Times New Roman"/>
                <a:cs typeface="Times New Roman"/>
              </a:rPr>
              <a:t>to</a:t>
            </a:r>
            <a:r>
              <a:rPr sz="1200" b="1" spc="105" dirty="0">
                <a:latin typeface="Times New Roman"/>
                <a:cs typeface="Times New Roman"/>
              </a:rPr>
              <a:t> </a:t>
            </a:r>
            <a:r>
              <a:rPr lang="en-US" sz="1200" b="1" spc="-5" dirty="0">
                <a:latin typeface="Times New Roman"/>
                <a:cs typeface="Times New Roman"/>
              </a:rPr>
              <a:t>17</a:t>
            </a:r>
            <a:r>
              <a:rPr sz="1200" b="1" spc="-5" dirty="0">
                <a:latin typeface="Times New Roman"/>
                <a:cs typeface="Times New Roman"/>
              </a:rPr>
              <a:t>-09-202</a:t>
            </a:r>
            <a:r>
              <a:rPr lang="en-US" sz="1200" b="1" spc="-5" dirty="0">
                <a:latin typeface="Times New Roman"/>
                <a:cs typeface="Times New Roman"/>
              </a:rPr>
              <a:t>4 </a:t>
            </a:r>
            <a:r>
              <a:rPr sz="1200" spc="-5" dirty="0">
                <a:latin typeface="Times New Roman"/>
                <a:cs typeface="Times New Roman"/>
              </a:rPr>
              <a:t>in </a:t>
            </a:r>
            <a:r>
              <a:rPr sz="1200" dirty="0">
                <a:latin typeface="Times New Roman"/>
                <a:cs typeface="Times New Roman"/>
              </a:rPr>
              <a:t> </a:t>
            </a:r>
            <a:r>
              <a:rPr lang="en-US" sz="1200" spc="-15" dirty="0">
                <a:latin typeface="Times New Roman"/>
                <a:cs typeface="Times New Roman"/>
              </a:rPr>
              <a:t>GUDUR</a:t>
            </a:r>
            <a:r>
              <a:rPr sz="1200" spc="-15" dirty="0">
                <a:latin typeface="Times New Roman"/>
                <a:cs typeface="Times New Roman"/>
              </a:rPr>
              <a:t>,</a:t>
            </a:r>
            <a:r>
              <a:rPr lang="en-US" sz="1200" spc="-15" dirty="0">
                <a:latin typeface="Times New Roman"/>
                <a:cs typeface="Times New Roman"/>
              </a:rPr>
              <a:t>TIRUPATI</a:t>
            </a:r>
            <a:r>
              <a:rPr sz="1200" spc="-20" dirty="0">
                <a:latin typeface="Times New Roman"/>
                <a:cs typeface="Times New Roman"/>
              </a:rPr>
              <a:t> </a:t>
            </a:r>
            <a:r>
              <a:rPr sz="1200" spc="-5" dirty="0">
                <a:latin typeface="Times New Roman"/>
                <a:cs typeface="Times New Roman"/>
              </a:rPr>
              <a:t>[</a:t>
            </a:r>
            <a:r>
              <a:rPr lang="en-US" sz="1200" spc="-5" dirty="0">
                <a:latin typeface="Times New Roman"/>
                <a:cs typeface="Times New Roman"/>
              </a:rPr>
              <a:t>D.T</a:t>
            </a:r>
            <a:r>
              <a:rPr sz="1200" spc="-5" dirty="0">
                <a:latin typeface="Times New Roman"/>
                <a:cs typeface="Times New Roman"/>
              </a:rPr>
              <a:t>] under the Faculty Guideship of</a:t>
            </a:r>
            <a:r>
              <a:rPr lang="en-US" sz="1200" spc="-5" dirty="0">
                <a:latin typeface="Times New Roman"/>
                <a:cs typeface="Times New Roman"/>
              </a:rPr>
              <a:t>  </a:t>
            </a:r>
            <a:r>
              <a:rPr sz="1200" b="1" spc="-5" dirty="0" err="1">
                <a:latin typeface="Times New Roman"/>
                <a:cs typeface="Times New Roman"/>
              </a:rPr>
              <a:t>Mr</a:t>
            </a:r>
            <a:r>
              <a:rPr lang="en-US" sz="1200" b="1" spc="-5" dirty="0" err="1">
                <a:latin typeface="Times New Roman"/>
                <a:cs typeface="Times New Roman"/>
              </a:rPr>
              <a:t>s.S.V.PADMAVATHI</a:t>
            </a:r>
            <a:r>
              <a:rPr lang="en-US" sz="1200" b="1" spc="-5" dirty="0">
                <a:latin typeface="Times New Roman"/>
                <a:cs typeface="Times New Roman"/>
              </a:rPr>
              <a:t> DEVI</a:t>
            </a:r>
            <a:r>
              <a:rPr sz="1200" spc="-5" dirty="0">
                <a:latin typeface="Times New Roman"/>
                <a:cs typeface="Times New Roman"/>
              </a:rPr>
              <a:t>, Dep</a:t>
            </a:r>
            <a:r>
              <a:rPr lang="en-US" sz="1200" spc="-5" dirty="0">
                <a:latin typeface="Times New Roman"/>
                <a:cs typeface="Times New Roman"/>
              </a:rPr>
              <a:t>t</a:t>
            </a:r>
            <a:r>
              <a:rPr sz="1200" spc="-5" dirty="0">
                <a:latin typeface="Times New Roman"/>
                <a:cs typeface="Times New Roman"/>
              </a:rPr>
              <a:t> of</a:t>
            </a:r>
            <a:r>
              <a:rPr lang="en-US" sz="1200" spc="-5" dirty="0">
                <a:latin typeface="Times New Roman"/>
                <a:cs typeface="Times New Roman"/>
              </a:rPr>
              <a:t> </a:t>
            </a:r>
            <a:r>
              <a:rPr sz="1200" b="1" spc="-5" dirty="0">
                <a:latin typeface="Times New Roman"/>
                <a:cs typeface="Times New Roman"/>
              </a:rPr>
              <a:t>C</a:t>
            </a:r>
            <a:r>
              <a:rPr lang="en-US" sz="1200" b="1" spc="-5" dirty="0">
                <a:latin typeface="Times New Roman"/>
                <a:cs typeface="Times New Roman"/>
              </a:rPr>
              <a:t>AI</a:t>
            </a:r>
            <a:r>
              <a:rPr sz="1200" b="1" spc="-5" dirty="0">
                <a:latin typeface="Times New Roman"/>
                <a:cs typeface="Times New Roman"/>
              </a:rPr>
              <a:t> </a:t>
            </a:r>
            <a:r>
              <a:rPr sz="1200" b="1" spc="-285" dirty="0">
                <a:latin typeface="Times New Roman"/>
                <a:cs typeface="Times New Roman"/>
              </a:rPr>
              <a:t> </a:t>
            </a:r>
            <a:r>
              <a:rPr sz="1200" spc="-5" dirty="0">
                <a:latin typeface="Times New Roman"/>
                <a:cs typeface="Times New Roman"/>
              </a:rPr>
              <a:t>in</a:t>
            </a:r>
            <a:r>
              <a:rPr sz="1200" spc="-70" dirty="0">
                <a:latin typeface="Times New Roman"/>
                <a:cs typeface="Times New Roman"/>
              </a:rPr>
              <a:t> </a:t>
            </a:r>
            <a:r>
              <a:rPr sz="1200" spc="-5" dirty="0">
                <a:latin typeface="Times New Roman"/>
                <a:cs typeface="Times New Roman"/>
              </a:rPr>
              <a:t>Audisankara College </a:t>
            </a:r>
            <a:r>
              <a:rPr sz="1200" dirty="0">
                <a:latin typeface="Times New Roman"/>
                <a:cs typeface="Times New Roman"/>
              </a:rPr>
              <a:t>of </a:t>
            </a:r>
            <a:r>
              <a:rPr sz="1200" spc="-5" dirty="0">
                <a:latin typeface="Times New Roman"/>
                <a:cs typeface="Times New Roman"/>
              </a:rPr>
              <a:t>engineering &amp;</a:t>
            </a:r>
            <a:r>
              <a:rPr sz="1200" spc="-35" dirty="0">
                <a:latin typeface="Times New Roman"/>
                <a:cs typeface="Times New Roman"/>
              </a:rPr>
              <a:t> </a:t>
            </a:r>
            <a:r>
              <a:rPr sz="1200" spc="-10" dirty="0">
                <a:latin typeface="Times New Roman"/>
                <a:cs typeface="Times New Roman"/>
              </a:rPr>
              <a:t>Technology</a:t>
            </a:r>
            <a:r>
              <a:rPr lang="en-US" sz="1200" spc="-10" dirty="0">
                <a:latin typeface="Times New Roman"/>
                <a:cs typeface="Times New Roman"/>
              </a:rPr>
              <a:t>.</a:t>
            </a:r>
            <a:endParaRPr sz="1200" dirty="0">
              <a:latin typeface="Times New Roman"/>
              <a:cs typeface="Times New Roman"/>
            </a:endParaRPr>
          </a:p>
        </p:txBody>
      </p:sp>
      <p:sp>
        <p:nvSpPr>
          <p:cNvPr id="3" name="object 3"/>
          <p:cNvSpPr txBox="1"/>
          <p:nvPr/>
        </p:nvSpPr>
        <p:spPr>
          <a:xfrm>
            <a:off x="5797614" y="3855339"/>
            <a:ext cx="1294130" cy="20827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a:cs typeface="Times New Roman"/>
              </a:rPr>
              <a:t>(Signature</a:t>
            </a:r>
            <a:r>
              <a:rPr sz="1200" spc="-2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Date)</a:t>
            </a:r>
            <a:endParaRPr sz="1200">
              <a:latin typeface="Times New Roman"/>
              <a:cs typeface="Times New Roman"/>
            </a:endParaRPr>
          </a:p>
        </p:txBody>
      </p:sp>
      <p:sp>
        <p:nvSpPr>
          <p:cNvPr id="4" name="object 4"/>
          <p:cNvSpPr txBox="1"/>
          <p:nvPr/>
        </p:nvSpPr>
        <p:spPr>
          <a:xfrm>
            <a:off x="752987" y="4972050"/>
            <a:ext cx="955040"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Endorsements</a:t>
            </a:r>
            <a:endParaRPr sz="1200" dirty="0">
              <a:latin typeface="Times New Roman"/>
              <a:cs typeface="Times New Roman"/>
            </a:endParaRPr>
          </a:p>
        </p:txBody>
      </p:sp>
      <p:sp>
        <p:nvSpPr>
          <p:cNvPr id="5" name="object 5"/>
          <p:cNvSpPr txBox="1"/>
          <p:nvPr/>
        </p:nvSpPr>
        <p:spPr>
          <a:xfrm>
            <a:off x="256878" y="5995379"/>
            <a:ext cx="7243406" cy="381515"/>
          </a:xfrm>
          <a:prstGeom prst="rect">
            <a:avLst/>
          </a:prstGeom>
        </p:spPr>
        <p:txBody>
          <a:bodyPr vert="horz" wrap="square" lIns="0" tIns="12065" rIns="0" bIns="0" rtlCol="0">
            <a:spAutoFit/>
          </a:bodyPr>
          <a:lstStyle/>
          <a:p>
            <a:pPr marL="12700">
              <a:lnSpc>
                <a:spcPct val="100000"/>
              </a:lnSpc>
              <a:spcBef>
                <a:spcPts val="95"/>
              </a:spcBef>
              <a:tabLst>
                <a:tab pos="1879600" algn="l"/>
                <a:tab pos="3173730" algn="l"/>
              </a:tabLst>
            </a:pPr>
            <a:r>
              <a:rPr lang="en-US" sz="1200" b="1" spc="-20" dirty="0">
                <a:latin typeface="Times New Roman"/>
                <a:cs typeface="Times New Roman"/>
              </a:rPr>
              <a:t>            </a:t>
            </a:r>
            <a:r>
              <a:rPr sz="1200" b="1" spc="-20" dirty="0">
                <a:latin typeface="Times New Roman"/>
                <a:cs typeface="Times New Roman"/>
              </a:rPr>
              <a:t>F</a:t>
            </a:r>
            <a:r>
              <a:rPr sz="1200" b="1" spc="-5" dirty="0">
                <a:latin typeface="Times New Roman"/>
                <a:cs typeface="Times New Roman"/>
              </a:rPr>
              <a:t>aculty</a:t>
            </a:r>
            <a:r>
              <a:rPr sz="1200" b="1" spc="10" dirty="0">
                <a:latin typeface="Times New Roman"/>
                <a:cs typeface="Times New Roman"/>
              </a:rPr>
              <a:t> </a:t>
            </a:r>
            <a:r>
              <a:rPr sz="1200" b="1" spc="-15" dirty="0">
                <a:latin typeface="Times New Roman"/>
                <a:cs typeface="Times New Roman"/>
              </a:rPr>
              <a:t>G</a:t>
            </a:r>
            <a:r>
              <a:rPr sz="1200" b="1" spc="-5" dirty="0">
                <a:latin typeface="Times New Roman"/>
                <a:cs typeface="Times New Roman"/>
              </a:rPr>
              <a:t>ui</a:t>
            </a:r>
            <a:r>
              <a:rPr sz="1200" b="1" dirty="0">
                <a:latin typeface="Times New Roman"/>
                <a:cs typeface="Times New Roman"/>
              </a:rPr>
              <a:t>d</a:t>
            </a:r>
            <a:r>
              <a:rPr sz="1200" b="1" spc="-5" dirty="0">
                <a:latin typeface="Times New Roman"/>
                <a:cs typeface="Times New Roman"/>
              </a:rPr>
              <a:t>e</a:t>
            </a:r>
            <a:r>
              <a:rPr sz="1200" b="1" dirty="0">
                <a:latin typeface="Times New Roman"/>
                <a:cs typeface="Times New Roman"/>
              </a:rPr>
              <a:t>	</a:t>
            </a:r>
            <a:r>
              <a:rPr lang="en-US" sz="1200" b="1" dirty="0">
                <a:latin typeface="Times New Roman"/>
                <a:cs typeface="Times New Roman"/>
              </a:rPr>
              <a:t>                                 </a:t>
            </a:r>
            <a:r>
              <a:rPr sz="1200" b="1" spc="-5" dirty="0">
                <a:latin typeface="Times New Roman"/>
                <a:cs typeface="Times New Roman"/>
              </a:rPr>
              <a:t>H</a:t>
            </a:r>
            <a:r>
              <a:rPr sz="1200" b="1" dirty="0">
                <a:latin typeface="Times New Roman"/>
                <a:cs typeface="Times New Roman"/>
              </a:rPr>
              <a:t>O</a:t>
            </a:r>
            <a:r>
              <a:rPr sz="1200" b="1" spc="-5" dirty="0">
                <a:latin typeface="Times New Roman"/>
                <a:cs typeface="Times New Roman"/>
              </a:rPr>
              <a:t>D</a:t>
            </a:r>
            <a:r>
              <a:rPr sz="1200" b="1" dirty="0">
                <a:latin typeface="Times New Roman"/>
                <a:cs typeface="Times New Roman"/>
              </a:rPr>
              <a:t>	</a:t>
            </a:r>
            <a:r>
              <a:rPr lang="en-US" sz="1200" b="1" dirty="0">
                <a:latin typeface="Times New Roman"/>
                <a:cs typeface="Times New Roman"/>
              </a:rPr>
              <a:t>                                                       </a:t>
            </a:r>
            <a:r>
              <a:rPr sz="1200" b="1" spc="-5" dirty="0">
                <a:latin typeface="Times New Roman"/>
                <a:cs typeface="Times New Roman"/>
              </a:rPr>
              <a:t>Dean</a:t>
            </a:r>
            <a:r>
              <a:rPr sz="1200" b="1" spc="-70" dirty="0">
                <a:latin typeface="Times New Roman"/>
                <a:cs typeface="Times New Roman"/>
              </a:rPr>
              <a:t> </a:t>
            </a:r>
            <a:r>
              <a:rPr sz="1200" b="1" spc="-5" dirty="0">
                <a:latin typeface="Times New Roman"/>
                <a:cs typeface="Times New Roman"/>
              </a:rPr>
              <a:t>Acad</a:t>
            </a:r>
            <a:r>
              <a:rPr sz="1200" b="1" dirty="0">
                <a:latin typeface="Times New Roman"/>
                <a:cs typeface="Times New Roman"/>
              </a:rPr>
              <a:t>e</a:t>
            </a:r>
            <a:r>
              <a:rPr sz="1200" b="1" spc="-20" dirty="0">
                <a:latin typeface="Times New Roman"/>
                <a:cs typeface="Times New Roman"/>
              </a:rPr>
              <a:t>m</a:t>
            </a:r>
            <a:r>
              <a:rPr sz="1200" b="1" spc="-5" dirty="0">
                <a:latin typeface="Times New Roman"/>
                <a:cs typeface="Times New Roman"/>
              </a:rPr>
              <a:t>ics</a:t>
            </a:r>
            <a:endParaRPr sz="1200" dirty="0">
              <a:latin typeface="Times New Roman"/>
              <a:cs typeface="Times New Roman"/>
            </a:endParaRPr>
          </a:p>
          <a:p>
            <a:pPr marL="12700">
              <a:lnSpc>
                <a:spcPct val="100000"/>
              </a:lnSpc>
              <a:spcBef>
                <a:spcPts val="25"/>
              </a:spcBef>
            </a:pPr>
            <a:r>
              <a:rPr lang="en-US" sz="1200" spc="-5" dirty="0">
                <a:latin typeface="Times New Roman"/>
                <a:cs typeface="Times New Roman"/>
              </a:rPr>
              <a:t>            Dr.</a:t>
            </a:r>
            <a:r>
              <a:rPr lang="en-US" sz="1200" spc="5" dirty="0">
                <a:latin typeface="Times New Roman"/>
                <a:cs typeface="Times New Roman"/>
              </a:rPr>
              <a:t> S.V.PADMAVATHI DEVI</a:t>
            </a:r>
            <a:r>
              <a:rPr sz="1200" spc="-5" dirty="0">
                <a:latin typeface="Times New Roman"/>
                <a:cs typeface="Times New Roman"/>
              </a:rPr>
              <a:t>,(</a:t>
            </a:r>
            <a:r>
              <a:rPr sz="1200" spc="-5" dirty="0" err="1">
                <a:latin typeface="Times New Roman"/>
                <a:cs typeface="Times New Roman"/>
              </a:rPr>
              <a:t>Ph.D</a:t>
            </a:r>
            <a:r>
              <a:rPr sz="1200" spc="-5" dirty="0">
                <a:latin typeface="Times New Roman"/>
                <a:cs typeface="Times New Roman"/>
              </a:rPr>
              <a:t>)</a:t>
            </a:r>
            <a:r>
              <a:rPr sz="1200" b="1" spc="-5" dirty="0">
                <a:latin typeface="Times New Roman"/>
                <a:cs typeface="Times New Roman"/>
              </a:rPr>
              <a:t>,</a:t>
            </a:r>
            <a:r>
              <a:rPr lang="en-US" sz="1200" b="1" spc="-5" dirty="0">
                <a:latin typeface="Times New Roman"/>
                <a:cs typeface="Times New Roman"/>
              </a:rPr>
              <a:t>         </a:t>
            </a:r>
            <a:r>
              <a:rPr sz="1200" spc="-5" dirty="0" err="1">
                <a:latin typeface="Times New Roman"/>
                <a:cs typeface="Times New Roman"/>
              </a:rPr>
              <a:t>Mr</a:t>
            </a:r>
            <a:r>
              <a:rPr sz="1200" spc="5" dirty="0">
                <a:latin typeface="Times New Roman"/>
                <a:cs typeface="Times New Roman"/>
              </a:rPr>
              <a:t> </a:t>
            </a:r>
            <a:r>
              <a:rPr sz="1200" spc="-30" dirty="0">
                <a:latin typeface="Times New Roman"/>
                <a:cs typeface="Times New Roman"/>
              </a:rPr>
              <a:t>P.V.R.K.MURTY</a:t>
            </a:r>
            <a:r>
              <a:rPr sz="1200" spc="-40" dirty="0">
                <a:latin typeface="Times New Roman"/>
                <a:cs typeface="Times New Roman"/>
              </a:rPr>
              <a:t> </a:t>
            </a:r>
            <a:r>
              <a:rPr sz="1200" spc="-10" dirty="0">
                <a:latin typeface="Times New Roman"/>
                <a:cs typeface="Times New Roman"/>
              </a:rPr>
              <a:t>,</a:t>
            </a:r>
            <a:r>
              <a:rPr sz="1200" spc="-10" dirty="0" err="1">
                <a:latin typeface="Times New Roman"/>
                <a:cs typeface="Times New Roman"/>
              </a:rPr>
              <a:t>M.Tech</a:t>
            </a:r>
            <a:r>
              <a:rPr lang="en-US" sz="1200" spc="-10" dirty="0" err="1">
                <a:latin typeface="Times New Roman"/>
                <a:cs typeface="Times New Roman"/>
              </a:rPr>
              <a:t>.Ph.D</a:t>
            </a:r>
            <a:r>
              <a:rPr lang="en-US" sz="1200" spc="-10" dirty="0">
                <a:latin typeface="Times New Roman"/>
                <a:cs typeface="Times New Roman"/>
              </a:rPr>
              <a:t> </a:t>
            </a:r>
            <a:r>
              <a:rPr sz="1200" b="1" spc="-10" dirty="0">
                <a:latin typeface="Times New Roman"/>
                <a:cs typeface="Times New Roman"/>
              </a:rPr>
              <a:t>,</a:t>
            </a:r>
            <a:r>
              <a:rPr lang="en-US" sz="1200" b="1" spc="-10" dirty="0">
                <a:latin typeface="Times New Roman"/>
                <a:cs typeface="Times New Roman"/>
              </a:rPr>
              <a:t>              </a:t>
            </a:r>
            <a:r>
              <a:rPr sz="1200" spc="-10" dirty="0" err="1">
                <a:latin typeface="Times New Roman"/>
                <a:cs typeface="Times New Roman"/>
              </a:rPr>
              <a:t>Dr.M.RAJAIAH,Ph.D</a:t>
            </a:r>
            <a:r>
              <a:rPr sz="1200" spc="-10" dirty="0">
                <a:latin typeface="Times New Roman"/>
                <a:cs typeface="Times New Roman"/>
              </a:rPr>
              <a:t>.</a:t>
            </a:r>
            <a:r>
              <a:rPr sz="1200" b="1" spc="-10" dirty="0">
                <a:latin typeface="Times New Roman"/>
                <a:cs typeface="Times New Roman"/>
              </a:rPr>
              <a:t>,</a:t>
            </a:r>
            <a:endParaRPr sz="1200" dirty="0">
              <a:latin typeface="Times New Roman"/>
              <a:cs typeface="Times New Roman"/>
            </a:endParaRPr>
          </a:p>
        </p:txBody>
      </p:sp>
      <p:graphicFrame>
        <p:nvGraphicFramePr>
          <p:cNvPr id="6" name="object 6"/>
          <p:cNvGraphicFramePr>
            <a:graphicFrameLocks noGrp="1"/>
          </p:cNvGraphicFramePr>
          <p:nvPr>
            <p:extLst>
              <p:ext uri="{D42A27DB-BD31-4B8C-83A1-F6EECF244321}">
                <p14:modId xmlns:p14="http://schemas.microsoft.com/office/powerpoint/2010/main" val="1534983829"/>
              </p:ext>
            </p:extLst>
          </p:nvPr>
        </p:nvGraphicFramePr>
        <p:xfrm>
          <a:off x="467360" y="6403368"/>
          <a:ext cx="6844963" cy="615340"/>
        </p:xfrm>
        <a:graphic>
          <a:graphicData uri="http://schemas.openxmlformats.org/drawingml/2006/table">
            <a:tbl>
              <a:tblPr firstRow="1" bandRow="1">
                <a:tableStyleId>{2D5ABB26-0587-4C30-8999-92F81FD0307C}</a:tableStyleId>
              </a:tblPr>
              <a:tblGrid>
                <a:gridCol w="1511979">
                  <a:extLst>
                    <a:ext uri="{9D8B030D-6E8A-4147-A177-3AD203B41FA5}">
                      <a16:colId xmlns:a16="http://schemas.microsoft.com/office/drawing/2014/main" val="20000"/>
                    </a:ext>
                  </a:extLst>
                </a:gridCol>
                <a:gridCol w="2996501">
                  <a:extLst>
                    <a:ext uri="{9D8B030D-6E8A-4147-A177-3AD203B41FA5}">
                      <a16:colId xmlns:a16="http://schemas.microsoft.com/office/drawing/2014/main" val="20001"/>
                    </a:ext>
                  </a:extLst>
                </a:gridCol>
                <a:gridCol w="2336483">
                  <a:extLst>
                    <a:ext uri="{9D8B030D-6E8A-4147-A177-3AD203B41FA5}">
                      <a16:colId xmlns:a16="http://schemas.microsoft.com/office/drawing/2014/main" val="20002"/>
                    </a:ext>
                  </a:extLst>
                </a:gridCol>
              </a:tblGrid>
              <a:tr h="201062">
                <a:tc>
                  <a:txBody>
                    <a:bodyPr/>
                    <a:lstStyle/>
                    <a:p>
                      <a:pPr marL="31750">
                        <a:lnSpc>
                          <a:spcPts val="1305"/>
                        </a:lnSpc>
                      </a:pPr>
                      <a:r>
                        <a:rPr lang="en-US" sz="1200" dirty="0">
                          <a:latin typeface="Times New Roman"/>
                          <a:cs typeface="Times New Roman"/>
                        </a:rPr>
                        <a:t>      Associate professor</a:t>
                      </a:r>
                      <a:endParaRPr sz="1200" dirty="0">
                        <a:latin typeface="Times New Roman"/>
                        <a:cs typeface="Times New Roman"/>
                      </a:endParaRPr>
                    </a:p>
                  </a:txBody>
                  <a:tcPr marL="0" marR="0" marT="0" marB="0"/>
                </a:tc>
                <a:tc>
                  <a:txBody>
                    <a:bodyPr/>
                    <a:lstStyle/>
                    <a:p>
                      <a:pPr marL="527050">
                        <a:lnSpc>
                          <a:spcPts val="1305"/>
                        </a:lnSpc>
                      </a:pPr>
                      <a:r>
                        <a:rPr lang="en-US" sz="1200" spc="-5" dirty="0">
                          <a:latin typeface="Times New Roman"/>
                          <a:cs typeface="Times New Roman"/>
                        </a:rPr>
                        <a:t>                        </a:t>
                      </a:r>
                      <a:r>
                        <a:rPr sz="1200" spc="-5" dirty="0">
                          <a:latin typeface="Times New Roman"/>
                          <a:cs typeface="Times New Roman"/>
                        </a:rPr>
                        <a:t>Associate</a:t>
                      </a:r>
                      <a:r>
                        <a:rPr sz="1200" spc="-20" dirty="0">
                          <a:latin typeface="Times New Roman"/>
                          <a:cs typeface="Times New Roman"/>
                        </a:rPr>
                        <a:t> </a:t>
                      </a:r>
                      <a:r>
                        <a:rPr sz="1200" spc="-10" dirty="0">
                          <a:latin typeface="Times New Roman"/>
                          <a:cs typeface="Times New Roman"/>
                        </a:rPr>
                        <a:t>Professor,</a:t>
                      </a:r>
                      <a:endParaRPr sz="1200" dirty="0">
                        <a:latin typeface="Times New Roman"/>
                        <a:cs typeface="Times New Roman"/>
                      </a:endParaRPr>
                    </a:p>
                  </a:txBody>
                  <a:tcPr marL="0" marR="0" marT="0" marB="0"/>
                </a:tc>
                <a:tc>
                  <a:txBody>
                    <a:bodyPr/>
                    <a:lstStyle/>
                    <a:p>
                      <a:pPr marR="24130" algn="r">
                        <a:lnSpc>
                          <a:spcPts val="1305"/>
                        </a:lnSpc>
                      </a:pPr>
                      <a:r>
                        <a:rPr sz="1200" spc="-5" dirty="0">
                          <a:latin typeface="Times New Roman"/>
                          <a:cs typeface="Times New Roman"/>
                        </a:rPr>
                        <a:t>Department</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CSE,</a:t>
                      </a:r>
                      <a:endParaRPr sz="1200" dirty="0">
                        <a:latin typeface="Times New Roman"/>
                        <a:cs typeface="Times New Roman"/>
                      </a:endParaRPr>
                    </a:p>
                  </a:txBody>
                  <a:tcPr marL="0" marR="0" marT="0" marB="0"/>
                </a:tc>
                <a:extLst>
                  <a:ext uri="{0D108BD9-81ED-4DB2-BD59-A6C34878D82A}">
                    <a16:rowId xmlns:a16="http://schemas.microsoft.com/office/drawing/2014/main" val="10000"/>
                  </a:ext>
                </a:extLst>
              </a:tr>
              <a:tr h="204294">
                <a:tc>
                  <a:txBody>
                    <a:bodyPr/>
                    <a:lstStyle/>
                    <a:p>
                      <a:pPr marL="37465">
                        <a:lnSpc>
                          <a:spcPct val="100000"/>
                        </a:lnSpc>
                        <a:spcBef>
                          <a:spcPts val="5"/>
                        </a:spcBef>
                      </a:pPr>
                      <a:r>
                        <a:rPr lang="en-US" sz="1200" spc="-5" dirty="0">
                          <a:latin typeface="Times New Roman"/>
                          <a:cs typeface="Times New Roman"/>
                        </a:rPr>
                        <a:t>      </a:t>
                      </a:r>
                      <a:r>
                        <a:rPr sz="1200" spc="-5" dirty="0">
                          <a:latin typeface="Times New Roman"/>
                          <a:cs typeface="Times New Roman"/>
                        </a:rPr>
                        <a:t>Department</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C</a:t>
                      </a:r>
                      <a:r>
                        <a:rPr lang="en-US" sz="1200" spc="-5" dirty="0">
                          <a:latin typeface="Times New Roman"/>
                          <a:cs typeface="Times New Roman"/>
                        </a:rPr>
                        <a:t>AI</a:t>
                      </a:r>
                      <a:r>
                        <a:rPr sz="1200" spc="-5" dirty="0">
                          <a:latin typeface="Times New Roman"/>
                          <a:cs typeface="Times New Roman"/>
                        </a:rPr>
                        <a:t>,</a:t>
                      </a:r>
                      <a:endParaRPr sz="1200" dirty="0">
                        <a:latin typeface="Times New Roman"/>
                        <a:cs typeface="Times New Roman"/>
                      </a:endParaRPr>
                    </a:p>
                  </a:txBody>
                  <a:tcPr marL="0" marR="0" marT="635" marB="0"/>
                </a:tc>
                <a:tc>
                  <a:txBody>
                    <a:bodyPr/>
                    <a:lstStyle/>
                    <a:p>
                      <a:pPr marL="544195">
                        <a:lnSpc>
                          <a:spcPct val="100000"/>
                        </a:lnSpc>
                        <a:spcBef>
                          <a:spcPts val="5"/>
                        </a:spcBef>
                      </a:pPr>
                      <a:r>
                        <a:rPr lang="en-US" sz="1200" spc="-5" dirty="0">
                          <a:latin typeface="Times New Roman"/>
                          <a:cs typeface="Times New Roman"/>
                        </a:rPr>
                        <a:t>                        </a:t>
                      </a:r>
                      <a:r>
                        <a:rPr sz="1200" spc="-5" dirty="0">
                          <a:latin typeface="Times New Roman"/>
                          <a:cs typeface="Times New Roman"/>
                        </a:rPr>
                        <a:t>Department of</a:t>
                      </a:r>
                      <a:r>
                        <a:rPr sz="1200" spc="-15" dirty="0">
                          <a:latin typeface="Times New Roman"/>
                          <a:cs typeface="Times New Roman"/>
                        </a:rPr>
                        <a:t> </a:t>
                      </a:r>
                      <a:r>
                        <a:rPr sz="1200" spc="-5" dirty="0">
                          <a:latin typeface="Times New Roman"/>
                          <a:cs typeface="Times New Roman"/>
                        </a:rPr>
                        <a:t>CSD,</a:t>
                      </a:r>
                      <a:endParaRPr sz="1200" dirty="0">
                        <a:latin typeface="Times New Roman"/>
                        <a:cs typeface="Times New Roman"/>
                      </a:endParaRPr>
                    </a:p>
                  </a:txBody>
                  <a:tcPr marL="0" marR="0" marT="635" marB="0"/>
                </a:tc>
                <a:tc>
                  <a:txBody>
                    <a:bodyPr/>
                    <a:lstStyle/>
                    <a:p>
                      <a:pPr marR="109220" algn="r">
                        <a:lnSpc>
                          <a:spcPct val="100000"/>
                        </a:lnSpc>
                        <a:spcBef>
                          <a:spcPts val="5"/>
                        </a:spcBef>
                      </a:pPr>
                      <a:r>
                        <a:rPr sz="1200" spc="-20" dirty="0">
                          <a:latin typeface="Times New Roman"/>
                          <a:cs typeface="Times New Roman"/>
                        </a:rPr>
                        <a:t>A</a:t>
                      </a:r>
                      <a:r>
                        <a:rPr lang="en-US" sz="1200" spc="-20" dirty="0">
                          <a:latin typeface="Times New Roman"/>
                          <a:cs typeface="Times New Roman"/>
                        </a:rPr>
                        <a:t>SC</a:t>
                      </a:r>
                      <a:r>
                        <a:rPr sz="1200" spc="-20" dirty="0">
                          <a:latin typeface="Times New Roman"/>
                          <a:cs typeface="Times New Roman"/>
                        </a:rPr>
                        <a:t>ET,</a:t>
                      </a:r>
                      <a:r>
                        <a:rPr sz="1200" spc="-25" dirty="0">
                          <a:latin typeface="Times New Roman"/>
                          <a:cs typeface="Times New Roman"/>
                        </a:rPr>
                        <a:t> </a:t>
                      </a:r>
                      <a:r>
                        <a:rPr sz="1200" spc="-5" dirty="0">
                          <a:latin typeface="Times New Roman"/>
                          <a:cs typeface="Times New Roman"/>
                        </a:rPr>
                        <a:t>GUDUR.</a:t>
                      </a:r>
                      <a:endParaRPr sz="1200" dirty="0">
                        <a:latin typeface="Times New Roman"/>
                        <a:cs typeface="Times New Roman"/>
                      </a:endParaRPr>
                    </a:p>
                  </a:txBody>
                  <a:tcPr marL="0" marR="0" marT="635" marB="0"/>
                </a:tc>
                <a:extLst>
                  <a:ext uri="{0D108BD9-81ED-4DB2-BD59-A6C34878D82A}">
                    <a16:rowId xmlns:a16="http://schemas.microsoft.com/office/drawing/2014/main" val="10001"/>
                  </a:ext>
                </a:extLst>
              </a:tr>
              <a:tr h="209984">
                <a:tc>
                  <a:txBody>
                    <a:bodyPr/>
                    <a:lstStyle/>
                    <a:p>
                      <a:pPr marL="37465">
                        <a:lnSpc>
                          <a:spcPts val="1360"/>
                        </a:lnSpc>
                        <a:spcBef>
                          <a:spcPts val="5"/>
                        </a:spcBef>
                      </a:pPr>
                      <a:r>
                        <a:rPr lang="en-US" sz="1200" spc="-5" dirty="0">
                          <a:latin typeface="Times New Roman"/>
                          <a:cs typeface="Times New Roman"/>
                        </a:rPr>
                        <a:t>      ASCET,</a:t>
                      </a:r>
                      <a:r>
                        <a:rPr sz="1200" spc="-5" dirty="0">
                          <a:latin typeface="Times New Roman"/>
                          <a:cs typeface="Times New Roman"/>
                        </a:rPr>
                        <a:t>GUDUR.</a:t>
                      </a:r>
                      <a:endParaRPr sz="1200" dirty="0">
                        <a:latin typeface="Times New Roman"/>
                        <a:cs typeface="Times New Roman"/>
                      </a:endParaRPr>
                    </a:p>
                  </a:txBody>
                  <a:tcPr marL="0" marR="0" marT="635" marB="0"/>
                </a:tc>
                <a:tc>
                  <a:txBody>
                    <a:bodyPr/>
                    <a:lstStyle/>
                    <a:p>
                      <a:pPr marL="523875">
                        <a:lnSpc>
                          <a:spcPts val="1360"/>
                        </a:lnSpc>
                        <a:spcBef>
                          <a:spcPts val="5"/>
                        </a:spcBef>
                      </a:pPr>
                      <a:r>
                        <a:rPr lang="en-US" sz="1200" spc="-20" dirty="0">
                          <a:latin typeface="Times New Roman"/>
                          <a:cs typeface="Times New Roman"/>
                        </a:rPr>
                        <a:t>                          </a:t>
                      </a:r>
                      <a:r>
                        <a:rPr sz="1200" spc="-20" dirty="0">
                          <a:latin typeface="Times New Roman"/>
                          <a:cs typeface="Times New Roman"/>
                        </a:rPr>
                        <a:t>A</a:t>
                      </a:r>
                      <a:r>
                        <a:rPr lang="en-US" sz="1200" spc="-20" dirty="0">
                          <a:latin typeface="Times New Roman"/>
                          <a:cs typeface="Times New Roman"/>
                        </a:rPr>
                        <a:t>SC</a:t>
                      </a:r>
                      <a:r>
                        <a:rPr sz="1200" spc="-20" dirty="0">
                          <a:latin typeface="Times New Roman"/>
                          <a:cs typeface="Times New Roman"/>
                        </a:rPr>
                        <a:t>ET,</a:t>
                      </a:r>
                      <a:r>
                        <a:rPr sz="1200" spc="-25" dirty="0">
                          <a:latin typeface="Times New Roman"/>
                          <a:cs typeface="Times New Roman"/>
                        </a:rPr>
                        <a:t> </a:t>
                      </a:r>
                      <a:r>
                        <a:rPr sz="1200" spc="-5" dirty="0">
                          <a:latin typeface="Times New Roman"/>
                          <a:cs typeface="Times New Roman"/>
                        </a:rPr>
                        <a:t>GUDUR.</a:t>
                      </a:r>
                      <a:endParaRPr sz="1200" dirty="0">
                        <a:latin typeface="Times New Roman"/>
                        <a:cs typeface="Times New Roman"/>
                      </a:endParaRPr>
                    </a:p>
                  </a:txBody>
                  <a:tcPr marL="0" marR="0" marT="635" marB="0"/>
                </a:tc>
                <a:tc>
                  <a:txBody>
                    <a:bodyPr/>
                    <a:lstStyle/>
                    <a:p>
                      <a:pPr>
                        <a:lnSpc>
                          <a:spcPct val="100000"/>
                        </a:lnSpc>
                      </a:pPr>
                      <a:endParaRPr sz="1100" dirty="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C40E3CF9-A84C-FC82-EF0D-F0830D5972F2}"/>
              </a:ext>
            </a:extLst>
          </p:cNvPr>
          <p:cNvSpPr txBox="1"/>
          <p:nvPr/>
        </p:nvSpPr>
        <p:spPr>
          <a:xfrm>
            <a:off x="3864939" y="9731989"/>
            <a:ext cx="261610"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3</a:t>
            </a:r>
            <a:endParaRPr lang="en-IN" sz="1200" b="1"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EDC3AF10-F6A6-9E15-B685-21F311054204}"/>
              </a:ext>
            </a:extLst>
          </p:cNvPr>
          <p:cNvSpPr>
            <a:spLocks noGrp="1"/>
          </p:cNvSpPr>
          <p:nvPr>
            <p:ph type="ftr" sz="quarter" idx="5"/>
          </p:nvPr>
        </p:nvSpPr>
        <p:spPr/>
        <p:txBody>
          <a:bodyPr/>
          <a:lstStyle/>
          <a:p>
            <a:pPr marL="12700">
              <a:lnSpc>
                <a:spcPts val="1300"/>
              </a:lnSpc>
            </a:pPr>
            <a:r>
              <a:rPr lang="en-US" spc="-50" dirty="0"/>
              <a:t>DEPARTMENT</a:t>
            </a:r>
            <a:r>
              <a:rPr lang="en-US" spc="10" dirty="0"/>
              <a:t> </a:t>
            </a:r>
            <a:r>
              <a:rPr lang="en-US" spc="-65" dirty="0"/>
              <a:t>OF</a:t>
            </a:r>
            <a:r>
              <a:rPr lang="en-US" dirty="0"/>
              <a:t> </a:t>
            </a:r>
            <a:r>
              <a:rPr lang="en-US" spc="-70" dirty="0"/>
              <a:t>COMPUTER</a:t>
            </a:r>
            <a:r>
              <a:rPr lang="en-US" spc="5" dirty="0"/>
              <a:t> </a:t>
            </a:r>
            <a:r>
              <a:rPr lang="en-US" spc="-50" dirty="0"/>
              <a:t>SCIENCE</a:t>
            </a:r>
            <a:r>
              <a:rPr lang="en-US" spc="-5" dirty="0"/>
              <a:t> </a:t>
            </a:r>
            <a:r>
              <a:rPr lang="en-US" spc="-75" dirty="0"/>
              <a:t>AND</a:t>
            </a:r>
            <a:r>
              <a:rPr lang="en-US" dirty="0"/>
              <a:t> </a:t>
            </a:r>
            <a:r>
              <a:rPr lang="en-US" spc="-55" dirty="0"/>
              <a:t>ENGINEERING</a:t>
            </a:r>
            <a:r>
              <a:rPr lang="en-US" spc="15" dirty="0"/>
              <a:t> </a:t>
            </a:r>
            <a:r>
              <a:rPr lang="en-US" dirty="0"/>
              <a:t>(DATA</a:t>
            </a:r>
            <a:r>
              <a:rPr lang="en-US" spc="15" dirty="0"/>
              <a:t> </a:t>
            </a:r>
            <a:r>
              <a:rPr lang="en-US" spc="-30" dirty="0"/>
              <a:t>SCIENCE)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8000" y="1623591"/>
            <a:ext cx="6427723" cy="1852930"/>
          </a:xfrm>
          <a:prstGeom prst="rect">
            <a:avLst/>
          </a:prstGeom>
        </p:spPr>
        <p:txBody>
          <a:bodyPr vert="horz" wrap="square" lIns="0" tIns="12700" rIns="0" bIns="0" rtlCol="0">
            <a:spAutoFit/>
          </a:bodyPr>
          <a:lstStyle/>
          <a:p>
            <a:pPr marR="8255" algn="ctr">
              <a:lnSpc>
                <a:spcPct val="100000"/>
              </a:lnSpc>
              <a:spcBef>
                <a:spcPts val="100"/>
              </a:spcBef>
            </a:pPr>
            <a:r>
              <a:rPr sz="1400" b="1" dirty="0">
                <a:latin typeface="Times New Roman"/>
                <a:cs typeface="Times New Roman"/>
              </a:rPr>
              <a:t>Certificate </a:t>
            </a:r>
            <a:r>
              <a:rPr sz="1400" b="1" spc="-10" dirty="0">
                <a:latin typeface="Times New Roman"/>
                <a:cs typeface="Times New Roman"/>
              </a:rPr>
              <a:t>from</a:t>
            </a:r>
            <a:r>
              <a:rPr sz="1400" b="1" spc="-20" dirty="0">
                <a:latin typeface="Times New Roman"/>
                <a:cs typeface="Times New Roman"/>
              </a:rPr>
              <a:t> </a:t>
            </a:r>
            <a:r>
              <a:rPr sz="1400" b="1" spc="-5" dirty="0">
                <a:latin typeface="Times New Roman"/>
                <a:cs typeface="Times New Roman"/>
              </a:rPr>
              <a:t>Official</a:t>
            </a:r>
            <a:r>
              <a:rPr sz="1400" b="1" dirty="0">
                <a:latin typeface="Times New Roman"/>
                <a:cs typeface="Times New Roman"/>
              </a:rPr>
              <a:t> of</a:t>
            </a:r>
            <a:r>
              <a:rPr sz="1400" b="1" spc="-5" dirty="0">
                <a:latin typeface="Times New Roman"/>
                <a:cs typeface="Times New Roman"/>
              </a:rPr>
              <a:t> the</a:t>
            </a:r>
            <a:r>
              <a:rPr sz="1400" b="1" dirty="0">
                <a:latin typeface="Times New Roman"/>
                <a:cs typeface="Times New Roman"/>
              </a:rPr>
              <a:t> </a:t>
            </a:r>
            <a:r>
              <a:rPr sz="1400" b="1" spc="-5" dirty="0">
                <a:latin typeface="Times New Roman"/>
                <a:cs typeface="Times New Roman"/>
              </a:rPr>
              <a:t>Community</a:t>
            </a:r>
            <a:endParaRPr sz="1400" dirty="0">
              <a:latin typeface="Times New Roman"/>
              <a:cs typeface="Times New Roman"/>
            </a:endParaRPr>
          </a:p>
          <a:p>
            <a:pPr>
              <a:lnSpc>
                <a:spcPct val="100000"/>
              </a:lnSpc>
              <a:spcBef>
                <a:spcPts val="20"/>
              </a:spcBef>
            </a:pPr>
            <a:endParaRPr sz="2100" dirty="0">
              <a:latin typeface="Times New Roman"/>
              <a:cs typeface="Times New Roman"/>
            </a:endParaRPr>
          </a:p>
          <a:p>
            <a:pPr marL="15240" marR="5080" indent="-3175">
              <a:lnSpc>
                <a:spcPct val="142100"/>
              </a:lnSpc>
            </a:pPr>
            <a:r>
              <a:rPr lang="en-US" sz="1200" spc="-5" dirty="0">
                <a:latin typeface="Times New Roman"/>
                <a:cs typeface="Times New Roman"/>
              </a:rPr>
              <a:t>                        </a:t>
            </a:r>
            <a:r>
              <a:rPr sz="1200" spc="-5" dirty="0">
                <a:latin typeface="Times New Roman"/>
                <a:cs typeface="Times New Roman"/>
              </a:rPr>
              <a:t>This</a:t>
            </a:r>
            <a:r>
              <a:rPr sz="1200" spc="15"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dirty="0">
                <a:latin typeface="Times New Roman"/>
                <a:cs typeface="Times New Roman"/>
              </a:rPr>
              <a:t>certify</a:t>
            </a:r>
            <a:r>
              <a:rPr sz="1200" spc="-10" dirty="0">
                <a:latin typeface="Times New Roman"/>
                <a:cs typeface="Times New Roman"/>
              </a:rPr>
              <a:t> </a:t>
            </a:r>
            <a:r>
              <a:rPr sz="1200" spc="-5" dirty="0">
                <a:latin typeface="Times New Roman"/>
                <a:cs typeface="Times New Roman"/>
              </a:rPr>
              <a:t>that</a:t>
            </a:r>
            <a:r>
              <a:rPr lang="en-US" sz="1200" spc="-5" dirty="0">
                <a:latin typeface="Times New Roman"/>
                <a:cs typeface="Times New Roman"/>
              </a:rPr>
              <a:t> </a:t>
            </a:r>
            <a:r>
              <a:rPr sz="1200" b="1" spc="-5" dirty="0">
                <a:latin typeface="Times New Roman"/>
                <a:cs typeface="Times New Roman"/>
              </a:rPr>
              <a:t>ALAMPOOR THARUN</a:t>
            </a:r>
            <a:r>
              <a:rPr sz="1200" b="1" spc="15" dirty="0">
                <a:latin typeface="Times New Roman"/>
                <a:cs typeface="Times New Roman"/>
              </a:rPr>
              <a:t> </a:t>
            </a:r>
            <a:r>
              <a:rPr sz="1200" b="1" spc="-5" dirty="0">
                <a:latin typeface="Times New Roman"/>
                <a:cs typeface="Times New Roman"/>
              </a:rPr>
              <a:t>SINGH</a:t>
            </a:r>
            <a:r>
              <a:rPr lang="en-US" sz="1200" b="1" spc="-5" dirty="0">
                <a:latin typeface="Times New Roman"/>
                <a:cs typeface="Times New Roman"/>
              </a:rPr>
              <a:t>  </a:t>
            </a:r>
            <a:r>
              <a:rPr sz="1200" spc="-5" dirty="0">
                <a:latin typeface="Times New Roman"/>
                <a:cs typeface="Times New Roman"/>
              </a:rPr>
              <a:t>Reg.</a:t>
            </a:r>
            <a:r>
              <a:rPr sz="1200" spc="15" dirty="0">
                <a:latin typeface="Times New Roman"/>
                <a:cs typeface="Times New Roman"/>
              </a:rPr>
              <a:t> </a:t>
            </a:r>
            <a:r>
              <a:rPr sz="1200" spc="-5" dirty="0">
                <a:latin typeface="Times New Roman"/>
                <a:cs typeface="Times New Roman"/>
              </a:rPr>
              <a:t>No</a:t>
            </a:r>
            <a:r>
              <a:rPr lang="en-US" sz="1200" spc="-5" dirty="0">
                <a:latin typeface="Times New Roman"/>
                <a:cs typeface="Times New Roman"/>
              </a:rPr>
              <a:t> </a:t>
            </a:r>
            <a:r>
              <a:rPr sz="1200" b="1" spc="-5" dirty="0">
                <a:latin typeface="Times New Roman"/>
                <a:cs typeface="Times New Roman"/>
              </a:rPr>
              <a:t>22G21A3202</a:t>
            </a:r>
            <a:r>
              <a:rPr lang="en-US" sz="1200" b="1" spc="-5" dirty="0">
                <a:latin typeface="Times New Roman"/>
                <a:cs typeface="Times New Roman"/>
              </a:rPr>
              <a:t> </a:t>
            </a:r>
            <a:r>
              <a:rPr sz="1200" spc="-5" dirty="0">
                <a:latin typeface="Times New Roman"/>
                <a:cs typeface="Times New Roman"/>
              </a:rPr>
              <a:t>of</a:t>
            </a:r>
            <a:r>
              <a:rPr lang="en-US" sz="1200" spc="-5" dirty="0">
                <a:latin typeface="Times New Roman"/>
                <a:cs typeface="Times New Roman"/>
              </a:rPr>
              <a:t> </a:t>
            </a:r>
            <a:r>
              <a:rPr sz="1200" b="1" spc="-5" dirty="0">
                <a:latin typeface="Times New Roman"/>
                <a:cs typeface="Times New Roman"/>
              </a:rPr>
              <a:t>A</a:t>
            </a:r>
            <a:r>
              <a:rPr lang="en-US" sz="1200" b="1" spc="-5" dirty="0">
                <a:latin typeface="Times New Roman"/>
                <a:cs typeface="Times New Roman"/>
              </a:rPr>
              <a:t>UDISANKARA COLLEGE OF ENGINEERING &amp; TECHNOLOGY</a:t>
            </a:r>
            <a:r>
              <a:rPr lang="en-US" sz="1200" b="1" spc="-10" dirty="0">
                <a:latin typeface="Times New Roman"/>
                <a:cs typeface="Times New Roman"/>
              </a:rPr>
              <a:t> </a:t>
            </a:r>
            <a:r>
              <a:rPr sz="1200" spc="-10" dirty="0">
                <a:latin typeface="Times New Roman"/>
                <a:cs typeface="Times New Roman"/>
              </a:rPr>
              <a:t>underwent</a:t>
            </a:r>
            <a:r>
              <a:rPr sz="1200" dirty="0">
                <a:latin typeface="Times New Roman"/>
                <a:cs typeface="Times New Roman"/>
              </a:rPr>
              <a:t> community</a:t>
            </a:r>
            <a:r>
              <a:rPr sz="1200" spc="-30" dirty="0">
                <a:latin typeface="Times New Roman"/>
                <a:cs typeface="Times New Roman"/>
              </a:rPr>
              <a:t> </a:t>
            </a:r>
            <a:r>
              <a:rPr sz="1200" spc="-5" dirty="0">
                <a:latin typeface="Times New Roman"/>
                <a:cs typeface="Times New Roman"/>
              </a:rPr>
              <a:t>service </a:t>
            </a:r>
            <a:r>
              <a:rPr sz="1200" dirty="0">
                <a:latin typeface="Times New Roman"/>
                <a:cs typeface="Times New Roman"/>
              </a:rPr>
              <a:t>in</a:t>
            </a:r>
            <a:r>
              <a:rPr lang="en-US" sz="1200" b="1" dirty="0">
                <a:latin typeface="Times New Roman"/>
                <a:cs typeface="Times New Roman"/>
              </a:rPr>
              <a:t>  DIGITAL REHABILITATION CENTERS </a:t>
            </a:r>
            <a:r>
              <a:rPr sz="1200" spc="-5" dirty="0">
                <a:latin typeface="Times New Roman"/>
                <a:cs typeface="Times New Roman"/>
              </a:rPr>
              <a:t>in</a:t>
            </a:r>
            <a:r>
              <a:rPr lang="en-US" sz="1200" spc="-5" dirty="0">
                <a:latin typeface="Times New Roman"/>
                <a:cs typeface="Times New Roman"/>
              </a:rPr>
              <a:t> </a:t>
            </a:r>
            <a:r>
              <a:rPr lang="en-US" sz="1200" b="1" spc="-5" dirty="0">
                <a:latin typeface="Times New Roman"/>
                <a:cs typeface="Times New Roman"/>
              </a:rPr>
              <a:t>GUDUR </a:t>
            </a:r>
            <a:r>
              <a:rPr sz="1200" spc="-5" dirty="0">
                <a:latin typeface="Times New Roman"/>
                <a:cs typeface="Times New Roman"/>
              </a:rPr>
              <a:t>from</a:t>
            </a:r>
            <a:r>
              <a:rPr lang="en-US" sz="1200" spc="-5" dirty="0">
                <a:latin typeface="Times New Roman"/>
                <a:cs typeface="Times New Roman"/>
              </a:rPr>
              <a:t> </a:t>
            </a:r>
            <a:r>
              <a:rPr sz="1200" b="1" spc="-5" dirty="0">
                <a:latin typeface="Times New Roman"/>
                <a:cs typeface="Times New Roman"/>
              </a:rPr>
              <a:t>2</a:t>
            </a:r>
            <a:r>
              <a:rPr lang="en-US" sz="1200" b="1" spc="-5" dirty="0">
                <a:latin typeface="Times New Roman"/>
                <a:cs typeface="Times New Roman"/>
              </a:rPr>
              <a:t>3</a:t>
            </a:r>
            <a:r>
              <a:rPr sz="1200" b="1" spc="-5" dirty="0">
                <a:latin typeface="Times New Roman"/>
                <a:cs typeface="Times New Roman"/>
              </a:rPr>
              <a:t>-0</a:t>
            </a:r>
            <a:r>
              <a:rPr lang="en-US" sz="1200" b="1" spc="-5" dirty="0">
                <a:latin typeface="Times New Roman"/>
                <a:cs typeface="Times New Roman"/>
              </a:rPr>
              <a:t>7</a:t>
            </a:r>
            <a:r>
              <a:rPr sz="1200" b="1" spc="-5" dirty="0">
                <a:latin typeface="Times New Roman"/>
                <a:cs typeface="Times New Roman"/>
              </a:rPr>
              <a:t>-202</a:t>
            </a:r>
            <a:r>
              <a:rPr lang="en-US" sz="1200" b="1" spc="-5" dirty="0">
                <a:latin typeface="Times New Roman"/>
                <a:cs typeface="Times New Roman"/>
              </a:rPr>
              <a:t>4 </a:t>
            </a:r>
            <a:r>
              <a:rPr sz="1200" spc="-5" dirty="0">
                <a:latin typeface="Times New Roman"/>
                <a:cs typeface="Times New Roman"/>
              </a:rPr>
              <a:t>to</a:t>
            </a:r>
            <a:r>
              <a:rPr lang="en-US" sz="1200" spc="-5" dirty="0">
                <a:latin typeface="Times New Roman"/>
                <a:cs typeface="Times New Roman"/>
              </a:rPr>
              <a:t> </a:t>
            </a:r>
            <a:r>
              <a:rPr lang="en-US" sz="1200" b="1" spc="-5" dirty="0">
                <a:latin typeface="Times New Roman"/>
                <a:cs typeface="Times New Roman"/>
              </a:rPr>
              <a:t>17</a:t>
            </a:r>
            <a:r>
              <a:rPr sz="1200" b="1" spc="-5" dirty="0">
                <a:latin typeface="Times New Roman"/>
                <a:cs typeface="Times New Roman"/>
              </a:rPr>
              <a:t>-09-202</a:t>
            </a:r>
            <a:r>
              <a:rPr lang="en-US" sz="1200" b="1" spc="-5" dirty="0">
                <a:latin typeface="Times New Roman"/>
                <a:cs typeface="Times New Roman"/>
              </a:rPr>
              <a:t>4</a:t>
            </a:r>
            <a:r>
              <a:rPr sz="1200" b="1" spc="-5" dirty="0">
                <a:latin typeface="Times New Roman"/>
                <a:cs typeface="Times New Roman"/>
              </a:rPr>
              <a:t>.</a:t>
            </a:r>
            <a:endParaRPr sz="1200" dirty="0">
              <a:latin typeface="Times New Roman"/>
              <a:cs typeface="Times New Roman"/>
            </a:endParaRPr>
          </a:p>
          <a:p>
            <a:pPr marL="18415" marR="183515" indent="-3175">
              <a:lnSpc>
                <a:spcPts val="2090"/>
              </a:lnSpc>
              <a:spcBef>
                <a:spcPts val="55"/>
              </a:spcBef>
            </a:pP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overall</a:t>
            </a:r>
            <a:r>
              <a:rPr sz="1200" spc="15" dirty="0">
                <a:latin typeface="Times New Roman"/>
                <a:cs typeface="Times New Roman"/>
              </a:rPr>
              <a:t> </a:t>
            </a:r>
            <a:r>
              <a:rPr sz="1200" spc="-5" dirty="0">
                <a:latin typeface="Times New Roman"/>
                <a:cs typeface="Times New Roman"/>
              </a:rPr>
              <a:t>performance</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dirty="0">
                <a:latin typeface="Times New Roman"/>
                <a:cs typeface="Times New Roman"/>
              </a:rPr>
              <a:t>Community</a:t>
            </a:r>
            <a:r>
              <a:rPr sz="1200" spc="-15" dirty="0">
                <a:latin typeface="Times New Roman"/>
                <a:cs typeface="Times New Roman"/>
              </a:rPr>
              <a:t> </a:t>
            </a:r>
            <a:r>
              <a:rPr sz="1200" spc="-5" dirty="0">
                <a:latin typeface="Times New Roman"/>
                <a:cs typeface="Times New Roman"/>
              </a:rPr>
              <a:t>Service</a:t>
            </a:r>
            <a:r>
              <a:rPr sz="1200" spc="-20" dirty="0">
                <a:latin typeface="Times New Roman"/>
                <a:cs typeface="Times New Roman"/>
              </a:rPr>
              <a:t> Volunteer</a:t>
            </a:r>
            <a:r>
              <a:rPr sz="1200" spc="10" dirty="0">
                <a:latin typeface="Times New Roman"/>
                <a:cs typeface="Times New Roman"/>
              </a:rPr>
              <a:t> </a:t>
            </a:r>
            <a:r>
              <a:rPr sz="1200" spc="-5" dirty="0">
                <a:latin typeface="Times New Roman"/>
                <a:cs typeface="Times New Roman"/>
              </a:rPr>
              <a:t>during </a:t>
            </a:r>
            <a:r>
              <a:rPr sz="1200" dirty="0">
                <a:latin typeface="Times New Roman"/>
                <a:cs typeface="Times New Roman"/>
              </a:rPr>
              <a:t>his/her</a:t>
            </a:r>
            <a:r>
              <a:rPr sz="1200" spc="5" dirty="0">
                <a:latin typeface="Times New Roman"/>
                <a:cs typeface="Times New Roman"/>
              </a:rPr>
              <a:t> </a:t>
            </a:r>
            <a:r>
              <a:rPr sz="1200" dirty="0">
                <a:latin typeface="Times New Roman"/>
                <a:cs typeface="Times New Roman"/>
              </a:rPr>
              <a:t>community</a:t>
            </a:r>
            <a:r>
              <a:rPr sz="1200" spc="-20" dirty="0">
                <a:latin typeface="Times New Roman"/>
                <a:cs typeface="Times New Roman"/>
              </a:rPr>
              <a:t> </a:t>
            </a:r>
            <a:r>
              <a:rPr sz="1200" spc="-5" dirty="0">
                <a:latin typeface="Times New Roman"/>
                <a:cs typeface="Times New Roman"/>
              </a:rPr>
              <a:t>service</a:t>
            </a:r>
            <a:r>
              <a:rPr sz="1200" spc="5" dirty="0">
                <a:latin typeface="Times New Roman"/>
                <a:cs typeface="Times New Roman"/>
              </a:rPr>
              <a:t> </a:t>
            </a:r>
            <a:r>
              <a:rPr sz="1200" dirty="0">
                <a:latin typeface="Times New Roman"/>
                <a:cs typeface="Times New Roman"/>
              </a:rPr>
              <a:t>is </a:t>
            </a:r>
            <a:r>
              <a:rPr sz="1200" spc="-285" dirty="0">
                <a:latin typeface="Times New Roman"/>
                <a:cs typeface="Times New Roman"/>
              </a:rPr>
              <a:t> </a:t>
            </a:r>
            <a:r>
              <a:rPr sz="1200" spc="-5" dirty="0">
                <a:latin typeface="Times New Roman"/>
                <a:cs typeface="Times New Roman"/>
              </a:rPr>
              <a:t>found</a:t>
            </a:r>
            <a:r>
              <a:rPr sz="1200" spc="-10" dirty="0">
                <a:latin typeface="Times New Roman"/>
                <a:cs typeface="Times New Roman"/>
              </a:rPr>
              <a:t> </a:t>
            </a:r>
            <a:r>
              <a:rPr sz="1200" spc="-5" dirty="0">
                <a:latin typeface="Times New Roman"/>
                <a:cs typeface="Times New Roman"/>
              </a:rPr>
              <a:t>to</a:t>
            </a:r>
            <a:r>
              <a:rPr sz="1200" dirty="0">
                <a:latin typeface="Times New Roman"/>
                <a:cs typeface="Times New Roman"/>
              </a:rPr>
              <a:t> </a:t>
            </a:r>
            <a:r>
              <a:rPr sz="1200" spc="-5" dirty="0">
                <a:latin typeface="Times New Roman"/>
                <a:cs typeface="Times New Roman"/>
              </a:rPr>
              <a:t>be</a:t>
            </a:r>
            <a:r>
              <a:rPr lang="en-US" sz="1200" spc="-5" dirty="0">
                <a:latin typeface="Times New Roman"/>
                <a:cs typeface="Times New Roman"/>
              </a:rPr>
              <a:t> </a:t>
            </a:r>
            <a:r>
              <a:rPr sz="1200" b="1" spc="-5" dirty="0">
                <a:latin typeface="Times New Roman"/>
                <a:cs typeface="Times New Roman"/>
              </a:rPr>
              <a:t>G</a:t>
            </a:r>
            <a:r>
              <a:rPr lang="en-US" sz="1200" b="1" spc="-5" dirty="0">
                <a:latin typeface="Times New Roman"/>
                <a:cs typeface="Times New Roman"/>
              </a:rPr>
              <a:t>OOD</a:t>
            </a:r>
            <a:r>
              <a:rPr sz="1200" b="1" spc="-5" dirty="0">
                <a:latin typeface="Times New Roman"/>
                <a:cs typeface="Times New Roman"/>
              </a:rPr>
              <a:t>.</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3" name="object 3"/>
          <p:cNvSpPr txBox="1"/>
          <p:nvPr/>
        </p:nvSpPr>
        <p:spPr>
          <a:xfrm>
            <a:off x="4546600" y="4667250"/>
            <a:ext cx="2534920" cy="208279"/>
          </a:xfrm>
          <a:prstGeom prst="rect">
            <a:avLst/>
          </a:prstGeom>
        </p:spPr>
        <p:txBody>
          <a:bodyPr vert="horz" wrap="square" lIns="0" tIns="12065" rIns="0" bIns="0" rtlCol="0">
            <a:spAutoFit/>
          </a:bodyPr>
          <a:lstStyle/>
          <a:p>
            <a:pPr marL="12700">
              <a:lnSpc>
                <a:spcPct val="100000"/>
              </a:lnSpc>
              <a:spcBef>
                <a:spcPts val="95"/>
              </a:spcBef>
            </a:pPr>
            <a:r>
              <a:rPr sz="1200" spc="-5" dirty="0">
                <a:latin typeface="Times New Roman"/>
                <a:cs typeface="Times New Roman"/>
              </a:rPr>
              <a:t>Authorized</a:t>
            </a:r>
            <a:r>
              <a:rPr sz="1200" spc="-10" dirty="0">
                <a:latin typeface="Times New Roman"/>
                <a:cs typeface="Times New Roman"/>
              </a:rPr>
              <a:t> </a:t>
            </a:r>
            <a:r>
              <a:rPr sz="1200" dirty="0">
                <a:latin typeface="Times New Roman"/>
                <a:cs typeface="Times New Roman"/>
              </a:rPr>
              <a:t>Signatory</a:t>
            </a:r>
            <a:r>
              <a:rPr sz="1200" spc="-30" dirty="0">
                <a:latin typeface="Times New Roman"/>
                <a:cs typeface="Times New Roman"/>
              </a:rPr>
              <a:t> </a:t>
            </a:r>
            <a:r>
              <a:rPr sz="1200" dirty="0">
                <a:latin typeface="Times New Roman"/>
                <a:cs typeface="Times New Roman"/>
              </a:rPr>
              <a:t>with</a:t>
            </a:r>
            <a:r>
              <a:rPr sz="1200" spc="-5" dirty="0">
                <a:latin typeface="Times New Roman"/>
                <a:cs typeface="Times New Roman"/>
              </a:rPr>
              <a:t> Date and Seal</a:t>
            </a:r>
            <a:endParaRPr sz="1200">
              <a:latin typeface="Times New Roman"/>
              <a:cs typeface="Times New Roman"/>
            </a:endParaRPr>
          </a:p>
        </p:txBody>
      </p:sp>
      <p:sp>
        <p:nvSpPr>
          <p:cNvPr id="6" name="TextBox 5">
            <a:extLst>
              <a:ext uri="{FF2B5EF4-FFF2-40B4-BE49-F238E27FC236}">
                <a16:creationId xmlns:a16="http://schemas.microsoft.com/office/drawing/2014/main" id="{71DAE653-7B00-F3AB-20C3-6E6B5F61AC42}"/>
              </a:ext>
            </a:extLst>
          </p:cNvPr>
          <p:cNvSpPr txBox="1"/>
          <p:nvPr/>
        </p:nvSpPr>
        <p:spPr>
          <a:xfrm>
            <a:off x="3823035" y="9761055"/>
            <a:ext cx="300082"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4</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1800" y="1391829"/>
            <a:ext cx="6705600" cy="4667881"/>
          </a:xfrm>
          <a:prstGeom prst="rect">
            <a:avLst/>
          </a:prstGeom>
        </p:spPr>
        <p:txBody>
          <a:bodyPr vert="horz" wrap="square" lIns="0" tIns="12065" rIns="0" bIns="0" rtlCol="0">
            <a:spAutoFit/>
          </a:bodyPr>
          <a:lstStyle/>
          <a:p>
            <a:pPr marR="102870" algn="ctr">
              <a:lnSpc>
                <a:spcPct val="100000"/>
              </a:lnSpc>
              <a:spcBef>
                <a:spcPts val="95"/>
              </a:spcBef>
            </a:pPr>
            <a:r>
              <a:rPr sz="1200" b="1" spc="-5" dirty="0">
                <a:latin typeface="Times New Roman"/>
                <a:cs typeface="Times New Roman"/>
              </a:rPr>
              <a:t>ACKNOWLEDGEMENTS</a:t>
            </a:r>
            <a:endParaRPr sz="1200" dirty="0">
              <a:latin typeface="Times New Roman"/>
              <a:cs typeface="Times New Roman"/>
            </a:endParaRPr>
          </a:p>
          <a:p>
            <a:pPr marL="186690" marR="8255" indent="541020" algn="just">
              <a:lnSpc>
                <a:spcPct val="145400"/>
              </a:lnSpc>
              <a:spcBef>
                <a:spcPts val="525"/>
              </a:spcBef>
            </a:pPr>
            <a:r>
              <a:rPr sz="1200" spc="-5" dirty="0">
                <a:latin typeface="Times New Roman"/>
                <a:cs typeface="Times New Roman"/>
              </a:rPr>
              <a:t>First and foremost, I </a:t>
            </a:r>
            <a:r>
              <a:rPr sz="1200" dirty="0">
                <a:latin typeface="Times New Roman"/>
                <a:cs typeface="Times New Roman"/>
              </a:rPr>
              <a:t>would </a:t>
            </a:r>
            <a:r>
              <a:rPr sz="1200" spc="-5" dirty="0">
                <a:latin typeface="Times New Roman"/>
                <a:cs typeface="Times New Roman"/>
              </a:rPr>
              <a:t>like to express </a:t>
            </a:r>
            <a:r>
              <a:rPr sz="1200" spc="5" dirty="0">
                <a:latin typeface="Times New Roman"/>
                <a:cs typeface="Times New Roman"/>
              </a:rPr>
              <a:t>my </a:t>
            </a:r>
            <a:r>
              <a:rPr sz="1200" spc="-5" dirty="0">
                <a:latin typeface="Times New Roman"/>
                <a:cs typeface="Times New Roman"/>
              </a:rPr>
              <a:t>heartful</a:t>
            </a:r>
            <a:r>
              <a:rPr sz="1200" spc="290" dirty="0">
                <a:latin typeface="Times New Roman"/>
                <a:cs typeface="Times New Roman"/>
              </a:rPr>
              <a:t> </a:t>
            </a:r>
            <a:r>
              <a:rPr sz="1200" spc="-5" dirty="0">
                <a:latin typeface="Times New Roman"/>
                <a:cs typeface="Times New Roman"/>
              </a:rPr>
              <a:t>gratitude to our</a:t>
            </a:r>
            <a:r>
              <a:rPr sz="1200" spc="290" dirty="0">
                <a:latin typeface="Times New Roman"/>
                <a:cs typeface="Times New Roman"/>
              </a:rPr>
              <a:t> </a:t>
            </a:r>
            <a:r>
              <a:rPr sz="1200" spc="-5" dirty="0">
                <a:latin typeface="Times New Roman"/>
                <a:cs typeface="Times New Roman"/>
              </a:rPr>
              <a:t>honorable chairman </a:t>
            </a:r>
            <a:r>
              <a:rPr sz="1200" dirty="0">
                <a:latin typeface="Times New Roman"/>
                <a:cs typeface="Times New Roman"/>
              </a:rPr>
              <a:t> </a:t>
            </a:r>
            <a:r>
              <a:rPr sz="1200" b="1" spc="-40" dirty="0">
                <a:solidFill>
                  <a:srgbClr val="FF0000"/>
                </a:solidFill>
                <a:latin typeface="Times New Roman"/>
                <a:cs typeface="Times New Roman"/>
              </a:rPr>
              <a:t>Dr.</a:t>
            </a:r>
            <a:r>
              <a:rPr sz="1200" b="1" spc="-35" dirty="0">
                <a:solidFill>
                  <a:srgbClr val="FF0000"/>
                </a:solidFill>
                <a:latin typeface="Times New Roman"/>
                <a:cs typeface="Times New Roman"/>
              </a:rPr>
              <a:t> VANKI</a:t>
            </a:r>
            <a:r>
              <a:rPr sz="1200" b="1" spc="-30" dirty="0">
                <a:solidFill>
                  <a:srgbClr val="FF0000"/>
                </a:solidFill>
                <a:latin typeface="Times New Roman"/>
                <a:cs typeface="Times New Roman"/>
              </a:rPr>
              <a:t> </a:t>
            </a:r>
            <a:r>
              <a:rPr sz="1200" b="1" spc="-5" dirty="0">
                <a:solidFill>
                  <a:srgbClr val="FF0000"/>
                </a:solidFill>
                <a:latin typeface="Times New Roman"/>
                <a:cs typeface="Times New Roman"/>
              </a:rPr>
              <a:t>PENCHALAIAH,</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M.A.,</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M.L.,</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Ph.D.,</a:t>
            </a:r>
            <a:r>
              <a:rPr sz="1200" b="1" dirty="0">
                <a:solidFill>
                  <a:srgbClr val="FF0000"/>
                </a:solidFill>
                <a:latin typeface="Times New Roman"/>
                <a:cs typeface="Times New Roman"/>
              </a:rPr>
              <a:t> </a:t>
            </a:r>
            <a:r>
              <a:rPr sz="1200" spc="-5" dirty="0">
                <a:latin typeface="Times New Roman"/>
                <a:cs typeface="Times New Roman"/>
              </a:rPr>
              <a:t>who</a:t>
            </a:r>
            <a:r>
              <a:rPr sz="1200" dirty="0">
                <a:latin typeface="Times New Roman"/>
                <a:cs typeface="Times New Roman"/>
              </a:rPr>
              <a:t> </a:t>
            </a:r>
            <a:r>
              <a:rPr sz="1200" spc="-5" dirty="0">
                <a:latin typeface="Times New Roman"/>
                <a:cs typeface="Times New Roman"/>
              </a:rPr>
              <a:t>provided</a:t>
            </a:r>
            <a:r>
              <a:rPr sz="1200" dirty="0">
                <a:latin typeface="Times New Roman"/>
                <a:cs typeface="Times New Roman"/>
              </a:rPr>
              <a:t> all</a:t>
            </a:r>
            <a:r>
              <a:rPr sz="1200" spc="5" dirty="0">
                <a:latin typeface="Times New Roman"/>
                <a:cs typeface="Times New Roman"/>
              </a:rPr>
              <a:t> </a:t>
            </a:r>
            <a:r>
              <a:rPr sz="1200" spc="-5" dirty="0">
                <a:latin typeface="Times New Roman"/>
                <a:cs typeface="Times New Roman"/>
              </a:rPr>
              <a:t>facilities</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necessary </a:t>
            </a:r>
            <a:r>
              <a:rPr sz="1200" spc="5" dirty="0">
                <a:latin typeface="Times New Roman"/>
                <a:cs typeface="Times New Roman"/>
              </a:rPr>
              <a:t> </a:t>
            </a:r>
            <a:r>
              <a:rPr sz="1200" spc="-5" dirty="0">
                <a:latin typeface="Times New Roman"/>
                <a:cs typeface="Times New Roman"/>
              </a:rPr>
              <a:t>encouragement</a:t>
            </a:r>
            <a:r>
              <a:rPr sz="1200" dirty="0">
                <a:latin typeface="Times New Roman"/>
                <a:cs typeface="Times New Roman"/>
              </a:rPr>
              <a:t> during</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course</a:t>
            </a:r>
            <a:r>
              <a:rPr sz="1200" spc="-10" dirty="0">
                <a:latin typeface="Times New Roman"/>
                <a:cs typeface="Times New Roman"/>
              </a:rPr>
              <a:t> </a:t>
            </a:r>
            <a:r>
              <a:rPr sz="1200" dirty="0">
                <a:latin typeface="Times New Roman"/>
                <a:cs typeface="Times New Roman"/>
              </a:rPr>
              <a:t>of </a:t>
            </a:r>
            <a:r>
              <a:rPr sz="1200" spc="-20" dirty="0">
                <a:latin typeface="Times New Roman"/>
                <a:cs typeface="Times New Roman"/>
              </a:rPr>
              <a:t>study.</a:t>
            </a:r>
            <a:endParaRPr sz="1200" dirty="0">
              <a:latin typeface="Times New Roman"/>
              <a:cs typeface="Times New Roman"/>
            </a:endParaRPr>
          </a:p>
          <a:p>
            <a:pPr marL="156210" marR="155575" indent="839469">
              <a:lnSpc>
                <a:spcPct val="140500"/>
              </a:lnSpc>
              <a:spcBef>
                <a:spcPts val="459"/>
              </a:spcBef>
            </a:pPr>
            <a:r>
              <a:rPr lang="en-US" sz="1200" spc="-5" dirty="0">
                <a:latin typeface="Times New Roman"/>
                <a:cs typeface="Times New Roman"/>
              </a:rPr>
              <a:t>             </a:t>
            </a:r>
            <a:r>
              <a:rPr sz="1200" spc="-5" dirty="0">
                <a:latin typeface="Times New Roman"/>
                <a:cs typeface="Times New Roman"/>
              </a:rPr>
              <a:t>I would like to thank</a:t>
            </a:r>
            <a:r>
              <a:rPr sz="1200" dirty="0">
                <a:latin typeface="Times New Roman"/>
                <a:cs typeface="Times New Roman"/>
              </a:rPr>
              <a:t> </a:t>
            </a:r>
            <a:r>
              <a:rPr sz="1200" b="1" spc="-5" dirty="0">
                <a:solidFill>
                  <a:srgbClr val="FF0000"/>
                </a:solidFill>
                <a:latin typeface="Times New Roman"/>
                <a:cs typeface="Times New Roman"/>
              </a:rPr>
              <a:t>AUDISANKARA</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COLLEGE</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OF</a:t>
            </a:r>
            <a:r>
              <a:rPr sz="1200" b="1" dirty="0">
                <a:solidFill>
                  <a:srgbClr val="FF0000"/>
                </a:solidFill>
                <a:latin typeface="Times New Roman"/>
                <a:cs typeface="Times New Roman"/>
              </a:rPr>
              <a:t> </a:t>
            </a:r>
            <a:r>
              <a:rPr sz="1200" b="1" spc="-5" dirty="0">
                <a:solidFill>
                  <a:srgbClr val="FF0000"/>
                </a:solidFill>
                <a:latin typeface="Times New Roman"/>
                <a:cs typeface="Times New Roman"/>
              </a:rPr>
              <a:t>ENGINEERING</a:t>
            </a:r>
            <a:r>
              <a:rPr sz="1200" b="1" dirty="0">
                <a:solidFill>
                  <a:srgbClr val="FF0000"/>
                </a:solidFill>
                <a:latin typeface="Times New Roman"/>
                <a:cs typeface="Times New Roman"/>
              </a:rPr>
              <a:t> AND </a:t>
            </a:r>
            <a:r>
              <a:rPr sz="1200" b="1" spc="-285" dirty="0">
                <a:solidFill>
                  <a:srgbClr val="FF0000"/>
                </a:solidFill>
                <a:latin typeface="Times New Roman"/>
                <a:cs typeface="Times New Roman"/>
              </a:rPr>
              <a:t> </a:t>
            </a:r>
            <a:r>
              <a:rPr sz="1200" b="1" spc="-5" dirty="0">
                <a:solidFill>
                  <a:srgbClr val="FF0000"/>
                </a:solidFill>
                <a:latin typeface="Times New Roman"/>
                <a:cs typeface="Times New Roman"/>
              </a:rPr>
              <a:t>TECHNOLOGY</a:t>
            </a:r>
            <a:r>
              <a:rPr sz="1200" b="1" spc="275" dirty="0">
                <a:solidFill>
                  <a:srgbClr val="FF0000"/>
                </a:solidFill>
                <a:latin typeface="Times New Roman"/>
                <a:cs typeface="Times New Roman"/>
              </a:rPr>
              <a:t> </a:t>
            </a:r>
            <a:r>
              <a:rPr sz="1200" dirty="0">
                <a:latin typeface="Times New Roman"/>
                <a:cs typeface="Times New Roman"/>
              </a:rPr>
              <a:t>providing</a:t>
            </a:r>
            <a:r>
              <a:rPr sz="1200" spc="-5" dirty="0">
                <a:latin typeface="Times New Roman"/>
                <a:cs typeface="Times New Roman"/>
              </a:rPr>
              <a:t> the</a:t>
            </a:r>
            <a:r>
              <a:rPr sz="1200" spc="5" dirty="0">
                <a:latin typeface="Times New Roman"/>
                <a:cs typeface="Times New Roman"/>
              </a:rPr>
              <a:t> </a:t>
            </a:r>
            <a:r>
              <a:rPr sz="1200" dirty="0">
                <a:latin typeface="Times New Roman"/>
                <a:cs typeface="Times New Roman"/>
              </a:rPr>
              <a:t>extraordinary</a:t>
            </a:r>
            <a:r>
              <a:rPr sz="1200" spc="5" dirty="0">
                <a:latin typeface="Times New Roman"/>
                <a:cs typeface="Times New Roman"/>
              </a:rPr>
              <a:t> </a:t>
            </a:r>
            <a:r>
              <a:rPr sz="1200" spc="-5" dirty="0">
                <a:latin typeface="Times New Roman"/>
                <a:cs typeface="Times New Roman"/>
              </a:rPr>
              <a:t>support</a:t>
            </a:r>
            <a:r>
              <a:rPr sz="1200" spc="5" dirty="0">
                <a:latin typeface="Times New Roman"/>
                <a:cs typeface="Times New Roman"/>
              </a:rPr>
              <a:t> </a:t>
            </a:r>
            <a:r>
              <a:rPr sz="1200" spc="-5" dirty="0">
                <a:latin typeface="Times New Roman"/>
                <a:cs typeface="Times New Roman"/>
              </a:rPr>
              <a:t>in</a:t>
            </a:r>
            <a:r>
              <a:rPr sz="1200" spc="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completion</a:t>
            </a:r>
            <a:r>
              <a:rPr sz="1200" spc="15"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project</a:t>
            </a:r>
            <a:r>
              <a:rPr sz="1200" spc="5" dirty="0">
                <a:latin typeface="Times New Roman"/>
                <a:cs typeface="Times New Roman"/>
              </a:rPr>
              <a:t> </a:t>
            </a:r>
            <a:r>
              <a:rPr sz="1200" spc="10" dirty="0">
                <a:latin typeface="Times New Roman"/>
                <a:cs typeface="Times New Roman"/>
              </a:rPr>
              <a:t>by</a:t>
            </a:r>
            <a:r>
              <a:rPr sz="1200" spc="-15" dirty="0">
                <a:latin typeface="Times New Roman"/>
                <a:cs typeface="Times New Roman"/>
              </a:rPr>
              <a:t> </a:t>
            </a:r>
            <a:r>
              <a:rPr sz="1200" spc="-5" dirty="0">
                <a:latin typeface="Times New Roman"/>
                <a:cs typeface="Times New Roman"/>
              </a:rPr>
              <a:t>utilizing </a:t>
            </a:r>
            <a:r>
              <a:rPr sz="1200" dirty="0">
                <a:latin typeface="Times New Roman"/>
                <a:cs typeface="Times New Roman"/>
              </a:rPr>
              <a:t> </a:t>
            </a:r>
            <a:r>
              <a:rPr sz="1200" spc="-5" dirty="0">
                <a:latin typeface="Times New Roman"/>
                <a:cs typeface="Times New Roman"/>
              </a:rPr>
              <a:t>the laboratories,</a:t>
            </a:r>
            <a:r>
              <a:rPr sz="1200" dirty="0">
                <a:latin typeface="Times New Roman"/>
                <a:cs typeface="Times New Roman"/>
              </a:rPr>
              <a:t> library</a:t>
            </a:r>
            <a:r>
              <a:rPr sz="1200" spc="-1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Software’s required</a:t>
            </a:r>
            <a:r>
              <a:rPr sz="1200" dirty="0">
                <a:latin typeface="Times New Roman"/>
                <a:cs typeface="Times New Roman"/>
              </a:rPr>
              <a:t> </a:t>
            </a:r>
            <a:r>
              <a:rPr sz="1200" spc="-5" dirty="0">
                <a:latin typeface="Times New Roman"/>
                <a:cs typeface="Times New Roman"/>
              </a:rPr>
              <a:t>for our</a:t>
            </a:r>
            <a:r>
              <a:rPr sz="1200" dirty="0">
                <a:latin typeface="Times New Roman"/>
                <a:cs typeface="Times New Roman"/>
              </a:rPr>
              <a:t> </a:t>
            </a:r>
            <a:r>
              <a:rPr sz="1200" spc="-5" dirty="0">
                <a:latin typeface="Times New Roman"/>
                <a:cs typeface="Times New Roman"/>
              </a:rPr>
              <a:t>project.</a:t>
            </a:r>
            <a:endParaRPr sz="1200" dirty="0">
              <a:latin typeface="Times New Roman"/>
              <a:cs typeface="Times New Roman"/>
            </a:endParaRPr>
          </a:p>
          <a:p>
            <a:pPr marL="186690" marR="5080" indent="541020" algn="just">
              <a:lnSpc>
                <a:spcPct val="145000"/>
              </a:lnSpc>
            </a:pPr>
            <a:endParaRPr lang="en-US" sz="1700" dirty="0">
              <a:latin typeface="Times New Roman"/>
              <a:cs typeface="Times New Roman"/>
            </a:endParaRPr>
          </a:p>
          <a:p>
            <a:pPr marL="186690" marR="5080" indent="541020" algn="just">
              <a:lnSpc>
                <a:spcPct val="145000"/>
              </a:lnSpc>
            </a:pPr>
            <a:r>
              <a:rPr sz="1200" spc="-5" dirty="0">
                <a:latin typeface="Times New Roman"/>
                <a:cs typeface="Times New Roman"/>
              </a:rPr>
              <a:t>I</a:t>
            </a:r>
            <a:r>
              <a:rPr sz="1200" spc="-35" dirty="0">
                <a:latin typeface="Times New Roman"/>
                <a:cs typeface="Times New Roman"/>
              </a:rPr>
              <a:t> </a:t>
            </a:r>
            <a:r>
              <a:rPr sz="1200" spc="-5" dirty="0">
                <a:latin typeface="Times New Roman"/>
                <a:cs typeface="Times New Roman"/>
              </a:rPr>
              <a:t>extend</a:t>
            </a:r>
            <a:r>
              <a:rPr sz="1200" spc="-30" dirty="0">
                <a:latin typeface="Times New Roman"/>
                <a:cs typeface="Times New Roman"/>
              </a:rPr>
              <a:t> </a:t>
            </a:r>
            <a:r>
              <a:rPr sz="1200" spc="10" dirty="0">
                <a:latin typeface="Times New Roman"/>
                <a:cs typeface="Times New Roman"/>
              </a:rPr>
              <a:t>my</a:t>
            </a:r>
            <a:r>
              <a:rPr sz="1200" spc="-40" dirty="0">
                <a:latin typeface="Times New Roman"/>
                <a:cs typeface="Times New Roman"/>
              </a:rPr>
              <a:t> </a:t>
            </a:r>
            <a:r>
              <a:rPr sz="1200" spc="-5" dirty="0">
                <a:latin typeface="Times New Roman"/>
                <a:cs typeface="Times New Roman"/>
              </a:rPr>
              <a:t>gratitude</a:t>
            </a:r>
            <a:r>
              <a:rPr sz="1200" spc="-3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sincere</a:t>
            </a:r>
            <a:r>
              <a:rPr sz="1200" spc="-30" dirty="0">
                <a:latin typeface="Times New Roman"/>
                <a:cs typeface="Times New Roman"/>
              </a:rPr>
              <a:t> </a:t>
            </a:r>
            <a:r>
              <a:rPr sz="1200" spc="-5" dirty="0">
                <a:latin typeface="Times New Roman"/>
                <a:cs typeface="Times New Roman"/>
              </a:rPr>
              <a:t>thanks</a:t>
            </a:r>
            <a:r>
              <a:rPr sz="1200" spc="-15" dirty="0">
                <a:latin typeface="Times New Roman"/>
                <a:cs typeface="Times New Roman"/>
              </a:rPr>
              <a:t> </a:t>
            </a:r>
            <a:r>
              <a:rPr sz="1200" spc="-5" dirty="0">
                <a:latin typeface="Times New Roman"/>
                <a:cs typeface="Times New Roman"/>
              </a:rPr>
              <a:t>to</a:t>
            </a:r>
            <a:r>
              <a:rPr sz="1200" spc="-20" dirty="0">
                <a:latin typeface="Times New Roman"/>
                <a:cs typeface="Times New Roman"/>
              </a:rPr>
              <a:t> </a:t>
            </a:r>
            <a:r>
              <a:rPr sz="1200" spc="-5" dirty="0">
                <a:latin typeface="Times New Roman"/>
                <a:cs typeface="Times New Roman"/>
              </a:rPr>
              <a:t>our</a:t>
            </a:r>
            <a:r>
              <a:rPr sz="1200" spc="-25" dirty="0">
                <a:latin typeface="Times New Roman"/>
                <a:cs typeface="Times New Roman"/>
              </a:rPr>
              <a:t> </a:t>
            </a:r>
            <a:r>
              <a:rPr sz="1200" spc="-5" dirty="0">
                <a:latin typeface="Times New Roman"/>
                <a:cs typeface="Times New Roman"/>
              </a:rPr>
              <a:t>beloved</a:t>
            </a:r>
            <a:r>
              <a:rPr sz="1200" spc="-25" dirty="0">
                <a:latin typeface="Times New Roman"/>
                <a:cs typeface="Times New Roman"/>
              </a:rPr>
              <a:t> </a:t>
            </a:r>
            <a:r>
              <a:rPr sz="1200" spc="-5" dirty="0">
                <a:latin typeface="Times New Roman"/>
                <a:cs typeface="Times New Roman"/>
              </a:rPr>
              <a:t>Director</a:t>
            </a:r>
            <a:r>
              <a:rPr sz="1200" spc="-30" dirty="0">
                <a:latin typeface="Times New Roman"/>
                <a:cs typeface="Times New Roman"/>
              </a:rPr>
              <a:t> </a:t>
            </a:r>
            <a:r>
              <a:rPr sz="1200" dirty="0" err="1">
                <a:latin typeface="Times New Roman"/>
                <a:cs typeface="Times New Roman"/>
              </a:rPr>
              <a:t>Prof.</a:t>
            </a:r>
            <a:r>
              <a:rPr sz="1200" b="1" spc="-40" dirty="0" err="1">
                <a:solidFill>
                  <a:srgbClr val="FF0000"/>
                </a:solidFill>
                <a:latin typeface="Times New Roman"/>
                <a:cs typeface="Times New Roman"/>
              </a:rPr>
              <a:t>Dr.</a:t>
            </a:r>
            <a:r>
              <a:rPr lang="en-US" sz="1200" b="1" spc="-90" dirty="0" err="1">
                <a:solidFill>
                  <a:srgbClr val="FF0000"/>
                </a:solidFill>
                <a:latin typeface="Times New Roman"/>
                <a:cs typeface="Times New Roman"/>
              </a:rPr>
              <a:t>J</a:t>
            </a:r>
            <a:r>
              <a:rPr lang="en-US" sz="1200" b="1" spc="-90" dirty="0">
                <a:solidFill>
                  <a:srgbClr val="FF0000"/>
                </a:solidFill>
                <a:latin typeface="Times New Roman"/>
                <a:cs typeface="Times New Roman"/>
              </a:rPr>
              <a:t>. RAJA MURUGADOSS JEYARAJU </a:t>
            </a:r>
            <a:r>
              <a:rPr lang="en-US" sz="1200" b="1" spc="-90" dirty="0" err="1">
                <a:solidFill>
                  <a:srgbClr val="FF0000"/>
                </a:solidFill>
                <a:latin typeface="Times New Roman"/>
                <a:cs typeface="Times New Roman"/>
              </a:rPr>
              <a:t>Ph.D</a:t>
            </a:r>
            <a:r>
              <a:rPr sz="1200" b="1" spc="-5" dirty="0">
                <a:latin typeface="Times New Roman"/>
                <a:cs typeface="Times New Roman"/>
              </a:rPr>
              <a:t>,</a:t>
            </a:r>
            <a:r>
              <a:rPr lang="en-US" sz="1200" b="1" spc="-5" dirty="0">
                <a:latin typeface="Times New Roman"/>
                <a:cs typeface="Times New Roman"/>
              </a:rPr>
              <a:t> </a:t>
            </a:r>
            <a:r>
              <a:rPr sz="1200" spc="-5" dirty="0">
                <a:latin typeface="Times New Roman"/>
                <a:cs typeface="Times New Roman"/>
              </a:rPr>
              <a:t>Dean Academics Prof. </a:t>
            </a:r>
            <a:r>
              <a:rPr sz="1200" b="1" spc="-40" dirty="0">
                <a:solidFill>
                  <a:srgbClr val="FF0000"/>
                </a:solidFill>
                <a:latin typeface="Times New Roman"/>
                <a:cs typeface="Times New Roman"/>
              </a:rPr>
              <a:t>Dr. </a:t>
            </a:r>
            <a:r>
              <a:rPr sz="1200" b="1" spc="-5" dirty="0">
                <a:solidFill>
                  <a:srgbClr val="FF0000"/>
                </a:solidFill>
                <a:latin typeface="Times New Roman"/>
                <a:cs typeface="Times New Roman"/>
              </a:rPr>
              <a:t>M. </a:t>
            </a:r>
            <a:r>
              <a:rPr sz="1200" b="1" spc="-5" dirty="0" err="1">
                <a:solidFill>
                  <a:srgbClr val="FF0000"/>
                </a:solidFill>
                <a:latin typeface="Times New Roman"/>
                <a:cs typeface="Times New Roman"/>
              </a:rPr>
              <a:t>RAJAIAH,Ph.D.,</a:t>
            </a:r>
            <a:r>
              <a:rPr sz="1200" spc="-5" dirty="0" err="1">
                <a:latin typeface="Times New Roman"/>
                <a:cs typeface="Times New Roman"/>
              </a:rPr>
              <a:t>and</a:t>
            </a:r>
            <a:r>
              <a:rPr sz="1200" spc="-5" dirty="0">
                <a:latin typeface="Times New Roman"/>
                <a:cs typeface="Times New Roman"/>
              </a:rPr>
              <a:t> Principal Prof.</a:t>
            </a:r>
            <a:r>
              <a:rPr lang="en-US" sz="1200" spc="-5" dirty="0">
                <a:latin typeface="Times New Roman"/>
                <a:cs typeface="Times New Roman"/>
              </a:rPr>
              <a:t> </a:t>
            </a:r>
            <a:r>
              <a:rPr sz="1200" b="1" spc="-30" dirty="0">
                <a:solidFill>
                  <a:srgbClr val="FF0000"/>
                </a:solidFill>
                <a:latin typeface="Times New Roman"/>
                <a:cs typeface="Times New Roman"/>
              </a:rPr>
              <a:t>Dr.</a:t>
            </a:r>
            <a:r>
              <a:rPr lang="en-US" sz="1200" b="1" spc="-30" dirty="0">
                <a:solidFill>
                  <a:srgbClr val="FF0000"/>
                </a:solidFill>
                <a:latin typeface="Times New Roman"/>
                <a:cs typeface="Times New Roman"/>
              </a:rPr>
              <a:t> J.RAJA MURUGADOSS JEYA RAJU </a:t>
            </a:r>
            <a:r>
              <a:rPr lang="en-US" sz="1200" b="1" spc="-30" dirty="0" err="1">
                <a:solidFill>
                  <a:srgbClr val="FF0000"/>
                </a:solidFill>
                <a:latin typeface="Times New Roman"/>
                <a:cs typeface="Times New Roman"/>
              </a:rPr>
              <a:t>Ph.D</a:t>
            </a:r>
            <a:r>
              <a:rPr sz="1200" b="1" spc="-5" dirty="0">
                <a:solidFill>
                  <a:srgbClr val="FF0000"/>
                </a:solidFill>
                <a:latin typeface="Times New Roman"/>
                <a:cs typeface="Times New Roman"/>
              </a:rPr>
              <a:t> </a:t>
            </a:r>
            <a:r>
              <a:rPr sz="1200" spc="-5" dirty="0">
                <a:latin typeface="Times New Roman"/>
                <a:cs typeface="Times New Roman"/>
              </a:rPr>
              <a:t>for </a:t>
            </a:r>
            <a:r>
              <a:rPr sz="1200" dirty="0">
                <a:latin typeface="Times New Roman"/>
                <a:cs typeface="Times New Roman"/>
              </a:rPr>
              <a:t> </a:t>
            </a:r>
            <a:r>
              <a:rPr sz="1200" spc="-5" dirty="0">
                <a:latin typeface="Times New Roman"/>
                <a:cs typeface="Times New Roman"/>
              </a:rPr>
              <a:t>motivating and</a:t>
            </a:r>
            <a:r>
              <a:rPr sz="1200" spc="5" dirty="0">
                <a:latin typeface="Times New Roman"/>
                <a:cs typeface="Times New Roman"/>
              </a:rPr>
              <a:t> </a:t>
            </a:r>
            <a:r>
              <a:rPr sz="1200" dirty="0">
                <a:latin typeface="Times New Roman"/>
                <a:cs typeface="Times New Roman"/>
              </a:rPr>
              <a:t>providing</a:t>
            </a:r>
            <a:r>
              <a:rPr sz="1200" spc="10" dirty="0">
                <a:latin typeface="Times New Roman"/>
                <a:cs typeface="Times New Roman"/>
              </a:rPr>
              <a:t> </a:t>
            </a:r>
            <a:r>
              <a:rPr sz="1200" dirty="0">
                <a:latin typeface="Times New Roman"/>
                <a:cs typeface="Times New Roman"/>
              </a:rPr>
              <a:t>necessary</a:t>
            </a:r>
            <a:r>
              <a:rPr sz="1200" spc="-20" dirty="0">
                <a:latin typeface="Times New Roman"/>
                <a:cs typeface="Times New Roman"/>
              </a:rPr>
              <a:t> </a:t>
            </a:r>
            <a:r>
              <a:rPr sz="1200" spc="-5" dirty="0">
                <a:latin typeface="Times New Roman"/>
                <a:cs typeface="Times New Roman"/>
              </a:rPr>
              <a:t>infrastructure</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permitting me</a:t>
            </a:r>
            <a:r>
              <a:rPr sz="1200" spc="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completion</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err="1">
                <a:latin typeface="Times New Roman"/>
                <a:cs typeface="Times New Roman"/>
              </a:rPr>
              <a:t>projec</a:t>
            </a:r>
            <a:r>
              <a:rPr lang="en-IN" sz="1200" spc="-5" dirty="0">
                <a:latin typeface="Times New Roman"/>
                <a:cs typeface="Times New Roman"/>
              </a:rPr>
              <a:t>t.</a:t>
            </a:r>
          </a:p>
          <a:p>
            <a:pPr marL="186690" marR="5080" indent="541020" algn="just">
              <a:lnSpc>
                <a:spcPct val="145000"/>
              </a:lnSpc>
            </a:pPr>
            <a:endParaRPr lang="en-US" sz="1200" spc="-5" dirty="0">
              <a:latin typeface="Times New Roman"/>
              <a:cs typeface="Times New Roman"/>
            </a:endParaRPr>
          </a:p>
          <a:p>
            <a:pPr marL="186690" marR="5080" indent="541020" algn="just">
              <a:lnSpc>
                <a:spcPct val="145000"/>
              </a:lnSpc>
            </a:pPr>
            <a:r>
              <a:rPr sz="1200" spc="-5" dirty="0">
                <a:latin typeface="Times New Roman"/>
                <a:cs typeface="Times New Roman"/>
              </a:rPr>
              <a:t>I</a:t>
            </a:r>
            <a:r>
              <a:rPr sz="1200" spc="-15" dirty="0">
                <a:latin typeface="Times New Roman"/>
                <a:cs typeface="Times New Roman"/>
              </a:rPr>
              <a:t> </a:t>
            </a:r>
            <a:r>
              <a:rPr sz="1200" spc="-5" dirty="0">
                <a:latin typeface="Times New Roman"/>
                <a:cs typeface="Times New Roman"/>
              </a:rPr>
              <a:t>would</a:t>
            </a:r>
            <a:r>
              <a:rPr sz="1200" spc="10" dirty="0">
                <a:latin typeface="Times New Roman"/>
                <a:cs typeface="Times New Roman"/>
              </a:rPr>
              <a:t> </a:t>
            </a:r>
            <a:r>
              <a:rPr sz="1200" spc="-5" dirty="0">
                <a:latin typeface="Times New Roman"/>
                <a:cs typeface="Times New Roman"/>
              </a:rPr>
              <a:t>like</a:t>
            </a:r>
            <a:r>
              <a:rPr sz="1200" spc="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express</a:t>
            </a:r>
            <a:r>
              <a:rPr sz="1200" spc="1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sense</a:t>
            </a:r>
            <a:r>
              <a:rPr sz="1200" spc="10"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spc="-5" dirty="0">
                <a:latin typeface="Times New Roman"/>
                <a:cs typeface="Times New Roman"/>
              </a:rPr>
              <a:t>gratitude</a:t>
            </a:r>
            <a:r>
              <a:rPr sz="1200" spc="10" dirty="0">
                <a:latin typeface="Times New Roman"/>
                <a:cs typeface="Times New Roman"/>
              </a:rPr>
              <a:t> </a:t>
            </a:r>
            <a:r>
              <a:rPr sz="1200" spc="-5" dirty="0">
                <a:latin typeface="Times New Roman"/>
                <a:cs typeface="Times New Roman"/>
              </a:rPr>
              <a:t>towards</a:t>
            </a:r>
            <a:r>
              <a:rPr sz="1200" spc="10" dirty="0">
                <a:latin typeface="Times New Roman"/>
                <a:cs typeface="Times New Roman"/>
              </a:rPr>
              <a:t> </a:t>
            </a:r>
            <a:r>
              <a:rPr sz="1200" spc="-5" dirty="0">
                <a:latin typeface="Times New Roman"/>
                <a:cs typeface="Times New Roman"/>
              </a:rPr>
              <a:t>our</a:t>
            </a:r>
            <a:r>
              <a:rPr sz="1200" dirty="0">
                <a:latin typeface="Times New Roman"/>
                <a:cs typeface="Times New Roman"/>
              </a:rPr>
              <a:t> </a:t>
            </a:r>
            <a:r>
              <a:rPr sz="1200" spc="-5" dirty="0">
                <a:latin typeface="Times New Roman"/>
                <a:cs typeface="Times New Roman"/>
              </a:rPr>
              <a:t>Head</a:t>
            </a:r>
            <a:r>
              <a:rPr sz="1200" spc="2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Department</a:t>
            </a:r>
            <a:r>
              <a:rPr lang="en-US" sz="1200" spc="-5" dirty="0">
                <a:latin typeface="Times New Roman"/>
                <a:cs typeface="Times New Roman"/>
              </a:rPr>
              <a:t> </a:t>
            </a:r>
            <a:r>
              <a:rPr sz="1200" spc="-5" dirty="0">
                <a:latin typeface="Times New Roman"/>
                <a:cs typeface="Times New Roman"/>
              </a:rPr>
              <a:t>Prof.</a:t>
            </a:r>
            <a:r>
              <a:rPr sz="1200" spc="5" dirty="0">
                <a:latin typeface="Times New Roman"/>
                <a:cs typeface="Times New Roman"/>
              </a:rPr>
              <a:t> </a:t>
            </a:r>
            <a:r>
              <a:rPr sz="1200" b="1" spc="-20" dirty="0">
                <a:solidFill>
                  <a:srgbClr val="FF0000"/>
                </a:solidFill>
                <a:latin typeface="Times New Roman"/>
                <a:cs typeface="Times New Roman"/>
              </a:rPr>
              <a:t>Mr.</a:t>
            </a:r>
            <a:r>
              <a:rPr lang="en-US" sz="1200" b="1" spc="-20" dirty="0">
                <a:solidFill>
                  <a:srgbClr val="FF0000"/>
                </a:solidFill>
                <a:latin typeface="Times New Roman"/>
                <a:cs typeface="Times New Roman"/>
              </a:rPr>
              <a:t> </a:t>
            </a:r>
            <a:r>
              <a:rPr sz="1200" b="1" spc="-20" dirty="0">
                <a:solidFill>
                  <a:srgbClr val="FF0000"/>
                </a:solidFill>
                <a:latin typeface="Times New Roman"/>
                <a:cs typeface="Times New Roman"/>
              </a:rPr>
              <a:t>PVRK</a:t>
            </a:r>
            <a:r>
              <a:rPr sz="1200" b="1" spc="15" dirty="0">
                <a:solidFill>
                  <a:srgbClr val="FF0000"/>
                </a:solidFill>
                <a:latin typeface="Times New Roman"/>
                <a:cs typeface="Times New Roman"/>
              </a:rPr>
              <a:t> </a:t>
            </a:r>
            <a:r>
              <a:rPr sz="1200" b="1" spc="-15" dirty="0">
                <a:solidFill>
                  <a:srgbClr val="FF0000"/>
                </a:solidFill>
                <a:latin typeface="Times New Roman"/>
                <a:cs typeface="Times New Roman"/>
              </a:rPr>
              <a:t>MURTHY</a:t>
            </a:r>
            <a:r>
              <a:rPr sz="1200" b="1" spc="-40" dirty="0">
                <a:solidFill>
                  <a:srgbClr val="FF0000"/>
                </a:solidFill>
                <a:latin typeface="Times New Roman"/>
                <a:cs typeface="Times New Roman"/>
              </a:rPr>
              <a:t> </a:t>
            </a:r>
            <a:r>
              <a:rPr sz="1200" b="1" spc="-20" dirty="0">
                <a:solidFill>
                  <a:srgbClr val="FF0000"/>
                </a:solidFill>
                <a:latin typeface="Times New Roman"/>
                <a:cs typeface="Times New Roman"/>
              </a:rPr>
              <a:t>MTech.</a:t>
            </a:r>
            <a:r>
              <a:rPr lang="en-US" sz="1200" b="1" spc="-20" dirty="0">
                <a:solidFill>
                  <a:srgbClr val="FF0000"/>
                </a:solidFill>
                <a:latin typeface="Times New Roman"/>
                <a:cs typeface="Times New Roman"/>
              </a:rPr>
              <a:t> Ph.D.</a:t>
            </a:r>
            <a:r>
              <a:rPr sz="1200" b="1" spc="-20" dirty="0">
                <a:solidFill>
                  <a:srgbClr val="FF0000"/>
                </a:solidFill>
                <a:latin typeface="Times New Roman"/>
                <a:cs typeface="Times New Roman"/>
              </a:rPr>
              <a:t>,</a:t>
            </a:r>
            <a:r>
              <a:rPr sz="1200" b="1" spc="20" dirty="0">
                <a:solidFill>
                  <a:srgbClr val="FF0000"/>
                </a:solidFill>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our</a:t>
            </a:r>
            <a:r>
              <a:rPr sz="1200" spc="15" dirty="0">
                <a:latin typeface="Times New Roman"/>
                <a:cs typeface="Times New Roman"/>
              </a:rPr>
              <a:t> </a:t>
            </a:r>
            <a:r>
              <a:rPr sz="1200" spc="-5" dirty="0">
                <a:latin typeface="Times New Roman"/>
                <a:cs typeface="Times New Roman"/>
              </a:rPr>
              <a:t>external</a:t>
            </a:r>
            <a:r>
              <a:rPr sz="1200" spc="10" dirty="0">
                <a:latin typeface="Times New Roman"/>
                <a:cs typeface="Times New Roman"/>
              </a:rPr>
              <a:t> </a:t>
            </a:r>
            <a:r>
              <a:rPr sz="1200" spc="-5" dirty="0">
                <a:latin typeface="Times New Roman"/>
                <a:cs typeface="Times New Roman"/>
              </a:rPr>
              <a:t>guide</a:t>
            </a:r>
            <a:r>
              <a:rPr sz="1200" spc="25" dirty="0">
                <a:latin typeface="Times New Roman"/>
                <a:cs typeface="Times New Roman"/>
              </a:rPr>
              <a:t> </a:t>
            </a:r>
            <a:r>
              <a:rPr lang="en-US" sz="1200" b="1" spc="-5" dirty="0">
                <a:solidFill>
                  <a:srgbClr val="1F3864"/>
                </a:solidFill>
                <a:latin typeface="Times New Roman"/>
                <a:cs typeface="Times New Roman"/>
              </a:rPr>
              <a:t>Dr. S.V.PADMAVATHI DEVI</a:t>
            </a:r>
            <a:r>
              <a:rPr sz="1200" b="1" spc="-10" dirty="0">
                <a:solidFill>
                  <a:srgbClr val="1F3864"/>
                </a:solidFill>
                <a:latin typeface="Times New Roman"/>
                <a:cs typeface="Times New Roman"/>
              </a:rPr>
              <a:t>(Ph.D),</a:t>
            </a:r>
            <a:r>
              <a:rPr sz="1200" b="1" spc="20" dirty="0">
                <a:solidFill>
                  <a:srgbClr val="1F3864"/>
                </a:solidFill>
                <a:latin typeface="Times New Roman"/>
                <a:cs typeface="Times New Roman"/>
              </a:rPr>
              <a:t> </a:t>
            </a:r>
            <a:r>
              <a:rPr sz="1200" dirty="0">
                <a:latin typeface="Times New Roman"/>
                <a:cs typeface="Times New Roman"/>
              </a:rPr>
              <a:t>for </a:t>
            </a:r>
            <a:r>
              <a:rPr sz="1200" spc="-285" dirty="0">
                <a:latin typeface="Times New Roman"/>
                <a:cs typeface="Times New Roman"/>
              </a:rPr>
              <a:t> </a:t>
            </a:r>
            <a:r>
              <a:rPr sz="1200" spc="-5" dirty="0">
                <a:latin typeface="Times New Roman"/>
                <a:cs typeface="Times New Roman"/>
              </a:rPr>
              <a:t>their</a:t>
            </a:r>
            <a:r>
              <a:rPr lang="en-US" sz="1200" spc="10" dirty="0">
                <a:latin typeface="Times New Roman"/>
                <a:cs typeface="Times New Roman"/>
              </a:rPr>
              <a:t> </a:t>
            </a:r>
            <a:r>
              <a:rPr sz="1200" spc="-5" dirty="0">
                <a:latin typeface="Times New Roman"/>
                <a:cs typeface="Times New Roman"/>
              </a:rPr>
              <a:t>valuable</a:t>
            </a:r>
            <a:r>
              <a:rPr sz="1200" spc="5" dirty="0">
                <a:latin typeface="Times New Roman"/>
                <a:cs typeface="Times New Roman"/>
              </a:rPr>
              <a:t> </a:t>
            </a:r>
            <a:r>
              <a:rPr sz="1200" spc="-5" dirty="0">
                <a:latin typeface="Times New Roman"/>
                <a:cs typeface="Times New Roman"/>
              </a:rPr>
              <a:t>inputs,</a:t>
            </a:r>
            <a:r>
              <a:rPr sz="1200" spc="10" dirty="0">
                <a:latin typeface="Times New Roman"/>
                <a:cs typeface="Times New Roman"/>
              </a:rPr>
              <a:t> </a:t>
            </a:r>
            <a:r>
              <a:rPr sz="1200" dirty="0">
                <a:latin typeface="Times New Roman"/>
                <a:cs typeface="Times New Roman"/>
              </a:rPr>
              <a:t>able</a:t>
            </a:r>
            <a:r>
              <a:rPr sz="1200" spc="10" dirty="0">
                <a:latin typeface="Times New Roman"/>
                <a:cs typeface="Times New Roman"/>
              </a:rPr>
              <a:t> </a:t>
            </a:r>
            <a:r>
              <a:rPr sz="1200" spc="-5" dirty="0">
                <a:latin typeface="Times New Roman"/>
                <a:cs typeface="Times New Roman"/>
              </a:rPr>
              <a:t>guidance,</a:t>
            </a:r>
            <a:r>
              <a:rPr sz="1200" spc="20" dirty="0">
                <a:latin typeface="Times New Roman"/>
                <a:cs typeface="Times New Roman"/>
              </a:rPr>
              <a:t> </a:t>
            </a:r>
            <a:r>
              <a:rPr sz="1200" spc="-5" dirty="0">
                <a:latin typeface="Times New Roman"/>
                <a:cs typeface="Times New Roman"/>
              </a:rPr>
              <a:t>encouragement,</a:t>
            </a:r>
            <a:r>
              <a:rPr sz="1200" spc="15" dirty="0">
                <a:latin typeface="Times New Roman"/>
                <a:cs typeface="Times New Roman"/>
              </a:rPr>
              <a:t> </a:t>
            </a:r>
            <a:r>
              <a:rPr sz="1200" spc="-5" dirty="0">
                <a:latin typeface="Times New Roman"/>
                <a:cs typeface="Times New Roman"/>
              </a:rPr>
              <a:t>whole-hearted</a:t>
            </a:r>
            <a:r>
              <a:rPr sz="1200" spc="10" dirty="0">
                <a:latin typeface="Times New Roman"/>
                <a:cs typeface="Times New Roman"/>
              </a:rPr>
              <a:t> </a:t>
            </a:r>
            <a:r>
              <a:rPr sz="1200" spc="-5" dirty="0">
                <a:latin typeface="Times New Roman"/>
                <a:cs typeface="Times New Roman"/>
              </a:rPr>
              <a:t>cooperation</a:t>
            </a:r>
            <a:r>
              <a:rPr lang="en-US" sz="1200" spc="10" dirty="0">
                <a:latin typeface="Times New Roman"/>
                <a:cs typeface="Times New Roman"/>
              </a:rPr>
              <a:t> </a:t>
            </a:r>
            <a:r>
              <a:rPr sz="1200" spc="-5" dirty="0">
                <a:latin typeface="Times New Roman"/>
                <a:cs typeface="Times New Roman"/>
              </a:rPr>
              <a:t>and</a:t>
            </a:r>
            <a:r>
              <a:rPr lang="en-US" sz="1200" spc="-5" dirty="0">
                <a:latin typeface="Times New Roman"/>
                <a:cs typeface="Times New Roman"/>
              </a:rPr>
              <a:t> </a:t>
            </a:r>
            <a:r>
              <a:rPr sz="1200" spc="-5" dirty="0">
                <a:latin typeface="Times New Roman"/>
                <a:cs typeface="Times New Roman"/>
              </a:rPr>
              <a:t>constructive</a:t>
            </a:r>
            <a:r>
              <a:rPr lang="en-US" sz="1200" spc="-5" dirty="0">
                <a:latin typeface="Times New Roman"/>
                <a:cs typeface="Times New Roman"/>
              </a:rPr>
              <a:t> </a:t>
            </a:r>
            <a:r>
              <a:rPr sz="1200" spc="-5" dirty="0">
                <a:latin typeface="Times New Roman"/>
                <a:cs typeface="Times New Roman"/>
              </a:rPr>
              <a:t>criticism</a:t>
            </a:r>
            <a:r>
              <a:rPr sz="1200" spc="15" dirty="0">
                <a:latin typeface="Times New Roman"/>
                <a:cs typeface="Times New Roman"/>
              </a:rPr>
              <a:t> </a:t>
            </a:r>
            <a:r>
              <a:rPr sz="1200" spc="-5" dirty="0">
                <a:latin typeface="Times New Roman"/>
                <a:cs typeface="Times New Roman"/>
              </a:rPr>
              <a:t>throughout</a:t>
            </a:r>
            <a:r>
              <a:rPr sz="1200" spc="5"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duration</a:t>
            </a:r>
            <a:r>
              <a:rPr sz="1200" spc="5"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our</a:t>
            </a:r>
            <a:r>
              <a:rPr sz="1200" spc="5" dirty="0">
                <a:latin typeface="Times New Roman"/>
                <a:cs typeface="Times New Roman"/>
              </a:rPr>
              <a:t> </a:t>
            </a:r>
            <a:r>
              <a:rPr sz="1200" spc="-5" dirty="0">
                <a:latin typeface="Times New Roman"/>
                <a:cs typeface="Times New Roman"/>
              </a:rPr>
              <a:t>project.</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3" name="object 3"/>
          <p:cNvSpPr txBox="1"/>
          <p:nvPr/>
        </p:nvSpPr>
        <p:spPr>
          <a:xfrm>
            <a:off x="545041" y="5962558"/>
            <a:ext cx="5823585" cy="556260"/>
          </a:xfrm>
          <a:prstGeom prst="rect">
            <a:avLst/>
          </a:prstGeom>
        </p:spPr>
        <p:txBody>
          <a:bodyPr vert="horz" wrap="square" lIns="0" tIns="95250" rIns="0" bIns="0" rtlCol="0">
            <a:spAutoFit/>
          </a:bodyPr>
          <a:lstStyle/>
          <a:p>
            <a:pPr marL="694055">
              <a:lnSpc>
                <a:spcPct val="100000"/>
              </a:lnSpc>
              <a:spcBef>
                <a:spcPts val="750"/>
              </a:spcBef>
            </a:pPr>
            <a:r>
              <a:rPr sz="1200" spc="-5" dirty="0">
                <a:latin typeface="Times New Roman"/>
                <a:cs typeface="Times New Roman"/>
              </a:rPr>
              <a:t>Last,</a:t>
            </a:r>
            <a:r>
              <a:rPr sz="1200" spc="-35" dirty="0">
                <a:latin typeface="Times New Roman"/>
                <a:cs typeface="Times New Roman"/>
              </a:rPr>
              <a:t> </a:t>
            </a:r>
            <a:r>
              <a:rPr sz="1200" spc="-5" dirty="0">
                <a:latin typeface="Times New Roman"/>
                <a:cs typeface="Times New Roman"/>
              </a:rPr>
              <a:t>but</a:t>
            </a:r>
            <a:r>
              <a:rPr sz="1200" spc="-30" dirty="0">
                <a:latin typeface="Times New Roman"/>
                <a:cs typeface="Times New Roman"/>
              </a:rPr>
              <a:t> </a:t>
            </a:r>
            <a:r>
              <a:rPr sz="1200" spc="-5" dirty="0">
                <a:latin typeface="Times New Roman"/>
                <a:cs typeface="Times New Roman"/>
              </a:rPr>
              <a:t>not</a:t>
            </a:r>
            <a:r>
              <a:rPr sz="1200" spc="-30" dirty="0">
                <a:latin typeface="Times New Roman"/>
                <a:cs typeface="Times New Roman"/>
              </a:rPr>
              <a:t> </a:t>
            </a:r>
            <a:r>
              <a:rPr sz="1200" spc="-5" dirty="0">
                <a:latin typeface="Times New Roman"/>
                <a:cs typeface="Times New Roman"/>
              </a:rPr>
              <a:t>the</a:t>
            </a:r>
            <a:r>
              <a:rPr sz="1200" spc="-35" dirty="0">
                <a:latin typeface="Times New Roman"/>
                <a:cs typeface="Times New Roman"/>
              </a:rPr>
              <a:t> </a:t>
            </a:r>
            <a:r>
              <a:rPr sz="1200" spc="-5" dirty="0">
                <a:latin typeface="Times New Roman"/>
                <a:cs typeface="Times New Roman"/>
              </a:rPr>
              <a:t>least,</a:t>
            </a:r>
            <a:r>
              <a:rPr sz="1200" spc="-15" dirty="0">
                <a:latin typeface="Times New Roman"/>
                <a:cs typeface="Times New Roman"/>
              </a:rPr>
              <a:t> </a:t>
            </a:r>
            <a:r>
              <a:rPr sz="1200" spc="-5" dirty="0">
                <a:latin typeface="Times New Roman"/>
                <a:cs typeface="Times New Roman"/>
              </a:rPr>
              <a:t>I</a:t>
            </a:r>
            <a:r>
              <a:rPr sz="1200" spc="-45" dirty="0">
                <a:latin typeface="Times New Roman"/>
                <a:cs typeface="Times New Roman"/>
              </a:rPr>
              <a:t> </a:t>
            </a:r>
            <a:r>
              <a:rPr sz="1200" spc="-5" dirty="0">
                <a:latin typeface="Times New Roman"/>
                <a:cs typeface="Times New Roman"/>
              </a:rPr>
              <a:t>would</a:t>
            </a:r>
            <a:r>
              <a:rPr sz="1200" spc="-30" dirty="0">
                <a:latin typeface="Times New Roman"/>
                <a:cs typeface="Times New Roman"/>
              </a:rPr>
              <a:t> </a:t>
            </a:r>
            <a:r>
              <a:rPr sz="1200" spc="-5" dirty="0">
                <a:latin typeface="Times New Roman"/>
                <a:cs typeface="Times New Roman"/>
              </a:rPr>
              <a:t>like</a:t>
            </a:r>
            <a:r>
              <a:rPr sz="1200" spc="-35" dirty="0">
                <a:latin typeface="Times New Roman"/>
                <a:cs typeface="Times New Roman"/>
              </a:rPr>
              <a:t> </a:t>
            </a:r>
            <a:r>
              <a:rPr sz="1200" spc="-5" dirty="0">
                <a:latin typeface="Times New Roman"/>
                <a:cs typeface="Times New Roman"/>
              </a:rPr>
              <a:t>to</a:t>
            </a:r>
            <a:r>
              <a:rPr sz="1200" spc="-30" dirty="0">
                <a:latin typeface="Times New Roman"/>
                <a:cs typeface="Times New Roman"/>
              </a:rPr>
              <a:t> </a:t>
            </a:r>
            <a:r>
              <a:rPr sz="1200" spc="-5" dirty="0">
                <a:latin typeface="Times New Roman"/>
                <a:cs typeface="Times New Roman"/>
              </a:rPr>
              <a:t>thank</a:t>
            </a:r>
            <a:r>
              <a:rPr sz="1200" spc="-15" dirty="0">
                <a:latin typeface="Times New Roman"/>
                <a:cs typeface="Times New Roman"/>
              </a:rPr>
              <a:t> </a:t>
            </a:r>
            <a:r>
              <a:rPr sz="1200" b="1" spc="-10" dirty="0">
                <a:solidFill>
                  <a:srgbClr val="8CB3E1"/>
                </a:solidFill>
                <a:latin typeface="Times New Roman"/>
                <a:cs typeface="Times New Roman"/>
              </a:rPr>
              <a:t>my</a:t>
            </a:r>
            <a:r>
              <a:rPr sz="1200" b="1" spc="-30" dirty="0">
                <a:solidFill>
                  <a:srgbClr val="8CB3E1"/>
                </a:solidFill>
                <a:latin typeface="Times New Roman"/>
                <a:cs typeface="Times New Roman"/>
              </a:rPr>
              <a:t> </a:t>
            </a:r>
            <a:r>
              <a:rPr sz="1200" b="1" spc="-5" dirty="0">
                <a:solidFill>
                  <a:srgbClr val="8CB3E1"/>
                </a:solidFill>
                <a:latin typeface="Times New Roman"/>
                <a:cs typeface="Times New Roman"/>
              </a:rPr>
              <a:t>team</a:t>
            </a:r>
            <a:r>
              <a:rPr sz="1200" b="1" spc="-20" dirty="0">
                <a:solidFill>
                  <a:srgbClr val="8CB3E1"/>
                </a:solidFill>
                <a:latin typeface="Times New Roman"/>
                <a:cs typeface="Times New Roman"/>
              </a:rPr>
              <a:t> </a:t>
            </a:r>
            <a:r>
              <a:rPr sz="1200" b="1" spc="-5" dirty="0">
                <a:solidFill>
                  <a:srgbClr val="8CB3E1"/>
                </a:solidFill>
                <a:latin typeface="Times New Roman"/>
                <a:cs typeface="Times New Roman"/>
              </a:rPr>
              <a:t>members,</a:t>
            </a:r>
            <a:r>
              <a:rPr sz="1200" b="1" spc="-20" dirty="0">
                <a:solidFill>
                  <a:srgbClr val="8CB3E1"/>
                </a:solidFill>
                <a:latin typeface="Times New Roman"/>
                <a:cs typeface="Times New Roman"/>
              </a:rPr>
              <a:t> </a:t>
            </a:r>
            <a:r>
              <a:rPr sz="1200" b="1" spc="-10" dirty="0">
                <a:solidFill>
                  <a:srgbClr val="8CB3E1"/>
                </a:solidFill>
                <a:latin typeface="Times New Roman"/>
                <a:cs typeface="Times New Roman"/>
              </a:rPr>
              <a:t>my</a:t>
            </a:r>
            <a:r>
              <a:rPr sz="1200" b="1" spc="-30" dirty="0">
                <a:solidFill>
                  <a:srgbClr val="8CB3E1"/>
                </a:solidFill>
                <a:latin typeface="Times New Roman"/>
                <a:cs typeface="Times New Roman"/>
              </a:rPr>
              <a:t> </a:t>
            </a:r>
            <a:r>
              <a:rPr sz="1200" b="1" spc="-5" dirty="0">
                <a:solidFill>
                  <a:srgbClr val="8CB3E1"/>
                </a:solidFill>
                <a:latin typeface="Times New Roman"/>
                <a:cs typeface="Times New Roman"/>
              </a:rPr>
              <a:t>friends</a:t>
            </a:r>
            <a:r>
              <a:rPr sz="1200" b="1" spc="-30" dirty="0">
                <a:solidFill>
                  <a:srgbClr val="8CB3E1"/>
                </a:solidFill>
                <a:latin typeface="Times New Roman"/>
                <a:cs typeface="Times New Roman"/>
              </a:rPr>
              <a:t> </a:t>
            </a:r>
            <a:r>
              <a:rPr sz="1200" b="1" spc="-5" dirty="0">
                <a:solidFill>
                  <a:srgbClr val="8CB3E1"/>
                </a:solidFill>
                <a:latin typeface="Times New Roman"/>
                <a:cs typeface="Times New Roman"/>
              </a:rPr>
              <a:t>and</a:t>
            </a:r>
            <a:r>
              <a:rPr sz="1200" b="1" spc="-25" dirty="0">
                <a:solidFill>
                  <a:srgbClr val="8CB3E1"/>
                </a:solidFill>
                <a:latin typeface="Times New Roman"/>
                <a:cs typeface="Times New Roman"/>
              </a:rPr>
              <a:t> </a:t>
            </a:r>
            <a:r>
              <a:rPr sz="1200" b="1" spc="-10" dirty="0">
                <a:solidFill>
                  <a:srgbClr val="8CB3E1"/>
                </a:solidFill>
                <a:latin typeface="Times New Roman"/>
                <a:cs typeface="Times New Roman"/>
              </a:rPr>
              <a:t>my</a:t>
            </a:r>
            <a:endParaRPr sz="1200" dirty="0">
              <a:latin typeface="Times New Roman"/>
              <a:cs typeface="Times New Roman"/>
            </a:endParaRPr>
          </a:p>
          <a:p>
            <a:pPr marL="12700">
              <a:lnSpc>
                <a:spcPct val="100000"/>
              </a:lnSpc>
              <a:spcBef>
                <a:spcPts val="645"/>
              </a:spcBef>
            </a:pPr>
            <a:r>
              <a:rPr sz="1200" spc="-5" dirty="0">
                <a:latin typeface="Times New Roman"/>
                <a:cs typeface="Times New Roman"/>
              </a:rPr>
              <a:t>for supporting </a:t>
            </a:r>
            <a:r>
              <a:rPr sz="1200" spc="5" dirty="0">
                <a:latin typeface="Times New Roman"/>
                <a:cs typeface="Times New Roman"/>
              </a:rPr>
              <a:t>me </a:t>
            </a:r>
            <a:r>
              <a:rPr sz="1200" spc="-5" dirty="0">
                <a:latin typeface="Times New Roman"/>
                <a:cs typeface="Times New Roman"/>
              </a:rPr>
              <a:t>in</a:t>
            </a:r>
            <a:r>
              <a:rPr sz="1200" spc="5" dirty="0">
                <a:latin typeface="Times New Roman"/>
                <a:cs typeface="Times New Roman"/>
              </a:rPr>
              <a:t> </a:t>
            </a:r>
            <a:r>
              <a:rPr sz="1200" spc="-5" dirty="0">
                <a:latin typeface="Times New Roman"/>
                <a:cs typeface="Times New Roman"/>
              </a:rPr>
              <a:t>all</a:t>
            </a:r>
            <a:r>
              <a:rPr sz="1200" spc="10" dirty="0">
                <a:latin typeface="Times New Roman"/>
                <a:cs typeface="Times New Roman"/>
              </a:rPr>
              <a:t> </a:t>
            </a:r>
            <a:r>
              <a:rPr sz="1200" dirty="0">
                <a:latin typeface="Times New Roman"/>
                <a:cs typeface="Times New Roman"/>
              </a:rPr>
              <a:t>the </a:t>
            </a:r>
            <a:r>
              <a:rPr sz="1200" spc="-5" dirty="0">
                <a:latin typeface="Times New Roman"/>
                <a:cs typeface="Times New Roman"/>
              </a:rPr>
              <a:t>aspects</a:t>
            </a:r>
            <a:r>
              <a:rPr sz="1200" spc="10"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completion</a:t>
            </a:r>
            <a:r>
              <a:rPr sz="1200" spc="5"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this</a:t>
            </a:r>
            <a:r>
              <a:rPr sz="1200" spc="10" dirty="0">
                <a:latin typeface="Times New Roman"/>
                <a:cs typeface="Times New Roman"/>
              </a:rPr>
              <a:t> </a:t>
            </a:r>
            <a:r>
              <a:rPr sz="1200" spc="-5" dirty="0">
                <a:latin typeface="Times New Roman"/>
                <a:cs typeface="Times New Roman"/>
              </a:rPr>
              <a:t>project.</a:t>
            </a:r>
            <a:endParaRPr sz="1200" dirty="0">
              <a:latin typeface="Times New Roman"/>
              <a:cs typeface="Times New Roman"/>
            </a:endParaRPr>
          </a:p>
        </p:txBody>
      </p:sp>
      <p:sp>
        <p:nvSpPr>
          <p:cNvPr id="4" name="object 4"/>
          <p:cNvSpPr txBox="1"/>
          <p:nvPr/>
        </p:nvSpPr>
        <p:spPr>
          <a:xfrm>
            <a:off x="6368626" y="6032409"/>
            <a:ext cx="513080" cy="208279"/>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8CB3E1"/>
                </a:solidFill>
                <a:latin typeface="Times New Roman"/>
                <a:cs typeface="Times New Roman"/>
              </a:rPr>
              <a:t>parents</a:t>
            </a:r>
            <a:endParaRPr sz="1200" dirty="0">
              <a:latin typeface="Times New Roman"/>
              <a:cs typeface="Times New Roman"/>
            </a:endParaRPr>
          </a:p>
        </p:txBody>
      </p:sp>
      <p:sp>
        <p:nvSpPr>
          <p:cNvPr id="5" name="object 5"/>
          <p:cNvSpPr txBox="1"/>
          <p:nvPr/>
        </p:nvSpPr>
        <p:spPr>
          <a:xfrm>
            <a:off x="5204691" y="7173803"/>
            <a:ext cx="2053589" cy="579005"/>
          </a:xfrm>
          <a:prstGeom prst="rect">
            <a:avLst/>
          </a:prstGeom>
        </p:spPr>
        <p:txBody>
          <a:bodyPr vert="horz" wrap="square" lIns="0" tIns="12065" rIns="0" bIns="0" rtlCol="0">
            <a:spAutoFit/>
          </a:bodyPr>
          <a:lstStyle/>
          <a:p>
            <a:pPr marL="32384">
              <a:lnSpc>
                <a:spcPct val="100000"/>
              </a:lnSpc>
              <a:spcBef>
                <a:spcPts val="95"/>
              </a:spcBef>
            </a:pPr>
            <a:r>
              <a:rPr sz="1200" b="1" spc="-5" dirty="0">
                <a:solidFill>
                  <a:srgbClr val="0D0D0D"/>
                </a:solidFill>
                <a:latin typeface="Times New Roman"/>
                <a:cs typeface="Times New Roman"/>
              </a:rPr>
              <a:t>P</a:t>
            </a:r>
            <a:r>
              <a:rPr sz="1200" b="1" spc="-35" dirty="0">
                <a:solidFill>
                  <a:srgbClr val="0D0D0D"/>
                </a:solidFill>
                <a:latin typeface="Times New Roman"/>
                <a:cs typeface="Times New Roman"/>
              </a:rPr>
              <a:t>r</a:t>
            </a:r>
            <a:r>
              <a:rPr sz="1200" b="1" spc="5" dirty="0">
                <a:solidFill>
                  <a:srgbClr val="0D0D0D"/>
                </a:solidFill>
                <a:latin typeface="Times New Roman"/>
                <a:cs typeface="Times New Roman"/>
              </a:rPr>
              <a:t>o</a:t>
            </a:r>
            <a:r>
              <a:rPr sz="1200" b="1" spc="-5" dirty="0">
                <a:solidFill>
                  <a:srgbClr val="0D0D0D"/>
                </a:solidFill>
                <a:latin typeface="Times New Roman"/>
                <a:cs typeface="Times New Roman"/>
              </a:rPr>
              <a:t>j</a:t>
            </a:r>
            <a:r>
              <a:rPr sz="1200" b="1" spc="-10" dirty="0">
                <a:solidFill>
                  <a:srgbClr val="0D0D0D"/>
                </a:solidFill>
                <a:latin typeface="Times New Roman"/>
                <a:cs typeface="Times New Roman"/>
              </a:rPr>
              <a:t>ec</a:t>
            </a:r>
            <a:r>
              <a:rPr sz="1200" b="1" spc="-5" dirty="0">
                <a:solidFill>
                  <a:srgbClr val="0D0D0D"/>
                </a:solidFill>
                <a:latin typeface="Times New Roman"/>
                <a:cs typeface="Times New Roman"/>
              </a:rPr>
              <a:t>t</a:t>
            </a:r>
            <a:r>
              <a:rPr sz="1200" b="1" spc="-65" dirty="0">
                <a:solidFill>
                  <a:srgbClr val="0D0D0D"/>
                </a:solidFill>
                <a:latin typeface="Times New Roman"/>
                <a:cs typeface="Times New Roman"/>
              </a:rPr>
              <a:t> </a:t>
            </a:r>
            <a:r>
              <a:rPr sz="1200" b="1" spc="-5" dirty="0">
                <a:solidFill>
                  <a:srgbClr val="0D0D0D"/>
                </a:solidFill>
                <a:latin typeface="Times New Roman"/>
                <a:cs typeface="Times New Roman"/>
              </a:rPr>
              <a:t>Asso</a:t>
            </a:r>
            <a:r>
              <a:rPr sz="1200" b="1" spc="-10" dirty="0">
                <a:solidFill>
                  <a:srgbClr val="0D0D0D"/>
                </a:solidFill>
                <a:latin typeface="Times New Roman"/>
                <a:cs typeface="Times New Roman"/>
              </a:rPr>
              <a:t>c</a:t>
            </a:r>
            <a:r>
              <a:rPr sz="1200" b="1" spc="-5" dirty="0">
                <a:solidFill>
                  <a:srgbClr val="0D0D0D"/>
                </a:solidFill>
                <a:latin typeface="Times New Roman"/>
                <a:cs typeface="Times New Roman"/>
              </a:rPr>
              <a:t>ia</a:t>
            </a:r>
            <a:r>
              <a:rPr sz="1200" b="1" spc="5" dirty="0">
                <a:solidFill>
                  <a:srgbClr val="0D0D0D"/>
                </a:solidFill>
                <a:latin typeface="Times New Roman"/>
                <a:cs typeface="Times New Roman"/>
              </a:rPr>
              <a:t>t</a:t>
            </a:r>
            <a:r>
              <a:rPr sz="1200" b="1" spc="-10" dirty="0">
                <a:solidFill>
                  <a:srgbClr val="0D0D0D"/>
                </a:solidFill>
                <a:latin typeface="Times New Roman"/>
                <a:cs typeface="Times New Roman"/>
              </a:rPr>
              <a:t>e</a:t>
            </a:r>
            <a:r>
              <a:rPr sz="1200" b="1" spc="-5" dirty="0">
                <a:solidFill>
                  <a:srgbClr val="0D0D0D"/>
                </a:solidFill>
                <a:latin typeface="Times New Roman"/>
                <a:cs typeface="Times New Roman"/>
              </a:rPr>
              <a:t>:</a:t>
            </a:r>
            <a:endParaRPr lang="en-US" sz="1200" b="1" spc="-5" dirty="0">
              <a:solidFill>
                <a:srgbClr val="0D0D0D"/>
              </a:solidFill>
              <a:latin typeface="Times New Roman"/>
              <a:cs typeface="Times New Roman"/>
            </a:endParaRPr>
          </a:p>
          <a:p>
            <a:pPr marL="32384">
              <a:lnSpc>
                <a:spcPct val="100000"/>
              </a:lnSpc>
              <a:spcBef>
                <a:spcPts val="95"/>
              </a:spcBef>
            </a:pPr>
            <a:endParaRPr sz="1200" dirty="0">
              <a:latin typeface="Times New Roman"/>
              <a:cs typeface="Times New Roman"/>
            </a:endParaRPr>
          </a:p>
          <a:p>
            <a:pPr marL="12700">
              <a:lnSpc>
                <a:spcPct val="100000"/>
              </a:lnSpc>
              <a:spcBef>
                <a:spcPts val="25"/>
              </a:spcBef>
            </a:pPr>
            <a:r>
              <a:rPr sz="1200" spc="-5" dirty="0">
                <a:latin typeface="Times New Roman"/>
                <a:cs typeface="Times New Roman"/>
              </a:rPr>
              <a:t>ALAMPOOR</a:t>
            </a:r>
            <a:r>
              <a:rPr sz="1200" spc="-40" dirty="0">
                <a:latin typeface="Times New Roman"/>
                <a:cs typeface="Times New Roman"/>
              </a:rPr>
              <a:t> </a:t>
            </a:r>
            <a:r>
              <a:rPr sz="1200" spc="-5" dirty="0">
                <a:latin typeface="Times New Roman"/>
                <a:cs typeface="Times New Roman"/>
              </a:rPr>
              <a:t>THARUN</a:t>
            </a:r>
            <a:r>
              <a:rPr sz="1200" spc="-25" dirty="0">
                <a:latin typeface="Times New Roman"/>
                <a:cs typeface="Times New Roman"/>
              </a:rPr>
              <a:t> </a:t>
            </a:r>
            <a:r>
              <a:rPr sz="1200" spc="-5" dirty="0">
                <a:latin typeface="Times New Roman"/>
                <a:cs typeface="Times New Roman"/>
              </a:rPr>
              <a:t>SINGH</a:t>
            </a:r>
            <a:endParaRPr sz="1200" dirty="0">
              <a:latin typeface="Times New Roman"/>
              <a:cs typeface="Times New Roman"/>
            </a:endParaRPr>
          </a:p>
        </p:txBody>
      </p:sp>
      <p:sp>
        <p:nvSpPr>
          <p:cNvPr id="9" name="TextBox 8">
            <a:extLst>
              <a:ext uri="{FF2B5EF4-FFF2-40B4-BE49-F238E27FC236}">
                <a16:creationId xmlns:a16="http://schemas.microsoft.com/office/drawing/2014/main" id="{1A503538-5511-D930-053F-7868492CE1A6}"/>
              </a:ext>
            </a:extLst>
          </p:cNvPr>
          <p:cNvSpPr txBox="1"/>
          <p:nvPr/>
        </p:nvSpPr>
        <p:spPr>
          <a:xfrm>
            <a:off x="3823035" y="9759484"/>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5</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3679" y="1420871"/>
            <a:ext cx="6699250" cy="8519448"/>
          </a:xfrm>
          <a:prstGeom prst="rect">
            <a:avLst/>
          </a:prstGeom>
        </p:spPr>
        <p:txBody>
          <a:bodyPr vert="horz" wrap="square" lIns="0" tIns="12700" rIns="0" bIns="0" rtlCol="0">
            <a:spAutoFit/>
          </a:bodyPr>
          <a:lstStyle/>
          <a:p>
            <a:pPr marL="36830" algn="ctr">
              <a:lnSpc>
                <a:spcPct val="100000"/>
              </a:lnSpc>
              <a:spcBef>
                <a:spcPts val="100"/>
              </a:spcBef>
            </a:pPr>
            <a:r>
              <a:rPr sz="1400" b="1" dirty="0">
                <a:latin typeface="Times New Roman"/>
                <a:cs typeface="Times New Roman"/>
              </a:rPr>
              <a:t>CHAPTER</a:t>
            </a:r>
            <a:r>
              <a:rPr sz="1400" b="1" spc="-20" dirty="0">
                <a:latin typeface="Times New Roman"/>
                <a:cs typeface="Times New Roman"/>
              </a:rPr>
              <a:t> </a:t>
            </a:r>
            <a:r>
              <a:rPr sz="1400" b="1" dirty="0">
                <a:latin typeface="Times New Roman"/>
                <a:cs typeface="Times New Roman"/>
              </a:rPr>
              <a:t>1:</a:t>
            </a:r>
            <a:r>
              <a:rPr sz="1400" b="1" spc="-15" dirty="0">
                <a:latin typeface="Times New Roman"/>
                <a:cs typeface="Times New Roman"/>
              </a:rPr>
              <a:t> </a:t>
            </a:r>
            <a:r>
              <a:rPr sz="1400" b="1" spc="-5" dirty="0">
                <a:latin typeface="Times New Roman"/>
                <a:cs typeface="Times New Roman"/>
              </a:rPr>
              <a:t>EXECUTIVE</a:t>
            </a:r>
            <a:r>
              <a:rPr sz="1400" b="1" spc="-15" dirty="0">
                <a:latin typeface="Times New Roman"/>
                <a:cs typeface="Times New Roman"/>
              </a:rPr>
              <a:t> </a:t>
            </a:r>
            <a:r>
              <a:rPr sz="1400" b="1" spc="-10" dirty="0">
                <a:latin typeface="Times New Roman"/>
                <a:cs typeface="Times New Roman"/>
              </a:rPr>
              <a:t>SUMMARY</a:t>
            </a:r>
            <a:endParaRPr sz="1400" dirty="0">
              <a:latin typeface="Times New Roman"/>
              <a:cs typeface="Times New Roman"/>
            </a:endParaRPr>
          </a:p>
          <a:p>
            <a:pPr>
              <a:lnSpc>
                <a:spcPct val="100000"/>
              </a:lnSpc>
            </a:pPr>
            <a:endParaRPr sz="1500" dirty="0">
              <a:latin typeface="Times New Roman"/>
              <a:cs typeface="Times New Roman"/>
            </a:endParaRPr>
          </a:p>
          <a:p>
            <a:pPr marL="60960" marR="22860" indent="774065" algn="just">
              <a:lnSpc>
                <a:spcPct val="103800"/>
              </a:lnSpc>
              <a:spcBef>
                <a:spcPts val="5"/>
              </a:spcBef>
            </a:pPr>
            <a:r>
              <a:rPr sz="1200" spc="-5" dirty="0">
                <a:latin typeface="Times New Roman"/>
                <a:cs typeface="Times New Roman"/>
              </a:rPr>
              <a:t>Android, the leading mobile </a:t>
            </a:r>
            <a:r>
              <a:rPr sz="1200" dirty="0">
                <a:latin typeface="Times New Roman"/>
                <a:cs typeface="Times New Roman"/>
              </a:rPr>
              <a:t>operating </a:t>
            </a:r>
            <a:r>
              <a:rPr sz="1200" spc="-5" dirty="0">
                <a:latin typeface="Times New Roman"/>
                <a:cs typeface="Times New Roman"/>
              </a:rPr>
              <a:t>system </a:t>
            </a:r>
            <a:r>
              <a:rPr sz="1200" spc="-15" dirty="0">
                <a:latin typeface="Times New Roman"/>
                <a:cs typeface="Times New Roman"/>
              </a:rPr>
              <a:t>globally, </a:t>
            </a:r>
            <a:r>
              <a:rPr sz="1200" spc="-5" dirty="0">
                <a:latin typeface="Times New Roman"/>
                <a:cs typeface="Times New Roman"/>
              </a:rPr>
              <a:t>is used </a:t>
            </a:r>
            <a:r>
              <a:rPr sz="1200" dirty="0">
                <a:latin typeface="Times New Roman"/>
                <a:cs typeface="Times New Roman"/>
              </a:rPr>
              <a:t>by </a:t>
            </a:r>
            <a:r>
              <a:rPr sz="1200" spc="-5" dirty="0">
                <a:latin typeface="Times New Roman"/>
                <a:cs typeface="Times New Roman"/>
              </a:rPr>
              <a:t>a </a:t>
            </a:r>
            <a:r>
              <a:rPr sz="1200" dirty="0">
                <a:latin typeface="Times New Roman"/>
                <a:cs typeface="Times New Roman"/>
              </a:rPr>
              <a:t>diverse </a:t>
            </a:r>
            <a:r>
              <a:rPr sz="1200" spc="-5" dirty="0">
                <a:latin typeface="Times New Roman"/>
                <a:cs typeface="Times New Roman"/>
              </a:rPr>
              <a:t>range </a:t>
            </a:r>
            <a:r>
              <a:rPr sz="1200" dirty="0">
                <a:latin typeface="Times New Roman"/>
                <a:cs typeface="Times New Roman"/>
              </a:rPr>
              <a:t>of </a:t>
            </a:r>
            <a:r>
              <a:rPr sz="1200" spc="-5" dirty="0">
                <a:latin typeface="Times New Roman"/>
                <a:cs typeface="Times New Roman"/>
              </a:rPr>
              <a:t>people for </a:t>
            </a:r>
            <a:r>
              <a:rPr sz="1200" dirty="0">
                <a:latin typeface="Times New Roman"/>
                <a:cs typeface="Times New Roman"/>
              </a:rPr>
              <a:t> </a:t>
            </a:r>
            <a:r>
              <a:rPr sz="1200" spc="-5" dirty="0">
                <a:latin typeface="Times New Roman"/>
                <a:cs typeface="Times New Roman"/>
              </a:rPr>
              <a:t>various purposes. This </a:t>
            </a:r>
            <a:r>
              <a:rPr sz="1200" dirty="0">
                <a:latin typeface="Times New Roman"/>
                <a:cs typeface="Times New Roman"/>
              </a:rPr>
              <a:t>summary </a:t>
            </a:r>
            <a:r>
              <a:rPr sz="1200" spc="-5" dirty="0">
                <a:latin typeface="Times New Roman"/>
                <a:cs typeface="Times New Roman"/>
              </a:rPr>
              <a:t>examines how </a:t>
            </a:r>
            <a:r>
              <a:rPr sz="1200" spc="-10" dirty="0">
                <a:latin typeface="Times New Roman"/>
                <a:cs typeface="Times New Roman"/>
              </a:rPr>
              <a:t>different </a:t>
            </a:r>
            <a:r>
              <a:rPr sz="1200" spc="-5" dirty="0">
                <a:latin typeface="Times New Roman"/>
                <a:cs typeface="Times New Roman"/>
              </a:rPr>
              <a:t>demographics </a:t>
            </a:r>
            <a:r>
              <a:rPr sz="1200" dirty="0">
                <a:latin typeface="Times New Roman"/>
                <a:cs typeface="Times New Roman"/>
              </a:rPr>
              <a:t>utilize </a:t>
            </a:r>
            <a:r>
              <a:rPr sz="1200" spc="-5" dirty="0">
                <a:latin typeface="Times New Roman"/>
                <a:cs typeface="Times New Roman"/>
              </a:rPr>
              <a:t>Android phones, highlighting </a:t>
            </a:r>
            <a:r>
              <a:rPr sz="1200" dirty="0">
                <a:latin typeface="Times New Roman"/>
                <a:cs typeface="Times New Roman"/>
              </a:rPr>
              <a:t> Key</a:t>
            </a:r>
            <a:r>
              <a:rPr sz="1200" spc="-25" dirty="0">
                <a:latin typeface="Times New Roman"/>
                <a:cs typeface="Times New Roman"/>
              </a:rPr>
              <a:t> </a:t>
            </a:r>
            <a:r>
              <a:rPr sz="1200" spc="-5" dirty="0">
                <a:latin typeface="Times New Roman"/>
                <a:cs typeface="Times New Roman"/>
              </a:rPr>
              <a:t>usage patterns,</a:t>
            </a:r>
            <a:r>
              <a:rPr sz="1200" dirty="0">
                <a:latin typeface="Times New Roman"/>
                <a:cs typeface="Times New Roman"/>
              </a:rPr>
              <a:t> </a:t>
            </a:r>
            <a:r>
              <a:rPr sz="1200" spc="-5" dirty="0">
                <a:latin typeface="Times New Roman"/>
                <a:cs typeface="Times New Roman"/>
              </a:rPr>
              <a:t>preferences.</a:t>
            </a:r>
            <a:endParaRPr sz="1200" dirty="0">
              <a:latin typeface="Times New Roman"/>
              <a:cs typeface="Times New Roman"/>
            </a:endParaRPr>
          </a:p>
          <a:p>
            <a:pPr>
              <a:lnSpc>
                <a:spcPct val="100000"/>
              </a:lnSpc>
              <a:spcBef>
                <a:spcPts val="40"/>
              </a:spcBef>
            </a:pPr>
            <a:endParaRPr sz="1300" dirty="0">
              <a:latin typeface="Times New Roman"/>
              <a:cs typeface="Times New Roman"/>
            </a:endParaRPr>
          </a:p>
          <a:p>
            <a:pPr marL="12700" marR="24130" indent="268605">
              <a:lnSpc>
                <a:spcPts val="1380"/>
              </a:lnSpc>
            </a:pPr>
            <a:r>
              <a:rPr sz="1200" spc="-20" dirty="0">
                <a:latin typeface="Times New Roman"/>
                <a:cs typeface="Times New Roman"/>
              </a:rPr>
              <a:t>In</a:t>
            </a:r>
            <a:r>
              <a:rPr sz="1200" spc="10" dirty="0">
                <a:latin typeface="Times New Roman"/>
                <a:cs typeface="Times New Roman"/>
              </a:rPr>
              <a:t> </a:t>
            </a:r>
            <a:r>
              <a:rPr sz="1200" spc="-5" dirty="0">
                <a:latin typeface="Times New Roman"/>
                <a:cs typeface="Times New Roman"/>
              </a:rPr>
              <a:t>today's</a:t>
            </a:r>
            <a:r>
              <a:rPr sz="1200" spc="5" dirty="0">
                <a:latin typeface="Times New Roman"/>
                <a:cs typeface="Times New Roman"/>
              </a:rPr>
              <a:t> </a:t>
            </a:r>
            <a:r>
              <a:rPr sz="1200" spc="-5" dirty="0">
                <a:latin typeface="Times New Roman"/>
                <a:cs typeface="Times New Roman"/>
              </a:rPr>
              <a:t>interconnected</a:t>
            </a:r>
            <a:r>
              <a:rPr sz="1200" spc="15" dirty="0">
                <a:latin typeface="Times New Roman"/>
                <a:cs typeface="Times New Roman"/>
              </a:rPr>
              <a:t> </a:t>
            </a:r>
            <a:r>
              <a:rPr sz="1200" spc="-5" dirty="0">
                <a:latin typeface="Times New Roman"/>
                <a:cs typeface="Times New Roman"/>
              </a:rPr>
              <a:t>world,</a:t>
            </a:r>
            <a:r>
              <a:rPr sz="1200" spc="5" dirty="0">
                <a:latin typeface="Times New Roman"/>
                <a:cs typeface="Times New Roman"/>
              </a:rPr>
              <a:t> </a:t>
            </a:r>
            <a:r>
              <a:rPr sz="1200" spc="-5" dirty="0">
                <a:latin typeface="Times New Roman"/>
                <a:cs typeface="Times New Roman"/>
              </a:rPr>
              <a:t>Android</a:t>
            </a:r>
            <a:r>
              <a:rPr sz="1200" spc="15" dirty="0">
                <a:latin typeface="Times New Roman"/>
                <a:cs typeface="Times New Roman"/>
              </a:rPr>
              <a:t> </a:t>
            </a:r>
            <a:r>
              <a:rPr sz="1200" dirty="0">
                <a:latin typeface="Times New Roman"/>
                <a:cs typeface="Times New Roman"/>
              </a:rPr>
              <a:t>phones</a:t>
            </a:r>
            <a:r>
              <a:rPr sz="1200" spc="5" dirty="0">
                <a:latin typeface="Times New Roman"/>
                <a:cs typeface="Times New Roman"/>
              </a:rPr>
              <a:t> </a:t>
            </a:r>
            <a:r>
              <a:rPr sz="1200" spc="-5" dirty="0">
                <a:latin typeface="Times New Roman"/>
                <a:cs typeface="Times New Roman"/>
              </a:rPr>
              <a:t>have</a:t>
            </a:r>
            <a:r>
              <a:rPr sz="1200" spc="5" dirty="0">
                <a:latin typeface="Times New Roman"/>
                <a:cs typeface="Times New Roman"/>
              </a:rPr>
              <a:t> </a:t>
            </a:r>
            <a:r>
              <a:rPr sz="1200" spc="-5" dirty="0">
                <a:latin typeface="Times New Roman"/>
                <a:cs typeface="Times New Roman"/>
              </a:rPr>
              <a:t>become</a:t>
            </a:r>
            <a:r>
              <a:rPr sz="1200" spc="15" dirty="0">
                <a:latin typeface="Times New Roman"/>
                <a:cs typeface="Times New Roman"/>
              </a:rPr>
              <a:t> </a:t>
            </a:r>
            <a:r>
              <a:rPr sz="1200" spc="-5" dirty="0">
                <a:latin typeface="Times New Roman"/>
                <a:cs typeface="Times New Roman"/>
              </a:rPr>
              <a:t>indispensable</a:t>
            </a:r>
            <a:r>
              <a:rPr sz="1200" spc="10" dirty="0">
                <a:latin typeface="Times New Roman"/>
                <a:cs typeface="Times New Roman"/>
              </a:rPr>
              <a:t> </a:t>
            </a:r>
            <a:r>
              <a:rPr sz="1200" spc="-5" dirty="0">
                <a:latin typeface="Times New Roman"/>
                <a:cs typeface="Times New Roman"/>
              </a:rPr>
              <a:t>tools</a:t>
            </a:r>
            <a:r>
              <a:rPr sz="1200" spc="20" dirty="0">
                <a:latin typeface="Times New Roman"/>
                <a:cs typeface="Times New Roman"/>
              </a:rPr>
              <a:t> </a:t>
            </a:r>
            <a:r>
              <a:rPr sz="1200" spc="-5" dirty="0">
                <a:latin typeface="Times New Roman"/>
                <a:cs typeface="Times New Roman"/>
              </a:rPr>
              <a:t>not</a:t>
            </a:r>
            <a:r>
              <a:rPr sz="1200" spc="35" dirty="0">
                <a:latin typeface="Times New Roman"/>
                <a:cs typeface="Times New Roman"/>
              </a:rPr>
              <a:t> </a:t>
            </a:r>
            <a:r>
              <a:rPr sz="1200" dirty="0">
                <a:latin typeface="Times New Roman"/>
                <a:cs typeface="Times New Roman"/>
              </a:rPr>
              <a:t>only</a:t>
            </a:r>
            <a:r>
              <a:rPr sz="1200" spc="-10" dirty="0">
                <a:latin typeface="Times New Roman"/>
                <a:cs typeface="Times New Roman"/>
              </a:rPr>
              <a:t> </a:t>
            </a:r>
            <a:r>
              <a:rPr sz="1200" spc="-5" dirty="0">
                <a:latin typeface="Times New Roman"/>
                <a:cs typeface="Times New Roman"/>
              </a:rPr>
              <a:t>for</a:t>
            </a:r>
            <a:r>
              <a:rPr sz="1200" spc="15" dirty="0">
                <a:latin typeface="Times New Roman"/>
                <a:cs typeface="Times New Roman"/>
              </a:rPr>
              <a:t> </a:t>
            </a:r>
            <a:r>
              <a:rPr sz="1200" spc="-5" dirty="0">
                <a:latin typeface="Times New Roman"/>
                <a:cs typeface="Times New Roman"/>
              </a:rPr>
              <a:t>personal </a:t>
            </a:r>
            <a:r>
              <a:rPr sz="1200" dirty="0">
                <a:latin typeface="Times New Roman"/>
                <a:cs typeface="Times New Roman"/>
              </a:rPr>
              <a:t> </a:t>
            </a:r>
            <a:r>
              <a:rPr sz="1200" spc="-5" dirty="0">
                <a:latin typeface="Times New Roman"/>
                <a:cs typeface="Times New Roman"/>
              </a:rPr>
              <a:t>communication</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entertainment</a:t>
            </a:r>
            <a:r>
              <a:rPr sz="1200" spc="5" dirty="0">
                <a:latin typeface="Times New Roman"/>
                <a:cs typeface="Times New Roman"/>
              </a:rPr>
              <a:t> </a:t>
            </a:r>
            <a:r>
              <a:rPr sz="1200" spc="-5" dirty="0">
                <a:latin typeface="Times New Roman"/>
                <a:cs typeface="Times New Roman"/>
              </a:rPr>
              <a:t>but</a:t>
            </a:r>
            <a:r>
              <a:rPr sz="1200" spc="10" dirty="0">
                <a:latin typeface="Times New Roman"/>
                <a:cs typeface="Times New Roman"/>
              </a:rPr>
              <a:t> </a:t>
            </a:r>
            <a:r>
              <a:rPr sz="1200" spc="-5" dirty="0">
                <a:latin typeface="Times New Roman"/>
                <a:cs typeface="Times New Roman"/>
              </a:rPr>
              <a:t>also</a:t>
            </a:r>
            <a:r>
              <a:rPr sz="1200" spc="10"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dirty="0">
                <a:latin typeface="Times New Roman"/>
                <a:cs typeface="Times New Roman"/>
              </a:rPr>
              <a:t>community</a:t>
            </a:r>
            <a:r>
              <a:rPr sz="1200" spc="-30" dirty="0">
                <a:latin typeface="Times New Roman"/>
                <a:cs typeface="Times New Roman"/>
              </a:rPr>
              <a:t> </a:t>
            </a:r>
            <a:r>
              <a:rPr sz="1200" dirty="0">
                <a:latin typeface="Times New Roman"/>
                <a:cs typeface="Times New Roman"/>
              </a:rPr>
              <a:t>service</a:t>
            </a:r>
            <a:r>
              <a:rPr sz="1200" spc="2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social</a:t>
            </a:r>
            <a:r>
              <a:rPr sz="1200" spc="5" dirty="0">
                <a:latin typeface="Times New Roman"/>
                <a:cs typeface="Times New Roman"/>
              </a:rPr>
              <a:t> </a:t>
            </a:r>
            <a:r>
              <a:rPr sz="1200" spc="-5" dirty="0">
                <a:latin typeface="Times New Roman"/>
                <a:cs typeface="Times New Roman"/>
              </a:rPr>
              <a:t>impact.</a:t>
            </a:r>
            <a:r>
              <a:rPr sz="1200" spc="10" dirty="0">
                <a:latin typeface="Times New Roman"/>
                <a:cs typeface="Times New Roman"/>
              </a:rPr>
              <a:t> </a:t>
            </a:r>
            <a:r>
              <a:rPr sz="1200" spc="-5" dirty="0">
                <a:latin typeface="Times New Roman"/>
                <a:cs typeface="Times New Roman"/>
              </a:rPr>
              <a:t>These</a:t>
            </a:r>
            <a:r>
              <a:rPr sz="1200" spc="5" dirty="0">
                <a:latin typeface="Times New Roman"/>
                <a:cs typeface="Times New Roman"/>
              </a:rPr>
              <a:t> </a:t>
            </a:r>
            <a:r>
              <a:rPr sz="1200"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powered </a:t>
            </a:r>
            <a:r>
              <a:rPr sz="1200" spc="-285"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Android</a:t>
            </a:r>
            <a:r>
              <a:rPr sz="1200" spc="5" dirty="0">
                <a:latin typeface="Times New Roman"/>
                <a:cs typeface="Times New Roman"/>
              </a:rPr>
              <a:t> </a:t>
            </a:r>
            <a:r>
              <a:rPr sz="1200" spc="-5" dirty="0">
                <a:latin typeface="Times New Roman"/>
                <a:cs typeface="Times New Roman"/>
              </a:rPr>
              <a:t>operating</a:t>
            </a:r>
            <a:r>
              <a:rPr sz="1200" spc="5" dirty="0">
                <a:latin typeface="Times New Roman"/>
                <a:cs typeface="Times New Roman"/>
              </a:rPr>
              <a:t> </a:t>
            </a:r>
            <a:r>
              <a:rPr sz="1200" spc="-5" dirty="0">
                <a:latin typeface="Times New Roman"/>
                <a:cs typeface="Times New Roman"/>
              </a:rPr>
              <a:t>system,</a:t>
            </a:r>
            <a:r>
              <a:rPr sz="1200" spc="5" dirty="0">
                <a:latin typeface="Times New Roman"/>
                <a:cs typeface="Times New Roman"/>
              </a:rPr>
              <a:t> </a:t>
            </a:r>
            <a:r>
              <a:rPr sz="1200" dirty="0">
                <a:latin typeface="Times New Roman"/>
                <a:cs typeface="Times New Roman"/>
              </a:rPr>
              <a:t>have</a:t>
            </a:r>
            <a:r>
              <a:rPr sz="1200" spc="5" dirty="0">
                <a:latin typeface="Times New Roman"/>
                <a:cs typeface="Times New Roman"/>
              </a:rPr>
              <a:t> </a:t>
            </a:r>
            <a:r>
              <a:rPr sz="1200" spc="-5" dirty="0">
                <a:latin typeface="Times New Roman"/>
                <a:cs typeface="Times New Roman"/>
              </a:rPr>
              <a:t>democratized</a:t>
            </a:r>
            <a:r>
              <a:rPr sz="1200" spc="5" dirty="0">
                <a:latin typeface="Times New Roman"/>
                <a:cs typeface="Times New Roman"/>
              </a:rPr>
              <a:t> </a:t>
            </a:r>
            <a:r>
              <a:rPr sz="1200" spc="-5" dirty="0">
                <a:latin typeface="Times New Roman"/>
                <a:cs typeface="Times New Roman"/>
              </a:rPr>
              <a:t>access</a:t>
            </a:r>
            <a:r>
              <a:rPr sz="1200" dirty="0">
                <a:latin typeface="Times New Roman"/>
                <a:cs typeface="Times New Roman"/>
              </a:rPr>
              <a:t> to </a:t>
            </a:r>
            <a:r>
              <a:rPr sz="1200" spc="-5" dirty="0">
                <a:latin typeface="Times New Roman"/>
                <a:cs typeface="Times New Roman"/>
              </a:rPr>
              <a:t>information,</a:t>
            </a:r>
            <a:r>
              <a:rPr sz="1200" spc="25" dirty="0">
                <a:latin typeface="Times New Roman"/>
                <a:cs typeface="Times New Roman"/>
              </a:rPr>
              <a:t> </a:t>
            </a:r>
            <a:r>
              <a:rPr sz="1200" spc="-5" dirty="0">
                <a:latin typeface="Times New Roman"/>
                <a:cs typeface="Times New Roman"/>
              </a:rPr>
              <a:t>resources,</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networks.</a:t>
            </a:r>
          </a:p>
          <a:p>
            <a:pPr>
              <a:lnSpc>
                <a:spcPct val="100000"/>
              </a:lnSpc>
              <a:spcBef>
                <a:spcPts val="25"/>
              </a:spcBef>
            </a:pPr>
            <a:endParaRPr sz="1200" dirty="0">
              <a:latin typeface="Times New Roman"/>
              <a:cs typeface="Times New Roman"/>
            </a:endParaRPr>
          </a:p>
          <a:p>
            <a:pPr marL="12700" marR="149860" indent="342900">
              <a:lnSpc>
                <a:spcPts val="1380"/>
              </a:lnSpc>
              <a:spcBef>
                <a:spcPts val="5"/>
              </a:spcBef>
            </a:pPr>
            <a:r>
              <a:rPr sz="1200" spc="-5" dirty="0">
                <a:latin typeface="Times New Roman"/>
                <a:cs typeface="Times New Roman"/>
              </a:rPr>
              <a:t>Understanding</a:t>
            </a:r>
            <a:r>
              <a:rPr sz="1200" spc="-10" dirty="0">
                <a:latin typeface="Times New Roman"/>
                <a:cs typeface="Times New Roman"/>
              </a:rPr>
              <a:t> </a:t>
            </a:r>
            <a:r>
              <a:rPr sz="1200" dirty="0">
                <a:latin typeface="Times New Roman"/>
                <a:cs typeface="Times New Roman"/>
              </a:rPr>
              <a:t>these </a:t>
            </a:r>
            <a:r>
              <a:rPr sz="1200" spc="-5" dirty="0">
                <a:latin typeface="Times New Roman"/>
                <a:cs typeface="Times New Roman"/>
              </a:rPr>
              <a:t>patterns</a:t>
            </a:r>
            <a:r>
              <a:rPr sz="1200" dirty="0">
                <a:latin typeface="Times New Roman"/>
                <a:cs typeface="Times New Roman"/>
              </a:rPr>
              <a:t> </a:t>
            </a:r>
            <a:r>
              <a:rPr sz="1200" spc="-5" dirty="0">
                <a:latin typeface="Times New Roman"/>
                <a:cs typeface="Times New Roman"/>
              </a:rPr>
              <a:t>highlights</a:t>
            </a:r>
            <a:r>
              <a:rPr sz="1200" spc="5" dirty="0">
                <a:latin typeface="Times New Roman"/>
                <a:cs typeface="Times New Roman"/>
              </a:rPr>
              <a:t> </a:t>
            </a:r>
            <a:r>
              <a:rPr sz="1200" dirty="0">
                <a:latin typeface="Times New Roman"/>
                <a:cs typeface="Times New Roman"/>
              </a:rPr>
              <a:t>the </a:t>
            </a:r>
            <a:r>
              <a:rPr sz="1200" spc="-5" dirty="0">
                <a:latin typeface="Times New Roman"/>
                <a:cs typeface="Times New Roman"/>
              </a:rPr>
              <a:t>significant</a:t>
            </a:r>
            <a:r>
              <a:rPr sz="1200" spc="15" dirty="0">
                <a:latin typeface="Times New Roman"/>
                <a:cs typeface="Times New Roman"/>
              </a:rPr>
              <a:t> </a:t>
            </a:r>
            <a:r>
              <a:rPr sz="1200" spc="-5" dirty="0">
                <a:latin typeface="Times New Roman"/>
                <a:cs typeface="Times New Roman"/>
              </a:rPr>
              <a:t>role</a:t>
            </a:r>
            <a:r>
              <a:rPr sz="120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Android</a:t>
            </a:r>
            <a:r>
              <a:rPr sz="1200" spc="5" dirty="0">
                <a:latin typeface="Times New Roman"/>
                <a:cs typeface="Times New Roman"/>
              </a:rPr>
              <a:t> </a:t>
            </a:r>
            <a:r>
              <a:rPr sz="1200" spc="-5" dirty="0">
                <a:latin typeface="Times New Roman"/>
                <a:cs typeface="Times New Roman"/>
              </a:rPr>
              <a:t>technology</a:t>
            </a:r>
            <a:r>
              <a:rPr sz="1200" spc="-20" dirty="0">
                <a:latin typeface="Times New Roman"/>
                <a:cs typeface="Times New Roman"/>
              </a:rPr>
              <a:t> </a:t>
            </a:r>
            <a:r>
              <a:rPr sz="1200" spc="-5" dirty="0">
                <a:latin typeface="Times New Roman"/>
                <a:cs typeface="Times New Roman"/>
              </a:rPr>
              <a:t>in</a:t>
            </a:r>
            <a:r>
              <a:rPr sz="1200" spc="5" dirty="0">
                <a:latin typeface="Times New Roman"/>
                <a:cs typeface="Times New Roman"/>
              </a:rPr>
              <a:t> </a:t>
            </a:r>
            <a:r>
              <a:rPr sz="1200" dirty="0">
                <a:latin typeface="Times New Roman"/>
                <a:cs typeface="Times New Roman"/>
              </a:rPr>
              <a:t>fostering </a:t>
            </a:r>
            <a:r>
              <a:rPr sz="1200" spc="5" dirty="0">
                <a:latin typeface="Times New Roman"/>
                <a:cs typeface="Times New Roman"/>
              </a:rPr>
              <a:t> </a:t>
            </a:r>
            <a:r>
              <a:rPr sz="1200" dirty="0">
                <a:latin typeface="Times New Roman"/>
                <a:cs typeface="Times New Roman"/>
              </a:rPr>
              <a:t>community</a:t>
            </a:r>
            <a:r>
              <a:rPr sz="1200" spc="-20" dirty="0">
                <a:latin typeface="Times New Roman"/>
                <a:cs typeface="Times New Roman"/>
              </a:rPr>
              <a:t> </a:t>
            </a:r>
            <a:r>
              <a:rPr sz="1200" spc="-5" dirty="0">
                <a:latin typeface="Times New Roman"/>
                <a:cs typeface="Times New Roman"/>
              </a:rPr>
              <a:t>engagement</a:t>
            </a:r>
            <a:r>
              <a:rPr sz="1200" spc="2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support,</a:t>
            </a:r>
            <a:r>
              <a:rPr sz="1200" spc="5" dirty="0">
                <a:latin typeface="Times New Roman"/>
                <a:cs typeface="Times New Roman"/>
              </a:rPr>
              <a:t> </a:t>
            </a:r>
            <a:r>
              <a:rPr sz="1200" spc="-5" dirty="0">
                <a:latin typeface="Times New Roman"/>
                <a:cs typeface="Times New Roman"/>
              </a:rPr>
              <a:t>showcasing</a:t>
            </a:r>
            <a:r>
              <a:rPr sz="1200" spc="10" dirty="0">
                <a:latin typeface="Times New Roman"/>
                <a:cs typeface="Times New Roman"/>
              </a:rPr>
              <a:t> </a:t>
            </a:r>
            <a:r>
              <a:rPr sz="1200" dirty="0">
                <a:latin typeface="Times New Roman"/>
                <a:cs typeface="Times New Roman"/>
              </a:rPr>
              <a:t>its</a:t>
            </a:r>
            <a:r>
              <a:rPr sz="1200" spc="5" dirty="0">
                <a:latin typeface="Times New Roman"/>
                <a:cs typeface="Times New Roman"/>
              </a:rPr>
              <a:t> </a:t>
            </a:r>
            <a:r>
              <a:rPr sz="1200" spc="-5" dirty="0">
                <a:latin typeface="Times New Roman"/>
                <a:cs typeface="Times New Roman"/>
              </a:rPr>
              <a:t>potential</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spc="-5" dirty="0">
                <a:latin typeface="Times New Roman"/>
                <a:cs typeface="Times New Roman"/>
              </a:rPr>
              <a:t>enhance</a:t>
            </a:r>
            <a:r>
              <a:rPr sz="1200" spc="5" dirty="0">
                <a:latin typeface="Times New Roman"/>
                <a:cs typeface="Times New Roman"/>
              </a:rPr>
              <a:t> </a:t>
            </a:r>
            <a:r>
              <a:rPr sz="1200" dirty="0">
                <a:latin typeface="Times New Roman"/>
                <a:cs typeface="Times New Roman"/>
              </a:rPr>
              <a:t>social</a:t>
            </a:r>
            <a:r>
              <a:rPr sz="1200" spc="5" dirty="0">
                <a:latin typeface="Times New Roman"/>
                <a:cs typeface="Times New Roman"/>
              </a:rPr>
              <a:t> </a:t>
            </a:r>
            <a:r>
              <a:rPr sz="1200" dirty="0">
                <a:latin typeface="Times New Roman"/>
                <a:cs typeface="Times New Roman"/>
              </a:rPr>
              <a:t>connectivity</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collective </a:t>
            </a:r>
            <a:r>
              <a:rPr sz="1200" spc="-285" dirty="0">
                <a:latin typeface="Times New Roman"/>
                <a:cs typeface="Times New Roman"/>
              </a:rPr>
              <a:t> </a:t>
            </a:r>
            <a:r>
              <a:rPr sz="1200" spc="-5" dirty="0">
                <a:latin typeface="Times New Roman"/>
                <a:cs typeface="Times New Roman"/>
              </a:rPr>
              <a:t>well-being.</a:t>
            </a:r>
            <a:r>
              <a:rPr sz="1200" dirty="0">
                <a:latin typeface="Times New Roman"/>
                <a:cs typeface="Times New Roman"/>
              </a:rPr>
              <a:t> </a:t>
            </a:r>
            <a:r>
              <a:rPr sz="1200" spc="-5" dirty="0">
                <a:latin typeface="Times New Roman"/>
                <a:cs typeface="Times New Roman"/>
              </a:rPr>
              <a:t>Empowering</a:t>
            </a:r>
            <a:r>
              <a:rPr sz="1200" spc="10" dirty="0">
                <a:latin typeface="Times New Roman"/>
                <a:cs typeface="Times New Roman"/>
              </a:rPr>
              <a:t> </a:t>
            </a:r>
            <a:r>
              <a:rPr sz="1200" spc="-5" dirty="0">
                <a:latin typeface="Times New Roman"/>
                <a:cs typeface="Times New Roman"/>
              </a:rPr>
              <a:t>individuals</a:t>
            </a:r>
            <a:r>
              <a:rPr sz="1200" spc="10" dirty="0">
                <a:latin typeface="Times New Roman"/>
                <a:cs typeface="Times New Roman"/>
              </a:rPr>
              <a:t> </a:t>
            </a:r>
            <a:r>
              <a:rPr sz="1200" spc="-5" dirty="0">
                <a:latin typeface="Times New Roman"/>
                <a:cs typeface="Times New Roman"/>
              </a:rPr>
              <a:t>from</a:t>
            </a:r>
            <a:r>
              <a:rPr sz="1200" spc="10" dirty="0">
                <a:latin typeface="Times New Roman"/>
                <a:cs typeface="Times New Roman"/>
              </a:rPr>
              <a:t> </a:t>
            </a:r>
            <a:r>
              <a:rPr sz="1200" spc="-5" dirty="0">
                <a:latin typeface="Times New Roman"/>
                <a:cs typeface="Times New Roman"/>
              </a:rPr>
              <a:t>diverse</a:t>
            </a:r>
            <a:r>
              <a:rPr sz="1200" spc="15" dirty="0">
                <a:latin typeface="Times New Roman"/>
                <a:cs typeface="Times New Roman"/>
              </a:rPr>
              <a:t> </a:t>
            </a:r>
            <a:r>
              <a:rPr sz="1200" spc="-5" dirty="0">
                <a:latin typeface="Times New Roman"/>
                <a:cs typeface="Times New Roman"/>
              </a:rPr>
              <a:t>backgrounds</a:t>
            </a:r>
            <a:r>
              <a:rPr sz="1200" spc="5" dirty="0">
                <a:latin typeface="Times New Roman"/>
                <a:cs typeface="Times New Roman"/>
              </a:rPr>
              <a:t> </a:t>
            </a:r>
            <a:r>
              <a:rPr sz="1200" spc="-5" dirty="0">
                <a:latin typeface="Times New Roman"/>
                <a:cs typeface="Times New Roman"/>
              </a:rPr>
              <a:t>to</a:t>
            </a:r>
            <a:r>
              <a:rPr sz="1200" spc="25" dirty="0">
                <a:latin typeface="Times New Roman"/>
                <a:cs typeface="Times New Roman"/>
              </a:rPr>
              <a:t> </a:t>
            </a:r>
            <a:r>
              <a:rPr sz="1200" spc="-5" dirty="0">
                <a:latin typeface="Times New Roman"/>
                <a:cs typeface="Times New Roman"/>
              </a:rPr>
              <a:t>engage</a:t>
            </a:r>
            <a:r>
              <a:rPr sz="1200" spc="5" dirty="0">
                <a:latin typeface="Times New Roman"/>
                <a:cs typeface="Times New Roman"/>
              </a:rPr>
              <a:t> in </a:t>
            </a:r>
            <a:r>
              <a:rPr sz="1200" spc="-5" dirty="0">
                <a:latin typeface="Times New Roman"/>
                <a:cs typeface="Times New Roman"/>
              </a:rPr>
              <a:t>meaningful</a:t>
            </a:r>
            <a:r>
              <a:rPr sz="1200" spc="10" dirty="0">
                <a:latin typeface="Times New Roman"/>
                <a:cs typeface="Times New Roman"/>
              </a:rPr>
              <a:t> </a:t>
            </a:r>
            <a:r>
              <a:rPr sz="1200" spc="-5" dirty="0">
                <a:latin typeface="Times New Roman"/>
                <a:cs typeface="Times New Roman"/>
              </a:rPr>
              <a:t>acts</a:t>
            </a:r>
            <a:r>
              <a:rPr sz="1200" spc="1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dirty="0">
                <a:latin typeface="Times New Roman"/>
                <a:cs typeface="Times New Roman"/>
              </a:rPr>
              <a:t>service </a:t>
            </a:r>
            <a:r>
              <a:rPr sz="1200" spc="5" dirty="0">
                <a:latin typeface="Times New Roman"/>
                <a:cs typeface="Times New Roman"/>
              </a:rPr>
              <a:t> </a:t>
            </a:r>
            <a:r>
              <a:rPr sz="1200" spc="-5" dirty="0">
                <a:latin typeface="Times New Roman"/>
                <a:cs typeface="Times New Roman"/>
              </a:rPr>
              <a:t>within</a:t>
            </a:r>
            <a:r>
              <a:rPr sz="1200" spc="-10" dirty="0">
                <a:latin typeface="Times New Roman"/>
                <a:cs typeface="Times New Roman"/>
              </a:rPr>
              <a:t> </a:t>
            </a:r>
            <a:r>
              <a:rPr sz="1200" spc="-5" dirty="0">
                <a:latin typeface="Times New Roman"/>
                <a:cs typeface="Times New Roman"/>
              </a:rPr>
              <a:t>their communities.</a:t>
            </a:r>
            <a:endParaRPr sz="1200" dirty="0">
              <a:latin typeface="Times New Roman"/>
              <a:cs typeface="Times New Roman"/>
            </a:endParaRPr>
          </a:p>
          <a:p>
            <a:pPr>
              <a:lnSpc>
                <a:spcPct val="100000"/>
              </a:lnSpc>
              <a:spcBef>
                <a:spcPts val="45"/>
              </a:spcBef>
            </a:pPr>
            <a:endParaRPr sz="1100" dirty="0">
              <a:latin typeface="Times New Roman"/>
              <a:cs typeface="Times New Roman"/>
            </a:endParaRPr>
          </a:p>
          <a:p>
            <a:pPr marL="1393825" algn="just">
              <a:lnSpc>
                <a:spcPct val="100000"/>
              </a:lnSpc>
            </a:pPr>
            <a:r>
              <a:rPr sz="1400" b="1" dirty="0">
                <a:latin typeface="Times New Roman"/>
                <a:cs typeface="Times New Roman"/>
              </a:rPr>
              <a:t>Importance</a:t>
            </a:r>
            <a:r>
              <a:rPr sz="1400" b="1" spc="-20" dirty="0">
                <a:latin typeface="Times New Roman"/>
                <a:cs typeface="Times New Roman"/>
              </a:rPr>
              <a:t> </a:t>
            </a:r>
            <a:r>
              <a:rPr sz="1400" b="1" dirty="0">
                <a:latin typeface="Times New Roman"/>
                <a:cs typeface="Times New Roman"/>
              </a:rPr>
              <a:t>of</a:t>
            </a:r>
            <a:r>
              <a:rPr sz="1400" b="1" spc="-70" dirty="0">
                <a:latin typeface="Times New Roman"/>
                <a:cs typeface="Times New Roman"/>
              </a:rPr>
              <a:t> </a:t>
            </a:r>
            <a:r>
              <a:rPr sz="1400" b="1" spc="-5" dirty="0">
                <a:latin typeface="Times New Roman"/>
                <a:cs typeface="Times New Roman"/>
              </a:rPr>
              <a:t>Android</a:t>
            </a:r>
            <a:r>
              <a:rPr sz="1400" b="1" spc="-10" dirty="0">
                <a:latin typeface="Times New Roman"/>
                <a:cs typeface="Times New Roman"/>
              </a:rPr>
              <a:t> </a:t>
            </a:r>
            <a:r>
              <a:rPr sz="1400" b="1" spc="-5" dirty="0">
                <a:latin typeface="Times New Roman"/>
                <a:cs typeface="Times New Roman"/>
              </a:rPr>
              <a:t>Phones</a:t>
            </a:r>
            <a:r>
              <a:rPr sz="1400" b="1" dirty="0">
                <a:latin typeface="Times New Roman"/>
                <a:cs typeface="Times New Roman"/>
              </a:rPr>
              <a:t> </a:t>
            </a:r>
            <a:r>
              <a:rPr sz="1400" b="1" spc="-5" dirty="0">
                <a:latin typeface="Times New Roman"/>
                <a:cs typeface="Times New Roman"/>
              </a:rPr>
              <a:t>in Community</a:t>
            </a:r>
            <a:r>
              <a:rPr sz="1400" b="1" dirty="0">
                <a:latin typeface="Times New Roman"/>
                <a:cs typeface="Times New Roman"/>
              </a:rPr>
              <a:t> </a:t>
            </a:r>
            <a:r>
              <a:rPr sz="1400" b="1" spc="-5" dirty="0">
                <a:latin typeface="Times New Roman"/>
                <a:cs typeface="Times New Roman"/>
              </a:rPr>
              <a:t>Service</a:t>
            </a:r>
            <a:endParaRPr sz="1400" dirty="0">
              <a:latin typeface="Times New Roman"/>
              <a:cs typeface="Times New Roman"/>
            </a:endParaRPr>
          </a:p>
          <a:p>
            <a:pPr marL="18415" marR="11430" indent="31750" algn="just">
              <a:lnSpc>
                <a:spcPct val="142600"/>
              </a:lnSpc>
              <a:spcBef>
                <a:spcPts val="944"/>
              </a:spcBef>
              <a:buSzPct val="91666"/>
              <a:buAutoNum type="arabicPeriod"/>
              <a:tabLst>
                <a:tab pos="165735" algn="l"/>
              </a:tabLst>
            </a:pPr>
            <a:r>
              <a:rPr sz="1200" b="1" spc="-5" dirty="0">
                <a:latin typeface="Times New Roman"/>
                <a:cs typeface="Times New Roman"/>
              </a:rPr>
              <a:t>Accessibility</a:t>
            </a:r>
            <a:r>
              <a:rPr sz="1200" spc="-5" dirty="0">
                <a:latin typeface="Times New Roman"/>
                <a:cs typeface="Times New Roman"/>
              </a:rPr>
              <a:t>: Android smartphones are </a:t>
            </a:r>
            <a:r>
              <a:rPr sz="1200" dirty="0">
                <a:latin typeface="Times New Roman"/>
                <a:cs typeface="Times New Roman"/>
              </a:rPr>
              <a:t>widely </a:t>
            </a:r>
            <a:r>
              <a:rPr sz="1200" spc="-5" dirty="0">
                <a:latin typeface="Times New Roman"/>
                <a:cs typeface="Times New Roman"/>
              </a:rPr>
              <a:t>accessible across different socioeconomic strata, offering a </a:t>
            </a:r>
            <a:r>
              <a:rPr sz="1200" dirty="0">
                <a:latin typeface="Times New Roman"/>
                <a:cs typeface="Times New Roman"/>
              </a:rPr>
              <a:t> </a:t>
            </a:r>
            <a:r>
              <a:rPr sz="1200" spc="-5" dirty="0">
                <a:latin typeface="Times New Roman"/>
                <a:cs typeface="Times New Roman"/>
              </a:rPr>
              <a:t>range of affordable options that cater to diverse budgets. This accessibility ensures that </a:t>
            </a:r>
            <a:r>
              <a:rPr sz="1200" dirty="0">
                <a:latin typeface="Times New Roman"/>
                <a:cs typeface="Times New Roman"/>
              </a:rPr>
              <a:t>community </a:t>
            </a:r>
            <a:r>
              <a:rPr sz="1200" spc="-5" dirty="0">
                <a:latin typeface="Times New Roman"/>
                <a:cs typeface="Times New Roman"/>
              </a:rPr>
              <a:t>service </a:t>
            </a:r>
            <a:r>
              <a:rPr sz="1200" dirty="0">
                <a:latin typeface="Times New Roman"/>
                <a:cs typeface="Times New Roman"/>
              </a:rPr>
              <a:t> </a:t>
            </a:r>
            <a:r>
              <a:rPr sz="1200" spc="-5" dirty="0">
                <a:latin typeface="Times New Roman"/>
                <a:cs typeface="Times New Roman"/>
              </a:rPr>
              <a:t>opportunities</a:t>
            </a:r>
            <a:r>
              <a:rPr sz="1200" spc="5" dirty="0">
                <a:latin typeface="Times New Roman"/>
                <a:cs typeface="Times New Roman"/>
              </a:rPr>
              <a:t> </a:t>
            </a:r>
            <a:r>
              <a:rPr sz="1200" spc="-5" dirty="0">
                <a:latin typeface="Times New Roman"/>
                <a:cs typeface="Times New Roman"/>
              </a:rPr>
              <a:t>can</a:t>
            </a:r>
            <a:r>
              <a:rPr sz="1200" spc="10" dirty="0">
                <a:latin typeface="Times New Roman"/>
                <a:cs typeface="Times New Roman"/>
              </a:rPr>
              <a:t> </a:t>
            </a:r>
            <a:r>
              <a:rPr sz="1200" spc="-5" dirty="0">
                <a:latin typeface="Times New Roman"/>
                <a:cs typeface="Times New Roman"/>
              </a:rPr>
              <a:t>be</a:t>
            </a:r>
            <a:r>
              <a:rPr sz="1200" spc="5" dirty="0">
                <a:latin typeface="Times New Roman"/>
                <a:cs typeface="Times New Roman"/>
              </a:rPr>
              <a:t> </a:t>
            </a:r>
            <a:r>
              <a:rPr sz="1200" spc="-5" dirty="0">
                <a:latin typeface="Times New Roman"/>
                <a:cs typeface="Times New Roman"/>
              </a:rPr>
              <a:t>accessed</a:t>
            </a:r>
            <a:r>
              <a:rPr sz="1200" spc="5" dirty="0">
                <a:latin typeface="Times New Roman"/>
                <a:cs typeface="Times New Roman"/>
              </a:rPr>
              <a:t> </a:t>
            </a:r>
            <a:r>
              <a:rPr sz="1200" dirty="0">
                <a:latin typeface="Times New Roman"/>
                <a:cs typeface="Times New Roman"/>
              </a:rPr>
              <a:t>by</a:t>
            </a:r>
            <a:r>
              <a:rPr sz="1200" spc="-5" dirty="0">
                <a:latin typeface="Times New Roman"/>
                <a:cs typeface="Times New Roman"/>
              </a:rPr>
              <a:t> a</a:t>
            </a:r>
            <a:r>
              <a:rPr sz="1200" spc="5" dirty="0">
                <a:latin typeface="Times New Roman"/>
                <a:cs typeface="Times New Roman"/>
              </a:rPr>
              <a:t> </a:t>
            </a:r>
            <a:r>
              <a:rPr sz="1200" spc="-5" dirty="0">
                <a:latin typeface="Times New Roman"/>
                <a:cs typeface="Times New Roman"/>
              </a:rPr>
              <a:t>broad</a:t>
            </a:r>
            <a:r>
              <a:rPr sz="1200" spc="10" dirty="0">
                <a:latin typeface="Times New Roman"/>
                <a:cs typeface="Times New Roman"/>
              </a:rPr>
              <a:t> </a:t>
            </a:r>
            <a:r>
              <a:rPr sz="1200" spc="-5" dirty="0">
                <a:latin typeface="Times New Roman"/>
                <a:cs typeface="Times New Roman"/>
              </a:rPr>
              <a:t>spectrum</a:t>
            </a:r>
            <a:r>
              <a:rPr sz="1200" spc="2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individuals,</a:t>
            </a:r>
            <a:r>
              <a:rPr sz="1200" spc="10" dirty="0">
                <a:latin typeface="Times New Roman"/>
                <a:cs typeface="Times New Roman"/>
              </a:rPr>
              <a:t> </a:t>
            </a:r>
            <a:r>
              <a:rPr sz="1200" spc="-5" dirty="0">
                <a:latin typeface="Times New Roman"/>
                <a:cs typeface="Times New Roman"/>
              </a:rPr>
              <a:t>irrespective</a:t>
            </a:r>
            <a:r>
              <a:rPr sz="1200" spc="5"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financial</a:t>
            </a:r>
            <a:r>
              <a:rPr sz="1200" spc="10" dirty="0">
                <a:latin typeface="Times New Roman"/>
                <a:cs typeface="Times New Roman"/>
              </a:rPr>
              <a:t> </a:t>
            </a:r>
            <a:r>
              <a:rPr sz="1200" spc="-5" dirty="0">
                <a:latin typeface="Times New Roman"/>
                <a:cs typeface="Times New Roman"/>
              </a:rPr>
              <a:t>means.</a:t>
            </a:r>
            <a:endParaRPr sz="1200" dirty="0">
              <a:latin typeface="Times New Roman"/>
              <a:cs typeface="Times New Roman"/>
            </a:endParaRPr>
          </a:p>
          <a:p>
            <a:pPr marL="18415" marR="5080" indent="31750" algn="just">
              <a:lnSpc>
                <a:spcPct val="142800"/>
              </a:lnSpc>
              <a:spcBef>
                <a:spcPts val="80"/>
              </a:spcBef>
              <a:buSzPct val="91666"/>
              <a:buAutoNum type="arabicPeriod"/>
              <a:tabLst>
                <a:tab pos="165735" algn="l"/>
              </a:tabLst>
            </a:pPr>
            <a:r>
              <a:rPr sz="1200" b="1" spc="-15" dirty="0">
                <a:latin typeface="Times New Roman"/>
                <a:cs typeface="Times New Roman"/>
              </a:rPr>
              <a:t>Versatility</a:t>
            </a:r>
            <a:r>
              <a:rPr sz="1200" spc="-15" dirty="0">
                <a:latin typeface="Times New Roman"/>
                <a:cs typeface="Times New Roman"/>
              </a:rPr>
              <a:t>: </a:t>
            </a:r>
            <a:r>
              <a:rPr sz="1200" spc="-5" dirty="0">
                <a:latin typeface="Times New Roman"/>
                <a:cs typeface="Times New Roman"/>
              </a:rPr>
              <a:t>The </a:t>
            </a:r>
            <a:r>
              <a:rPr sz="1200" dirty="0">
                <a:latin typeface="Times New Roman"/>
                <a:cs typeface="Times New Roman"/>
              </a:rPr>
              <a:t>versatility of </a:t>
            </a:r>
            <a:r>
              <a:rPr sz="1200" spc="-5" dirty="0">
                <a:latin typeface="Times New Roman"/>
                <a:cs typeface="Times New Roman"/>
              </a:rPr>
              <a:t>Android phones allows </a:t>
            </a:r>
            <a:r>
              <a:rPr sz="1200" dirty="0">
                <a:latin typeface="Times New Roman"/>
                <a:cs typeface="Times New Roman"/>
              </a:rPr>
              <a:t>users </a:t>
            </a:r>
            <a:r>
              <a:rPr sz="1200" spc="-5" dirty="0">
                <a:latin typeface="Times New Roman"/>
                <a:cs typeface="Times New Roman"/>
              </a:rPr>
              <a:t>to access a wide range </a:t>
            </a:r>
            <a:r>
              <a:rPr sz="1200" dirty="0">
                <a:latin typeface="Times New Roman"/>
                <a:cs typeface="Times New Roman"/>
              </a:rPr>
              <a:t>of </a:t>
            </a:r>
            <a:r>
              <a:rPr sz="1200" spc="-5" dirty="0">
                <a:latin typeface="Times New Roman"/>
                <a:cs typeface="Times New Roman"/>
              </a:rPr>
              <a:t>applications and </a:t>
            </a:r>
            <a:r>
              <a:rPr sz="1200" dirty="0">
                <a:latin typeface="Times New Roman"/>
                <a:cs typeface="Times New Roman"/>
              </a:rPr>
              <a:t> </a:t>
            </a:r>
            <a:r>
              <a:rPr sz="1200" spc="-5" dirty="0">
                <a:latin typeface="Times New Roman"/>
                <a:cs typeface="Times New Roman"/>
              </a:rPr>
              <a:t>services</a:t>
            </a:r>
            <a:r>
              <a:rPr sz="1200" dirty="0">
                <a:latin typeface="Times New Roman"/>
                <a:cs typeface="Times New Roman"/>
              </a:rPr>
              <a:t> </a:t>
            </a:r>
            <a:r>
              <a:rPr sz="1200" spc="-5" dirty="0">
                <a:latin typeface="Times New Roman"/>
                <a:cs typeface="Times New Roman"/>
              </a:rPr>
              <a:t>tailored</a:t>
            </a:r>
            <a:r>
              <a:rPr sz="1200" dirty="0">
                <a:latin typeface="Times New Roman"/>
                <a:cs typeface="Times New Roman"/>
              </a:rPr>
              <a:t> </a:t>
            </a:r>
            <a:r>
              <a:rPr sz="1200" spc="-5" dirty="0">
                <a:latin typeface="Times New Roman"/>
                <a:cs typeface="Times New Roman"/>
              </a:rPr>
              <a:t>to</a:t>
            </a:r>
            <a:r>
              <a:rPr sz="1200" dirty="0">
                <a:latin typeface="Times New Roman"/>
                <a:cs typeface="Times New Roman"/>
              </a:rPr>
              <a:t> </a:t>
            </a:r>
            <a:r>
              <a:rPr sz="1200" spc="-5" dirty="0">
                <a:latin typeface="Times New Roman"/>
                <a:cs typeface="Times New Roman"/>
              </a:rPr>
              <a:t>various</a:t>
            </a:r>
            <a:r>
              <a:rPr sz="1200" dirty="0">
                <a:latin typeface="Times New Roman"/>
                <a:cs typeface="Times New Roman"/>
              </a:rPr>
              <a:t> </a:t>
            </a:r>
            <a:r>
              <a:rPr sz="1200" spc="-5" dirty="0">
                <a:latin typeface="Times New Roman"/>
                <a:cs typeface="Times New Roman"/>
              </a:rPr>
              <a:t>aspects</a:t>
            </a:r>
            <a:r>
              <a:rPr sz="1200" dirty="0">
                <a:latin typeface="Times New Roman"/>
                <a:cs typeface="Times New Roman"/>
              </a:rPr>
              <a:t> of</a:t>
            </a:r>
            <a:r>
              <a:rPr sz="1200" spc="5" dirty="0">
                <a:latin typeface="Times New Roman"/>
                <a:cs typeface="Times New Roman"/>
              </a:rPr>
              <a:t> </a:t>
            </a:r>
            <a:r>
              <a:rPr sz="1200" dirty="0">
                <a:latin typeface="Times New Roman"/>
                <a:cs typeface="Times New Roman"/>
              </a:rPr>
              <a:t>community</a:t>
            </a:r>
            <a:r>
              <a:rPr sz="1200" spc="5" dirty="0">
                <a:latin typeface="Times New Roman"/>
                <a:cs typeface="Times New Roman"/>
              </a:rPr>
              <a:t> </a:t>
            </a:r>
            <a:r>
              <a:rPr sz="1200" spc="-5" dirty="0">
                <a:latin typeface="Times New Roman"/>
                <a:cs typeface="Times New Roman"/>
              </a:rPr>
              <a:t>service.</a:t>
            </a:r>
            <a:r>
              <a:rPr sz="1200" dirty="0">
                <a:latin typeface="Times New Roman"/>
                <a:cs typeface="Times New Roman"/>
              </a:rPr>
              <a:t> </a:t>
            </a:r>
            <a:r>
              <a:rPr sz="1200" spc="-5" dirty="0">
                <a:latin typeface="Times New Roman"/>
                <a:cs typeface="Times New Roman"/>
              </a:rPr>
              <a:t>From</a:t>
            </a:r>
            <a:r>
              <a:rPr sz="1200" dirty="0">
                <a:latin typeface="Times New Roman"/>
                <a:cs typeface="Times New Roman"/>
              </a:rPr>
              <a:t> </a:t>
            </a:r>
            <a:r>
              <a:rPr sz="1200" spc="-5" dirty="0">
                <a:latin typeface="Times New Roman"/>
                <a:cs typeface="Times New Roman"/>
              </a:rPr>
              <a:t>communication</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organization</a:t>
            </a:r>
            <a:r>
              <a:rPr sz="1200" dirty="0">
                <a:latin typeface="Times New Roman"/>
                <a:cs typeface="Times New Roman"/>
              </a:rPr>
              <a:t> </a:t>
            </a:r>
            <a:r>
              <a:rPr sz="1200" spc="-5" dirty="0">
                <a:latin typeface="Times New Roman"/>
                <a:cs typeface="Times New Roman"/>
              </a:rPr>
              <a:t>to </a:t>
            </a:r>
            <a:r>
              <a:rPr sz="1200" dirty="0">
                <a:latin typeface="Times New Roman"/>
                <a:cs typeface="Times New Roman"/>
              </a:rPr>
              <a:t> </a:t>
            </a:r>
            <a:r>
              <a:rPr sz="1200" spc="-5" dirty="0">
                <a:latin typeface="Times New Roman"/>
                <a:cs typeface="Times New Roman"/>
              </a:rPr>
              <a:t>fundraising</a:t>
            </a:r>
            <a:r>
              <a:rPr sz="1200" spc="-75" dirty="0">
                <a:latin typeface="Times New Roman"/>
                <a:cs typeface="Times New Roman"/>
              </a:rPr>
              <a:t> </a:t>
            </a:r>
            <a:r>
              <a:rPr sz="1200" spc="-5" dirty="0">
                <a:latin typeface="Times New Roman"/>
                <a:cs typeface="Times New Roman"/>
              </a:rPr>
              <a:t>and</a:t>
            </a:r>
            <a:r>
              <a:rPr sz="1200" spc="-60" dirty="0">
                <a:latin typeface="Times New Roman"/>
                <a:cs typeface="Times New Roman"/>
              </a:rPr>
              <a:t> </a:t>
            </a:r>
            <a:r>
              <a:rPr sz="1200" spc="-10" dirty="0">
                <a:latin typeface="Times New Roman"/>
                <a:cs typeface="Times New Roman"/>
              </a:rPr>
              <a:t>advocacy,</a:t>
            </a:r>
            <a:r>
              <a:rPr sz="1200" spc="-125" dirty="0">
                <a:latin typeface="Times New Roman"/>
                <a:cs typeface="Times New Roman"/>
              </a:rPr>
              <a:t> </a:t>
            </a:r>
            <a:r>
              <a:rPr sz="1200" spc="-5" dirty="0">
                <a:latin typeface="Times New Roman"/>
                <a:cs typeface="Times New Roman"/>
              </a:rPr>
              <a:t>Android</a:t>
            </a:r>
            <a:r>
              <a:rPr sz="1200" spc="-60" dirty="0">
                <a:latin typeface="Times New Roman"/>
                <a:cs typeface="Times New Roman"/>
              </a:rPr>
              <a:t> </a:t>
            </a:r>
            <a:r>
              <a:rPr sz="1200" spc="-5" dirty="0">
                <a:latin typeface="Times New Roman"/>
                <a:cs typeface="Times New Roman"/>
              </a:rPr>
              <a:t>apps</a:t>
            </a:r>
            <a:r>
              <a:rPr sz="1200" spc="-60" dirty="0">
                <a:latin typeface="Times New Roman"/>
                <a:cs typeface="Times New Roman"/>
              </a:rPr>
              <a:t> </a:t>
            </a:r>
            <a:r>
              <a:rPr sz="1200" spc="-10" dirty="0">
                <a:latin typeface="Times New Roman"/>
                <a:cs typeface="Times New Roman"/>
              </a:rPr>
              <a:t>offer</a:t>
            </a:r>
            <a:r>
              <a:rPr sz="1200" spc="-60" dirty="0">
                <a:latin typeface="Times New Roman"/>
                <a:cs typeface="Times New Roman"/>
              </a:rPr>
              <a:t> </a:t>
            </a:r>
            <a:r>
              <a:rPr sz="1200" spc="-5" dirty="0">
                <a:latin typeface="Times New Roman"/>
                <a:cs typeface="Times New Roman"/>
              </a:rPr>
              <a:t>diverse</a:t>
            </a:r>
            <a:r>
              <a:rPr sz="1200" spc="-65" dirty="0">
                <a:latin typeface="Times New Roman"/>
                <a:cs typeface="Times New Roman"/>
              </a:rPr>
              <a:t> </a:t>
            </a:r>
            <a:r>
              <a:rPr sz="1200" spc="-5" dirty="0">
                <a:latin typeface="Times New Roman"/>
                <a:cs typeface="Times New Roman"/>
              </a:rPr>
              <a:t>functionalities</a:t>
            </a:r>
            <a:r>
              <a:rPr sz="1200" spc="-55" dirty="0">
                <a:latin typeface="Times New Roman"/>
                <a:cs typeface="Times New Roman"/>
              </a:rPr>
              <a:t> </a:t>
            </a:r>
            <a:r>
              <a:rPr sz="1200" spc="-5" dirty="0">
                <a:latin typeface="Times New Roman"/>
                <a:cs typeface="Times New Roman"/>
              </a:rPr>
              <a:t>that</a:t>
            </a:r>
            <a:r>
              <a:rPr sz="1200" spc="-60" dirty="0">
                <a:latin typeface="Times New Roman"/>
                <a:cs typeface="Times New Roman"/>
              </a:rPr>
              <a:t> </a:t>
            </a:r>
            <a:r>
              <a:rPr sz="1200" spc="-5" dirty="0">
                <a:latin typeface="Times New Roman"/>
                <a:cs typeface="Times New Roman"/>
              </a:rPr>
              <a:t>support</a:t>
            </a:r>
            <a:r>
              <a:rPr sz="1200" spc="-55" dirty="0">
                <a:latin typeface="Times New Roman"/>
                <a:cs typeface="Times New Roman"/>
              </a:rPr>
              <a:t> </a:t>
            </a:r>
            <a:r>
              <a:rPr sz="1200" spc="-5" dirty="0">
                <a:latin typeface="Times New Roman"/>
                <a:cs typeface="Times New Roman"/>
              </a:rPr>
              <a:t>different</a:t>
            </a:r>
            <a:r>
              <a:rPr sz="1200" spc="-60" dirty="0">
                <a:latin typeface="Times New Roman"/>
                <a:cs typeface="Times New Roman"/>
              </a:rPr>
              <a:t> </a:t>
            </a:r>
            <a:r>
              <a:rPr sz="1200" spc="-5" dirty="0">
                <a:latin typeface="Times New Roman"/>
                <a:cs typeface="Times New Roman"/>
              </a:rPr>
              <a:t>forms</a:t>
            </a:r>
            <a:r>
              <a:rPr sz="1200" spc="-50" dirty="0">
                <a:latin typeface="Times New Roman"/>
                <a:cs typeface="Times New Roman"/>
              </a:rPr>
              <a:t> </a:t>
            </a:r>
            <a:r>
              <a:rPr sz="1200" spc="-5" dirty="0">
                <a:latin typeface="Times New Roman"/>
                <a:cs typeface="Times New Roman"/>
              </a:rPr>
              <a:t>of</a:t>
            </a:r>
            <a:r>
              <a:rPr sz="1200" spc="-60" dirty="0">
                <a:latin typeface="Times New Roman"/>
                <a:cs typeface="Times New Roman"/>
              </a:rPr>
              <a:t> </a:t>
            </a:r>
            <a:r>
              <a:rPr sz="1200" dirty="0">
                <a:latin typeface="Times New Roman"/>
                <a:cs typeface="Times New Roman"/>
              </a:rPr>
              <a:t>community </a:t>
            </a:r>
            <a:r>
              <a:rPr sz="1200" spc="-290" dirty="0">
                <a:latin typeface="Times New Roman"/>
                <a:cs typeface="Times New Roman"/>
              </a:rPr>
              <a:t> </a:t>
            </a:r>
            <a:r>
              <a:rPr sz="1200" spc="-5" dirty="0">
                <a:latin typeface="Times New Roman"/>
                <a:cs typeface="Times New Roman"/>
              </a:rPr>
              <a:t>engagement.</a:t>
            </a:r>
            <a:endParaRPr sz="1200" dirty="0">
              <a:latin typeface="Times New Roman"/>
              <a:cs typeface="Times New Roman"/>
            </a:endParaRPr>
          </a:p>
          <a:p>
            <a:pPr marL="18415" marR="8255" indent="31750" algn="just">
              <a:lnSpc>
                <a:spcPct val="142500"/>
              </a:lnSpc>
              <a:spcBef>
                <a:spcPts val="85"/>
              </a:spcBef>
              <a:buSzPct val="91666"/>
              <a:buAutoNum type="arabicPeriod"/>
              <a:tabLst>
                <a:tab pos="165735" algn="l"/>
              </a:tabLst>
            </a:pPr>
            <a:r>
              <a:rPr sz="1200" b="1" spc="-5" dirty="0">
                <a:latin typeface="Times New Roman"/>
                <a:cs typeface="Times New Roman"/>
              </a:rPr>
              <a:t>Connectivity</a:t>
            </a:r>
            <a:r>
              <a:rPr sz="1200" spc="-5" dirty="0">
                <a:latin typeface="Times New Roman"/>
                <a:cs typeface="Times New Roman"/>
              </a:rPr>
              <a:t>: Android phones facilitate seamless communication and</a:t>
            </a:r>
            <a:r>
              <a:rPr sz="1200" spc="290" dirty="0">
                <a:latin typeface="Times New Roman"/>
                <a:cs typeface="Times New Roman"/>
              </a:rPr>
              <a:t> </a:t>
            </a:r>
            <a:r>
              <a:rPr sz="1200" spc="-5" dirty="0">
                <a:latin typeface="Times New Roman"/>
                <a:cs typeface="Times New Roman"/>
              </a:rPr>
              <a:t>collaboration, enabling individuals </a:t>
            </a:r>
            <a:r>
              <a:rPr sz="1200" dirty="0">
                <a:latin typeface="Times New Roman"/>
                <a:cs typeface="Times New Roman"/>
              </a:rPr>
              <a:t> </a:t>
            </a:r>
            <a:r>
              <a:rPr sz="1200" spc="-5" dirty="0">
                <a:latin typeface="Times New Roman"/>
                <a:cs typeface="Times New Roman"/>
              </a:rPr>
              <a:t>to coordinate volunteer efforts, share information, and mobilize resources within their communities. Social </a:t>
            </a:r>
            <a:r>
              <a:rPr sz="1200" dirty="0">
                <a:latin typeface="Times New Roman"/>
                <a:cs typeface="Times New Roman"/>
              </a:rPr>
              <a:t> </a:t>
            </a:r>
            <a:r>
              <a:rPr sz="1200" spc="-5" dirty="0">
                <a:latin typeface="Times New Roman"/>
                <a:cs typeface="Times New Roman"/>
              </a:rPr>
              <a:t>media</a:t>
            </a:r>
            <a:r>
              <a:rPr sz="1200" dirty="0">
                <a:latin typeface="Times New Roman"/>
                <a:cs typeface="Times New Roman"/>
              </a:rPr>
              <a:t> </a:t>
            </a:r>
            <a:r>
              <a:rPr sz="1200" spc="-5" dirty="0">
                <a:latin typeface="Times New Roman"/>
                <a:cs typeface="Times New Roman"/>
              </a:rPr>
              <a:t>platforms,</a:t>
            </a:r>
            <a:r>
              <a:rPr sz="1200" dirty="0">
                <a:latin typeface="Times New Roman"/>
                <a:cs typeface="Times New Roman"/>
              </a:rPr>
              <a:t> </a:t>
            </a:r>
            <a:r>
              <a:rPr sz="1200" spc="-5" dirty="0">
                <a:latin typeface="Times New Roman"/>
                <a:cs typeface="Times New Roman"/>
              </a:rPr>
              <a:t>messaging</a:t>
            </a:r>
            <a:r>
              <a:rPr sz="1200" dirty="0">
                <a:latin typeface="Times New Roman"/>
                <a:cs typeface="Times New Roman"/>
              </a:rPr>
              <a:t> </a:t>
            </a:r>
            <a:r>
              <a:rPr sz="1200" spc="-5" dirty="0">
                <a:latin typeface="Times New Roman"/>
                <a:cs typeface="Times New Roman"/>
              </a:rPr>
              <a:t>apps,</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collaborative</a:t>
            </a:r>
            <a:r>
              <a:rPr sz="1200" dirty="0">
                <a:latin typeface="Times New Roman"/>
                <a:cs typeface="Times New Roman"/>
              </a:rPr>
              <a:t> </a:t>
            </a:r>
            <a:r>
              <a:rPr sz="1200" spc="-5" dirty="0">
                <a:latin typeface="Times New Roman"/>
                <a:cs typeface="Times New Roman"/>
              </a:rPr>
              <a:t>tools</a:t>
            </a:r>
            <a:r>
              <a:rPr sz="1200" dirty="0">
                <a:latin typeface="Times New Roman"/>
                <a:cs typeface="Times New Roman"/>
              </a:rPr>
              <a:t> </a:t>
            </a:r>
            <a:r>
              <a:rPr sz="1200" spc="-5" dirty="0">
                <a:latin typeface="Times New Roman"/>
                <a:cs typeface="Times New Roman"/>
              </a:rPr>
              <a:t>empower</a:t>
            </a:r>
            <a:r>
              <a:rPr sz="1200" dirty="0">
                <a:latin typeface="Times New Roman"/>
                <a:cs typeface="Times New Roman"/>
              </a:rPr>
              <a:t> users</a:t>
            </a:r>
            <a:r>
              <a:rPr sz="1200" spc="5" dirty="0">
                <a:latin typeface="Times New Roman"/>
                <a:cs typeface="Times New Roman"/>
              </a:rPr>
              <a:t> </a:t>
            </a:r>
            <a:r>
              <a:rPr sz="1200" spc="-5" dirty="0">
                <a:latin typeface="Times New Roman"/>
                <a:cs typeface="Times New Roman"/>
              </a:rPr>
              <a:t>to</a:t>
            </a:r>
            <a:r>
              <a:rPr sz="1200" dirty="0">
                <a:latin typeface="Times New Roman"/>
                <a:cs typeface="Times New Roman"/>
              </a:rPr>
              <a:t> </a:t>
            </a:r>
            <a:r>
              <a:rPr sz="1200" spc="-5" dirty="0">
                <a:latin typeface="Times New Roman"/>
                <a:cs typeface="Times New Roman"/>
              </a:rPr>
              <a:t>connect</a:t>
            </a:r>
            <a:r>
              <a:rPr sz="1200" dirty="0">
                <a:latin typeface="Times New Roman"/>
                <a:cs typeface="Times New Roman"/>
              </a:rPr>
              <a:t> </a:t>
            </a:r>
            <a:r>
              <a:rPr sz="1200" spc="-5" dirty="0">
                <a:latin typeface="Times New Roman"/>
                <a:cs typeface="Times New Roman"/>
              </a:rPr>
              <a:t>with</a:t>
            </a:r>
            <a:r>
              <a:rPr sz="1200" dirty="0">
                <a:latin typeface="Times New Roman"/>
                <a:cs typeface="Times New Roman"/>
              </a:rPr>
              <a:t> like-minded </a:t>
            </a:r>
            <a:r>
              <a:rPr sz="1200" spc="5" dirty="0">
                <a:latin typeface="Times New Roman"/>
                <a:cs typeface="Times New Roman"/>
              </a:rPr>
              <a:t> </a:t>
            </a:r>
            <a:r>
              <a:rPr sz="1200" spc="-5" dirty="0">
                <a:latin typeface="Times New Roman"/>
                <a:cs typeface="Times New Roman"/>
              </a:rPr>
              <a:t>individuals</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organizations,</a:t>
            </a:r>
            <a:r>
              <a:rPr sz="1200" spc="5" dirty="0">
                <a:latin typeface="Times New Roman"/>
                <a:cs typeface="Times New Roman"/>
              </a:rPr>
              <a:t> </a:t>
            </a:r>
            <a:r>
              <a:rPr sz="1200" spc="-5" dirty="0">
                <a:latin typeface="Times New Roman"/>
                <a:cs typeface="Times New Roman"/>
              </a:rPr>
              <a:t>amplifying</a:t>
            </a:r>
            <a:r>
              <a:rPr sz="1200" spc="-1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impact</a:t>
            </a:r>
            <a:r>
              <a:rPr sz="1200" spc="5"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collective</a:t>
            </a:r>
            <a:r>
              <a:rPr sz="1200" dirty="0">
                <a:latin typeface="Times New Roman"/>
                <a:cs typeface="Times New Roman"/>
              </a:rPr>
              <a:t> </a:t>
            </a:r>
            <a:r>
              <a:rPr sz="1200" spc="-5" dirty="0">
                <a:latin typeface="Times New Roman"/>
                <a:cs typeface="Times New Roman"/>
              </a:rPr>
              <a:t>efforts.</a:t>
            </a:r>
            <a:endParaRPr sz="1200" dirty="0">
              <a:latin typeface="Times New Roman"/>
              <a:cs typeface="Times New Roman"/>
            </a:endParaRPr>
          </a:p>
          <a:p>
            <a:pPr marL="18415" marR="8890" indent="31750" algn="just">
              <a:lnSpc>
                <a:spcPct val="142500"/>
              </a:lnSpc>
              <a:spcBef>
                <a:spcPts val="95"/>
              </a:spcBef>
              <a:buSzPct val="91666"/>
              <a:buAutoNum type="arabicPeriod"/>
              <a:tabLst>
                <a:tab pos="165735" algn="l"/>
              </a:tabLst>
            </a:pPr>
            <a:r>
              <a:rPr sz="1200" b="1" spc="-5" dirty="0">
                <a:latin typeface="Times New Roman"/>
                <a:cs typeface="Times New Roman"/>
              </a:rPr>
              <a:t>Information Access</a:t>
            </a:r>
            <a:r>
              <a:rPr sz="1200" spc="-5" dirty="0">
                <a:latin typeface="Times New Roman"/>
                <a:cs typeface="Times New Roman"/>
              </a:rPr>
              <a:t>: Android devices provide instant access to information and </a:t>
            </a:r>
            <a:r>
              <a:rPr sz="1200" dirty="0">
                <a:latin typeface="Times New Roman"/>
                <a:cs typeface="Times New Roman"/>
              </a:rPr>
              <a:t>resources </a:t>
            </a:r>
            <a:r>
              <a:rPr sz="1200" spc="-5" dirty="0">
                <a:latin typeface="Times New Roman"/>
                <a:cs typeface="Times New Roman"/>
              </a:rPr>
              <a:t>relevant to </a:t>
            </a:r>
            <a:r>
              <a:rPr sz="1200" dirty="0">
                <a:latin typeface="Times New Roman"/>
                <a:cs typeface="Times New Roman"/>
              </a:rPr>
              <a:t> community</a:t>
            </a:r>
            <a:r>
              <a:rPr sz="1200" spc="-75" dirty="0">
                <a:latin typeface="Times New Roman"/>
                <a:cs typeface="Times New Roman"/>
              </a:rPr>
              <a:t> </a:t>
            </a:r>
            <a:r>
              <a:rPr sz="1200" spc="-5" dirty="0">
                <a:latin typeface="Times New Roman"/>
                <a:cs typeface="Times New Roman"/>
              </a:rPr>
              <a:t>service</a:t>
            </a:r>
            <a:r>
              <a:rPr sz="1200" spc="-40" dirty="0">
                <a:latin typeface="Times New Roman"/>
                <a:cs typeface="Times New Roman"/>
              </a:rPr>
              <a:t> </a:t>
            </a:r>
            <a:r>
              <a:rPr sz="1200" spc="-5" dirty="0">
                <a:latin typeface="Times New Roman"/>
                <a:cs typeface="Times New Roman"/>
              </a:rPr>
              <a:t>initiatives.</a:t>
            </a:r>
            <a:r>
              <a:rPr sz="1200" spc="-40" dirty="0">
                <a:latin typeface="Times New Roman"/>
                <a:cs typeface="Times New Roman"/>
              </a:rPr>
              <a:t> </a:t>
            </a:r>
            <a:r>
              <a:rPr sz="1200" spc="-5" dirty="0">
                <a:latin typeface="Times New Roman"/>
                <a:cs typeface="Times New Roman"/>
              </a:rPr>
              <a:t>Users</a:t>
            </a:r>
            <a:r>
              <a:rPr sz="1200" spc="-35" dirty="0">
                <a:latin typeface="Times New Roman"/>
                <a:cs typeface="Times New Roman"/>
              </a:rPr>
              <a:t> </a:t>
            </a:r>
            <a:r>
              <a:rPr sz="1200" spc="-5" dirty="0">
                <a:latin typeface="Times New Roman"/>
                <a:cs typeface="Times New Roman"/>
              </a:rPr>
              <a:t>can</a:t>
            </a:r>
            <a:r>
              <a:rPr sz="1200" spc="-35" dirty="0">
                <a:latin typeface="Times New Roman"/>
                <a:cs typeface="Times New Roman"/>
              </a:rPr>
              <a:t> </a:t>
            </a:r>
            <a:r>
              <a:rPr sz="1200" spc="-5" dirty="0">
                <a:latin typeface="Times New Roman"/>
                <a:cs typeface="Times New Roman"/>
              </a:rPr>
              <a:t>leverage</a:t>
            </a:r>
            <a:r>
              <a:rPr sz="1200" spc="-35" dirty="0">
                <a:latin typeface="Times New Roman"/>
                <a:cs typeface="Times New Roman"/>
              </a:rPr>
              <a:t> </a:t>
            </a:r>
            <a:r>
              <a:rPr sz="1200" spc="-5" dirty="0">
                <a:latin typeface="Times New Roman"/>
                <a:cs typeface="Times New Roman"/>
              </a:rPr>
              <a:t>search</a:t>
            </a:r>
            <a:r>
              <a:rPr sz="1200" spc="-40" dirty="0">
                <a:latin typeface="Times New Roman"/>
                <a:cs typeface="Times New Roman"/>
              </a:rPr>
              <a:t> </a:t>
            </a:r>
            <a:r>
              <a:rPr sz="1200" spc="-5" dirty="0">
                <a:latin typeface="Times New Roman"/>
                <a:cs typeface="Times New Roman"/>
              </a:rPr>
              <a:t>engines,</a:t>
            </a:r>
            <a:r>
              <a:rPr sz="1200" spc="-30" dirty="0">
                <a:latin typeface="Times New Roman"/>
                <a:cs typeface="Times New Roman"/>
              </a:rPr>
              <a:t> </a:t>
            </a:r>
            <a:r>
              <a:rPr sz="1200" spc="-5" dirty="0">
                <a:latin typeface="Times New Roman"/>
                <a:cs typeface="Times New Roman"/>
              </a:rPr>
              <a:t>news</a:t>
            </a:r>
            <a:r>
              <a:rPr sz="1200" spc="-35" dirty="0">
                <a:latin typeface="Times New Roman"/>
                <a:cs typeface="Times New Roman"/>
              </a:rPr>
              <a:t> </a:t>
            </a:r>
            <a:r>
              <a:rPr sz="1200" spc="-5" dirty="0">
                <a:latin typeface="Times New Roman"/>
                <a:cs typeface="Times New Roman"/>
              </a:rPr>
              <a:t>apps,</a:t>
            </a:r>
            <a:r>
              <a:rPr sz="1200" spc="-30"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5" dirty="0">
                <a:latin typeface="Times New Roman"/>
                <a:cs typeface="Times New Roman"/>
              </a:rPr>
              <a:t>educational</a:t>
            </a:r>
            <a:r>
              <a:rPr sz="1200" spc="-40" dirty="0">
                <a:latin typeface="Times New Roman"/>
                <a:cs typeface="Times New Roman"/>
              </a:rPr>
              <a:t> </a:t>
            </a:r>
            <a:r>
              <a:rPr sz="1200" spc="-5" dirty="0">
                <a:latin typeface="Times New Roman"/>
                <a:cs typeface="Times New Roman"/>
              </a:rPr>
              <a:t>resources</a:t>
            </a:r>
            <a:r>
              <a:rPr sz="1200" spc="-35" dirty="0">
                <a:latin typeface="Times New Roman"/>
                <a:cs typeface="Times New Roman"/>
              </a:rPr>
              <a:t> </a:t>
            </a:r>
            <a:r>
              <a:rPr sz="1200" spc="-5" dirty="0">
                <a:latin typeface="Times New Roman"/>
                <a:cs typeface="Times New Roman"/>
              </a:rPr>
              <a:t>to</a:t>
            </a:r>
            <a:r>
              <a:rPr sz="1200" spc="-30" dirty="0">
                <a:latin typeface="Times New Roman"/>
                <a:cs typeface="Times New Roman"/>
              </a:rPr>
              <a:t> </a:t>
            </a:r>
            <a:r>
              <a:rPr sz="1200" spc="-5" dirty="0">
                <a:latin typeface="Times New Roman"/>
                <a:cs typeface="Times New Roman"/>
              </a:rPr>
              <a:t>stay </a:t>
            </a:r>
            <a:r>
              <a:rPr sz="1200" spc="-290" dirty="0">
                <a:latin typeface="Times New Roman"/>
                <a:cs typeface="Times New Roman"/>
              </a:rPr>
              <a:t> </a:t>
            </a:r>
            <a:r>
              <a:rPr sz="1200" spc="-5" dirty="0">
                <a:latin typeface="Times New Roman"/>
                <a:cs typeface="Times New Roman"/>
              </a:rPr>
              <a:t>informed about local issues, volunteer </a:t>
            </a:r>
            <a:r>
              <a:rPr sz="1200" dirty="0">
                <a:latin typeface="Times New Roman"/>
                <a:cs typeface="Times New Roman"/>
              </a:rPr>
              <a:t>opportunities, </a:t>
            </a:r>
            <a:r>
              <a:rPr sz="1200" spc="-5" dirty="0">
                <a:latin typeface="Times New Roman"/>
                <a:cs typeface="Times New Roman"/>
              </a:rPr>
              <a:t>and </a:t>
            </a:r>
            <a:r>
              <a:rPr sz="1200" dirty="0">
                <a:latin typeface="Times New Roman"/>
                <a:cs typeface="Times New Roman"/>
              </a:rPr>
              <a:t>social </a:t>
            </a:r>
            <a:r>
              <a:rPr sz="1200" spc="-5" dirty="0">
                <a:latin typeface="Times New Roman"/>
                <a:cs typeface="Times New Roman"/>
              </a:rPr>
              <a:t>causes, empowering them to </a:t>
            </a:r>
            <a:r>
              <a:rPr sz="1200" dirty="0">
                <a:latin typeface="Times New Roman"/>
                <a:cs typeface="Times New Roman"/>
              </a:rPr>
              <a:t>make </a:t>
            </a:r>
            <a:r>
              <a:rPr sz="1200" spc="-5" dirty="0">
                <a:latin typeface="Times New Roman"/>
                <a:cs typeface="Times New Roman"/>
              </a:rPr>
              <a:t>informed </a:t>
            </a:r>
            <a:r>
              <a:rPr sz="1200" dirty="0">
                <a:latin typeface="Times New Roman"/>
                <a:cs typeface="Times New Roman"/>
              </a:rPr>
              <a:t> </a:t>
            </a:r>
            <a:r>
              <a:rPr sz="1200" spc="-5" dirty="0">
                <a:latin typeface="Times New Roman"/>
                <a:cs typeface="Times New Roman"/>
              </a:rPr>
              <a:t>decisions</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take meaningful</a:t>
            </a:r>
            <a:r>
              <a:rPr sz="1200" dirty="0">
                <a:latin typeface="Times New Roman"/>
                <a:cs typeface="Times New Roman"/>
              </a:rPr>
              <a:t> </a:t>
            </a:r>
            <a:r>
              <a:rPr sz="1200" spc="-5" dirty="0">
                <a:latin typeface="Times New Roman"/>
                <a:cs typeface="Times New Roman"/>
              </a:rPr>
              <a:t>action.</a:t>
            </a:r>
            <a:endParaRPr sz="1200" dirty="0">
              <a:latin typeface="Times New Roman"/>
              <a:cs typeface="Times New Roman"/>
            </a:endParaRPr>
          </a:p>
          <a:p>
            <a:pPr marL="18415" marR="9525" indent="31750" algn="just">
              <a:lnSpc>
                <a:spcPct val="142800"/>
              </a:lnSpc>
              <a:spcBef>
                <a:spcPts val="80"/>
              </a:spcBef>
              <a:buSzPct val="91666"/>
              <a:buAutoNum type="arabicPeriod"/>
              <a:tabLst>
                <a:tab pos="165735" algn="l"/>
              </a:tabLst>
            </a:pPr>
            <a:r>
              <a:rPr sz="1200" b="1" spc="-5" dirty="0">
                <a:latin typeface="Times New Roman"/>
                <a:cs typeface="Times New Roman"/>
              </a:rPr>
              <a:t>Digital Innovation</a:t>
            </a:r>
            <a:r>
              <a:rPr sz="1200" spc="-5" dirty="0">
                <a:latin typeface="Times New Roman"/>
                <a:cs typeface="Times New Roman"/>
              </a:rPr>
              <a:t>: Android </a:t>
            </a:r>
            <a:r>
              <a:rPr sz="1200" dirty="0">
                <a:latin typeface="Times New Roman"/>
                <a:cs typeface="Times New Roman"/>
              </a:rPr>
              <a:t>technology continues </a:t>
            </a:r>
            <a:r>
              <a:rPr sz="1200" spc="-5" dirty="0">
                <a:latin typeface="Times New Roman"/>
                <a:cs typeface="Times New Roman"/>
              </a:rPr>
              <a:t>to drive digital </a:t>
            </a:r>
            <a:r>
              <a:rPr sz="1200" dirty="0">
                <a:latin typeface="Times New Roman"/>
                <a:cs typeface="Times New Roman"/>
              </a:rPr>
              <a:t>innovation </a:t>
            </a:r>
            <a:r>
              <a:rPr sz="1200" spc="-5" dirty="0">
                <a:latin typeface="Times New Roman"/>
                <a:cs typeface="Times New Roman"/>
              </a:rPr>
              <a:t>in the realm of </a:t>
            </a:r>
            <a:r>
              <a:rPr sz="1200" dirty="0">
                <a:latin typeface="Times New Roman"/>
                <a:cs typeface="Times New Roman"/>
              </a:rPr>
              <a:t>community </a:t>
            </a:r>
            <a:r>
              <a:rPr sz="1200" spc="5" dirty="0">
                <a:latin typeface="Times New Roman"/>
                <a:cs typeface="Times New Roman"/>
              </a:rPr>
              <a:t> </a:t>
            </a:r>
            <a:r>
              <a:rPr sz="1200" spc="-5" dirty="0">
                <a:latin typeface="Times New Roman"/>
                <a:cs typeface="Times New Roman"/>
              </a:rPr>
              <a:t>service, with developers creating new apps and </a:t>
            </a:r>
            <a:r>
              <a:rPr sz="1200" dirty="0">
                <a:latin typeface="Times New Roman"/>
                <a:cs typeface="Times New Roman"/>
              </a:rPr>
              <a:t>solutions </a:t>
            </a:r>
            <a:r>
              <a:rPr sz="1200" spc="-5" dirty="0">
                <a:latin typeface="Times New Roman"/>
                <a:cs typeface="Times New Roman"/>
              </a:rPr>
              <a:t>to address emerging challenges and opportunities. </a:t>
            </a:r>
            <a:r>
              <a:rPr sz="1200" dirty="0">
                <a:latin typeface="Times New Roman"/>
                <a:cs typeface="Times New Roman"/>
              </a:rPr>
              <a:t> </a:t>
            </a:r>
            <a:r>
              <a:rPr sz="1200" spc="-5" dirty="0">
                <a:latin typeface="Times New Roman"/>
                <a:cs typeface="Times New Roman"/>
              </a:rPr>
              <a:t>From crowdsourcing platforms to donation portals, Android apps </a:t>
            </a:r>
            <a:r>
              <a:rPr sz="1200" dirty="0">
                <a:latin typeface="Times New Roman"/>
                <a:cs typeface="Times New Roman"/>
              </a:rPr>
              <a:t>harness </a:t>
            </a:r>
            <a:r>
              <a:rPr sz="1200" spc="-5" dirty="0">
                <a:latin typeface="Times New Roman"/>
                <a:cs typeface="Times New Roman"/>
              </a:rPr>
              <a:t>the power </a:t>
            </a:r>
            <a:r>
              <a:rPr sz="1200" dirty="0">
                <a:latin typeface="Times New Roman"/>
                <a:cs typeface="Times New Roman"/>
              </a:rPr>
              <a:t>of technology </a:t>
            </a:r>
            <a:r>
              <a:rPr sz="1200" spc="-5" dirty="0">
                <a:latin typeface="Times New Roman"/>
                <a:cs typeface="Times New Roman"/>
              </a:rPr>
              <a:t>to catalyze </a:t>
            </a:r>
            <a:r>
              <a:rPr sz="1200" spc="-285" dirty="0">
                <a:latin typeface="Times New Roman"/>
                <a:cs typeface="Times New Roman"/>
              </a:rPr>
              <a:t> </a:t>
            </a:r>
            <a:r>
              <a:rPr sz="1200" spc="-5" dirty="0">
                <a:latin typeface="Times New Roman"/>
                <a:cs typeface="Times New Roman"/>
              </a:rPr>
              <a:t>social</a:t>
            </a:r>
            <a:r>
              <a:rPr sz="1200" dirty="0">
                <a:latin typeface="Times New Roman"/>
                <a:cs typeface="Times New Roman"/>
              </a:rPr>
              <a:t> </a:t>
            </a:r>
            <a:r>
              <a:rPr sz="1200" spc="-5" dirty="0">
                <a:latin typeface="Times New Roman"/>
                <a:cs typeface="Times New Roman"/>
              </a:rPr>
              <a:t>change</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address</a:t>
            </a:r>
            <a:r>
              <a:rPr sz="1200" dirty="0">
                <a:latin typeface="Times New Roman"/>
                <a:cs typeface="Times New Roman"/>
              </a:rPr>
              <a:t> </a:t>
            </a:r>
            <a:r>
              <a:rPr sz="1200" spc="-5" dirty="0">
                <a:latin typeface="Times New Roman"/>
                <a:cs typeface="Times New Roman"/>
              </a:rPr>
              <a:t>pressing</a:t>
            </a:r>
            <a:r>
              <a:rPr sz="1200" dirty="0">
                <a:latin typeface="Times New Roman"/>
                <a:cs typeface="Times New Roman"/>
              </a:rPr>
              <a:t> </a:t>
            </a:r>
            <a:r>
              <a:rPr sz="1200" spc="-5" dirty="0">
                <a:latin typeface="Times New Roman"/>
                <a:cs typeface="Times New Roman"/>
              </a:rPr>
              <a:t>community</a:t>
            </a:r>
            <a:r>
              <a:rPr sz="1200" spc="-25" dirty="0">
                <a:latin typeface="Times New Roman"/>
                <a:cs typeface="Times New Roman"/>
              </a:rPr>
              <a:t> </a:t>
            </a:r>
            <a:r>
              <a:rPr sz="1200" spc="-5" dirty="0">
                <a:latin typeface="Times New Roman"/>
                <a:cs typeface="Times New Roman"/>
              </a:rPr>
              <a:t>needs.</a:t>
            </a:r>
            <a:endParaRPr sz="1200" dirty="0">
              <a:latin typeface="Times New Roman"/>
              <a:cs typeface="Times New Roman"/>
            </a:endParaRPr>
          </a:p>
          <a:p>
            <a:pPr marL="186690" algn="ctr">
              <a:lnSpc>
                <a:spcPct val="100000"/>
              </a:lnSpc>
              <a:spcBef>
                <a:spcPts val="725"/>
              </a:spcBef>
            </a:pPr>
            <a:endParaRPr sz="1200" dirty="0">
              <a:latin typeface="Times New Roman"/>
              <a:cs typeface="Times New Roman"/>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4" name="TextBox 3">
            <a:extLst>
              <a:ext uri="{FF2B5EF4-FFF2-40B4-BE49-F238E27FC236}">
                <a16:creationId xmlns:a16="http://schemas.microsoft.com/office/drawing/2014/main" id="{1B7254A9-3C60-CB32-6380-5E277240AD53}"/>
              </a:ext>
            </a:extLst>
          </p:cNvPr>
          <p:cNvSpPr txBox="1"/>
          <p:nvPr/>
        </p:nvSpPr>
        <p:spPr>
          <a:xfrm>
            <a:off x="3809476" y="9766358"/>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6</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2054" y="1391829"/>
            <a:ext cx="6342380" cy="3159198"/>
          </a:xfrm>
          <a:prstGeom prst="rect">
            <a:avLst/>
          </a:prstGeom>
        </p:spPr>
        <p:txBody>
          <a:bodyPr vert="horz" wrap="square" lIns="0" tIns="12065" rIns="0" bIns="0" rtlCol="0">
            <a:spAutoFit/>
          </a:bodyPr>
          <a:lstStyle/>
          <a:p>
            <a:pPr marR="113664" algn="ctr">
              <a:lnSpc>
                <a:spcPct val="100000"/>
              </a:lnSpc>
              <a:spcBef>
                <a:spcPts val="95"/>
              </a:spcBef>
            </a:pPr>
            <a:r>
              <a:rPr sz="1200" b="1" spc="-5" dirty="0">
                <a:latin typeface="Times New Roman"/>
                <a:cs typeface="Times New Roman"/>
              </a:rPr>
              <a:t>CHAPTER</a:t>
            </a:r>
            <a:r>
              <a:rPr sz="1200" b="1" dirty="0">
                <a:latin typeface="Times New Roman"/>
                <a:cs typeface="Times New Roman"/>
              </a:rPr>
              <a:t> </a:t>
            </a:r>
            <a:r>
              <a:rPr sz="1200" b="1" spc="-5" dirty="0">
                <a:latin typeface="Times New Roman"/>
                <a:cs typeface="Times New Roman"/>
              </a:rPr>
              <a:t>2: </a:t>
            </a:r>
            <a:r>
              <a:rPr sz="1200" b="1" spc="-10" dirty="0">
                <a:latin typeface="Times New Roman"/>
                <a:cs typeface="Times New Roman"/>
              </a:rPr>
              <a:t>OVERVIEW</a:t>
            </a:r>
            <a:r>
              <a:rPr sz="1200" b="1" spc="-20" dirty="0">
                <a:latin typeface="Times New Roman"/>
                <a:cs typeface="Times New Roman"/>
              </a:rPr>
              <a:t> </a:t>
            </a:r>
            <a:r>
              <a:rPr sz="1200" b="1" spc="-5" dirty="0">
                <a:latin typeface="Times New Roman"/>
                <a:cs typeface="Times New Roman"/>
              </a:rPr>
              <a:t>OF</a:t>
            </a:r>
            <a:r>
              <a:rPr sz="1200" b="1" spc="-80" dirty="0">
                <a:latin typeface="Times New Roman"/>
                <a:cs typeface="Times New Roman"/>
              </a:rPr>
              <a:t> </a:t>
            </a:r>
            <a:r>
              <a:rPr sz="1200" b="1" spc="-5"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COMMUNITY</a:t>
            </a:r>
            <a:endParaRPr sz="1200" dirty="0">
              <a:latin typeface="Times New Roman"/>
              <a:cs typeface="Times New Roman"/>
            </a:endParaRPr>
          </a:p>
          <a:p>
            <a:pPr>
              <a:lnSpc>
                <a:spcPct val="100000"/>
              </a:lnSpc>
              <a:spcBef>
                <a:spcPts val="20"/>
              </a:spcBef>
            </a:pPr>
            <a:endParaRPr sz="1150" dirty="0">
              <a:latin typeface="Times New Roman"/>
              <a:cs typeface="Times New Roman"/>
            </a:endParaRPr>
          </a:p>
          <a:p>
            <a:pPr marR="89535" algn="ctr">
              <a:lnSpc>
                <a:spcPct val="100000"/>
              </a:lnSpc>
            </a:pPr>
            <a:r>
              <a:rPr sz="1400" b="1" spc="-5" dirty="0">
                <a:latin typeface="Times New Roman"/>
                <a:cs typeface="Times New Roman"/>
              </a:rPr>
              <a:t>Objectives</a:t>
            </a:r>
            <a:endParaRPr sz="1400" dirty="0">
              <a:latin typeface="Times New Roman"/>
              <a:cs typeface="Times New Roman"/>
            </a:endParaRPr>
          </a:p>
          <a:p>
            <a:pPr>
              <a:lnSpc>
                <a:spcPct val="100000"/>
              </a:lnSpc>
              <a:spcBef>
                <a:spcPts val="10"/>
              </a:spcBef>
            </a:pPr>
            <a:endParaRPr sz="1300" dirty="0">
              <a:latin typeface="Times New Roman"/>
              <a:cs typeface="Times New Roman"/>
            </a:endParaRPr>
          </a:p>
          <a:p>
            <a:pPr marL="169545" marR="313055" indent="-169545">
              <a:lnSpc>
                <a:spcPts val="1390"/>
              </a:lnSpc>
              <a:buFont typeface="Times New Roman"/>
              <a:buAutoNum type="arabicPeriod"/>
              <a:tabLst>
                <a:tab pos="169545" algn="l"/>
              </a:tabLst>
            </a:pPr>
            <a:r>
              <a:rPr sz="1200" b="1" spc="-5" dirty="0">
                <a:latin typeface="Times New Roman"/>
                <a:cs typeface="Times New Roman"/>
              </a:rPr>
              <a:t>Identify</a:t>
            </a:r>
            <a:r>
              <a:rPr sz="1200" b="1" spc="5" dirty="0">
                <a:latin typeface="Times New Roman"/>
                <a:cs typeface="Times New Roman"/>
              </a:rPr>
              <a:t> </a:t>
            </a:r>
            <a:r>
              <a:rPr sz="1200" b="1" spc="-5" dirty="0">
                <a:latin typeface="Times New Roman"/>
                <a:cs typeface="Times New Roman"/>
              </a:rPr>
              <a:t>Usage</a:t>
            </a:r>
            <a:r>
              <a:rPr sz="1200" b="1" spc="5" dirty="0">
                <a:latin typeface="Times New Roman"/>
                <a:cs typeface="Times New Roman"/>
              </a:rPr>
              <a:t> </a:t>
            </a:r>
            <a:r>
              <a:rPr sz="1200" b="1" spc="-5" dirty="0">
                <a:latin typeface="Times New Roman"/>
                <a:cs typeface="Times New Roman"/>
              </a:rPr>
              <a:t>Patterns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Understand</a:t>
            </a:r>
            <a:r>
              <a:rPr sz="1200" spc="10" dirty="0">
                <a:latin typeface="Times New Roman"/>
                <a:cs typeface="Times New Roman"/>
              </a:rPr>
              <a:t> </a:t>
            </a:r>
            <a:r>
              <a:rPr sz="1200" spc="-5" dirty="0">
                <a:latin typeface="Times New Roman"/>
                <a:cs typeface="Times New Roman"/>
              </a:rPr>
              <a:t>how</a:t>
            </a:r>
            <a:r>
              <a:rPr sz="1200" spc="10" dirty="0">
                <a:latin typeface="Times New Roman"/>
                <a:cs typeface="Times New Roman"/>
              </a:rPr>
              <a:t> </a:t>
            </a:r>
            <a:r>
              <a:rPr sz="1200" dirty="0">
                <a:latin typeface="Times New Roman"/>
                <a:cs typeface="Times New Roman"/>
              </a:rPr>
              <a:t>various</a:t>
            </a:r>
            <a:r>
              <a:rPr sz="1200" spc="5" dirty="0">
                <a:latin typeface="Times New Roman"/>
                <a:cs typeface="Times New Roman"/>
              </a:rPr>
              <a:t> </a:t>
            </a:r>
            <a:r>
              <a:rPr sz="1200" spc="-5" dirty="0">
                <a:latin typeface="Times New Roman"/>
                <a:cs typeface="Times New Roman"/>
              </a:rPr>
              <a:t>demographic</a:t>
            </a:r>
            <a:r>
              <a:rPr sz="1200" spc="20" dirty="0">
                <a:latin typeface="Times New Roman"/>
                <a:cs typeface="Times New Roman"/>
              </a:rPr>
              <a:t> </a:t>
            </a:r>
            <a:r>
              <a:rPr sz="1200" spc="-5" dirty="0">
                <a:latin typeface="Times New Roman"/>
                <a:cs typeface="Times New Roman"/>
              </a:rPr>
              <a:t>groups</a:t>
            </a:r>
            <a:r>
              <a:rPr sz="1200" spc="10" dirty="0">
                <a:latin typeface="Times New Roman"/>
                <a:cs typeface="Times New Roman"/>
              </a:rPr>
              <a:t> </a:t>
            </a:r>
            <a:r>
              <a:rPr sz="1200" dirty="0">
                <a:latin typeface="Times New Roman"/>
                <a:cs typeface="Times New Roman"/>
              </a:rPr>
              <a:t>use</a:t>
            </a:r>
            <a:r>
              <a:rPr sz="1200" spc="-7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dirty="0">
                <a:latin typeface="Times New Roman"/>
                <a:cs typeface="Times New Roman"/>
              </a:rPr>
              <a:t>phones </a:t>
            </a:r>
            <a:r>
              <a:rPr sz="1200" spc="-5" dirty="0">
                <a:latin typeface="Times New Roman"/>
                <a:cs typeface="Times New Roman"/>
              </a:rPr>
              <a:t>for </a:t>
            </a:r>
            <a:r>
              <a:rPr sz="1200" spc="-285" dirty="0">
                <a:latin typeface="Times New Roman"/>
                <a:cs typeface="Times New Roman"/>
              </a:rPr>
              <a:t> </a:t>
            </a:r>
            <a:r>
              <a:rPr sz="1200" dirty="0">
                <a:latin typeface="Times New Roman"/>
                <a:cs typeface="Times New Roman"/>
              </a:rPr>
              <a:t>community</a:t>
            </a:r>
            <a:r>
              <a:rPr sz="1200" spc="-30" dirty="0">
                <a:latin typeface="Times New Roman"/>
                <a:cs typeface="Times New Roman"/>
              </a:rPr>
              <a:t> </a:t>
            </a:r>
            <a:r>
              <a:rPr sz="1200" spc="-5" dirty="0">
                <a:latin typeface="Times New Roman"/>
                <a:cs typeface="Times New Roman"/>
              </a:rPr>
              <a:t>service.</a:t>
            </a:r>
            <a:endParaRPr sz="1200" dirty="0">
              <a:latin typeface="Times New Roman"/>
              <a:cs typeface="Times New Roman"/>
            </a:endParaRPr>
          </a:p>
          <a:p>
            <a:pPr marL="168910" indent="-156845">
              <a:lnSpc>
                <a:spcPts val="1315"/>
              </a:lnSpc>
              <a:buFont typeface="Times New Roman"/>
              <a:buAutoNum type="arabicPeriod"/>
              <a:tabLst>
                <a:tab pos="169545" algn="l"/>
              </a:tabLst>
            </a:pPr>
            <a:r>
              <a:rPr sz="1200" b="1" spc="-5" dirty="0">
                <a:latin typeface="Times New Roman"/>
                <a:cs typeface="Times New Roman"/>
              </a:rPr>
              <a:t>Analyze</a:t>
            </a:r>
            <a:r>
              <a:rPr sz="1200" b="1" spc="5" dirty="0">
                <a:latin typeface="Times New Roman"/>
                <a:cs typeface="Times New Roman"/>
              </a:rPr>
              <a:t> </a:t>
            </a:r>
            <a:r>
              <a:rPr sz="1200" b="1" spc="-5" dirty="0">
                <a:latin typeface="Times New Roman"/>
                <a:cs typeface="Times New Roman"/>
              </a:rPr>
              <a:t>Influences</a:t>
            </a:r>
            <a:r>
              <a:rPr sz="1200" spc="-5" dirty="0">
                <a:latin typeface="Times New Roman"/>
                <a:cs typeface="Times New Roman"/>
              </a:rPr>
              <a:t>:</a:t>
            </a:r>
            <a:r>
              <a:rPr sz="1200" spc="15" dirty="0">
                <a:latin typeface="Times New Roman"/>
                <a:cs typeface="Times New Roman"/>
              </a:rPr>
              <a:t> </a:t>
            </a:r>
            <a:r>
              <a:rPr sz="1200" spc="-5" dirty="0">
                <a:latin typeface="Times New Roman"/>
                <a:cs typeface="Times New Roman"/>
              </a:rPr>
              <a:t>Examine</a:t>
            </a:r>
            <a:r>
              <a:rPr sz="1200" spc="10" dirty="0">
                <a:latin typeface="Times New Roman"/>
                <a:cs typeface="Times New Roman"/>
              </a:rPr>
              <a:t> </a:t>
            </a:r>
            <a:r>
              <a:rPr sz="1200" spc="-5" dirty="0">
                <a:latin typeface="Times New Roman"/>
                <a:cs typeface="Times New Roman"/>
              </a:rPr>
              <a:t>how</a:t>
            </a:r>
            <a:r>
              <a:rPr sz="1200" spc="15" dirty="0">
                <a:latin typeface="Times New Roman"/>
                <a:cs typeface="Times New Roman"/>
              </a:rPr>
              <a:t> </a:t>
            </a:r>
            <a:r>
              <a:rPr sz="1200" spc="-5" dirty="0">
                <a:latin typeface="Times New Roman"/>
                <a:cs typeface="Times New Roman"/>
              </a:rPr>
              <a:t>age,</a:t>
            </a:r>
            <a:r>
              <a:rPr sz="1200" spc="5" dirty="0">
                <a:latin typeface="Times New Roman"/>
                <a:cs typeface="Times New Roman"/>
              </a:rPr>
              <a:t> </a:t>
            </a:r>
            <a:r>
              <a:rPr sz="1200" spc="-5" dirty="0">
                <a:latin typeface="Times New Roman"/>
                <a:cs typeface="Times New Roman"/>
              </a:rPr>
              <a:t>socioeconomic</a:t>
            </a:r>
            <a:r>
              <a:rPr sz="1200" spc="10" dirty="0">
                <a:latin typeface="Times New Roman"/>
                <a:cs typeface="Times New Roman"/>
              </a:rPr>
              <a:t> </a:t>
            </a:r>
            <a:r>
              <a:rPr sz="1200" spc="-5" dirty="0">
                <a:latin typeface="Times New Roman"/>
                <a:cs typeface="Times New Roman"/>
              </a:rPr>
              <a:t>status,</a:t>
            </a:r>
            <a:r>
              <a:rPr sz="1200" spc="15" dirty="0">
                <a:latin typeface="Times New Roman"/>
                <a:cs typeface="Times New Roman"/>
              </a:rPr>
              <a:t> </a:t>
            </a:r>
            <a:r>
              <a:rPr sz="1200" spc="-5" dirty="0">
                <a:latin typeface="Times New Roman"/>
                <a:cs typeface="Times New Roman"/>
              </a:rPr>
              <a:t>location,</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gender</a:t>
            </a:r>
            <a:r>
              <a:rPr sz="1200" spc="15" dirty="0">
                <a:latin typeface="Times New Roman"/>
                <a:cs typeface="Times New Roman"/>
              </a:rPr>
              <a:t> </a:t>
            </a:r>
            <a:r>
              <a:rPr sz="1200" spc="-10" dirty="0">
                <a:latin typeface="Times New Roman"/>
                <a:cs typeface="Times New Roman"/>
              </a:rPr>
              <a:t>affect</a:t>
            </a:r>
            <a:r>
              <a:rPr sz="1200" spc="10" dirty="0">
                <a:latin typeface="Times New Roman"/>
                <a:cs typeface="Times New Roman"/>
              </a:rPr>
              <a:t> </a:t>
            </a:r>
            <a:r>
              <a:rPr sz="1200" dirty="0">
                <a:latin typeface="Times New Roman"/>
                <a:cs typeface="Times New Roman"/>
              </a:rPr>
              <a:t>usage.</a:t>
            </a:r>
          </a:p>
          <a:p>
            <a:pPr marL="169545" marR="182245" indent="-169545">
              <a:lnSpc>
                <a:spcPts val="1380"/>
              </a:lnSpc>
              <a:spcBef>
                <a:spcPts val="70"/>
              </a:spcBef>
              <a:buFont typeface="Times New Roman"/>
              <a:buAutoNum type="arabicPeriod"/>
              <a:tabLst>
                <a:tab pos="169545" algn="l"/>
              </a:tabLst>
            </a:pPr>
            <a:r>
              <a:rPr sz="1200" b="1" spc="-5" dirty="0">
                <a:latin typeface="Times New Roman"/>
                <a:cs typeface="Times New Roman"/>
              </a:rPr>
              <a:t>Evaluate</a:t>
            </a:r>
            <a:r>
              <a:rPr sz="1200" b="1" spc="5" dirty="0">
                <a:latin typeface="Times New Roman"/>
                <a:cs typeface="Times New Roman"/>
              </a:rPr>
              <a:t> </a:t>
            </a:r>
            <a:r>
              <a:rPr sz="1200" b="1" spc="-5" dirty="0">
                <a:latin typeface="Times New Roman"/>
                <a:cs typeface="Times New Roman"/>
              </a:rPr>
              <a:t>Impact</a:t>
            </a:r>
            <a:r>
              <a:rPr sz="1200" spc="-5" dirty="0">
                <a:latin typeface="Times New Roman"/>
                <a:cs typeface="Times New Roman"/>
              </a:rPr>
              <a:t>:</a:t>
            </a:r>
            <a:r>
              <a:rPr sz="1200" spc="-45" dirty="0">
                <a:latin typeface="Times New Roman"/>
                <a:cs typeface="Times New Roman"/>
              </a:rPr>
              <a:t> </a:t>
            </a:r>
            <a:r>
              <a:rPr sz="1200" dirty="0">
                <a:latin typeface="Times New Roman"/>
                <a:cs typeface="Times New Roman"/>
              </a:rPr>
              <a:t>Assess</a:t>
            </a:r>
            <a:r>
              <a:rPr sz="1200" spc="15"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role</a:t>
            </a:r>
            <a:r>
              <a:rPr sz="1200" spc="15" dirty="0">
                <a:latin typeface="Times New Roman"/>
                <a:cs typeface="Times New Roman"/>
              </a:rPr>
              <a:t> </a:t>
            </a:r>
            <a:r>
              <a:rPr sz="1200" spc="-5" dirty="0">
                <a:latin typeface="Times New Roman"/>
                <a:cs typeface="Times New Roman"/>
              </a:rPr>
              <a:t>of</a:t>
            </a:r>
            <a:r>
              <a:rPr sz="1200" spc="-5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dirty="0">
                <a:latin typeface="Times New Roman"/>
                <a:cs typeface="Times New Roman"/>
              </a:rPr>
              <a:t>phones</a:t>
            </a:r>
            <a:r>
              <a:rPr sz="1200" spc="1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facilitating</a:t>
            </a:r>
            <a:r>
              <a:rPr sz="1200" spc="15" dirty="0">
                <a:latin typeface="Times New Roman"/>
                <a:cs typeface="Times New Roman"/>
              </a:rPr>
              <a:t> </a:t>
            </a:r>
            <a:r>
              <a:rPr sz="1200" spc="-5" dirty="0">
                <a:latin typeface="Times New Roman"/>
                <a:cs typeface="Times New Roman"/>
              </a:rPr>
              <a:t>community</a:t>
            </a:r>
            <a:r>
              <a:rPr sz="1200" spc="-15" dirty="0">
                <a:latin typeface="Times New Roman"/>
                <a:cs typeface="Times New Roman"/>
              </a:rPr>
              <a:t> </a:t>
            </a:r>
            <a:r>
              <a:rPr sz="1200" spc="-5" dirty="0">
                <a:latin typeface="Times New Roman"/>
                <a:cs typeface="Times New Roman"/>
              </a:rPr>
              <a:t>service,</a:t>
            </a:r>
            <a:r>
              <a:rPr sz="1200" spc="10" dirty="0">
                <a:latin typeface="Times New Roman"/>
                <a:cs typeface="Times New Roman"/>
              </a:rPr>
              <a:t> </a:t>
            </a:r>
            <a:r>
              <a:rPr sz="1200" dirty="0">
                <a:latin typeface="Times New Roman"/>
                <a:cs typeface="Times New Roman"/>
              </a:rPr>
              <a:t>especially </a:t>
            </a:r>
            <a:r>
              <a:rPr sz="1200" spc="-285" dirty="0">
                <a:latin typeface="Times New Roman"/>
                <a:cs typeface="Times New Roman"/>
              </a:rPr>
              <a:t> </a:t>
            </a:r>
            <a:r>
              <a:rPr sz="1200" spc="-5" dirty="0">
                <a:latin typeface="Times New Roman"/>
                <a:cs typeface="Times New Roman"/>
              </a:rPr>
              <a:t>during</a:t>
            </a:r>
            <a:r>
              <a:rPr sz="1200" spc="-1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COVID-19</a:t>
            </a:r>
            <a:r>
              <a:rPr sz="1200" dirty="0">
                <a:latin typeface="Times New Roman"/>
                <a:cs typeface="Times New Roman"/>
              </a:rPr>
              <a:t> </a:t>
            </a:r>
            <a:r>
              <a:rPr sz="1200" spc="-5" dirty="0">
                <a:latin typeface="Times New Roman"/>
                <a:cs typeface="Times New Roman"/>
              </a:rPr>
              <a:t>pandemic.</a:t>
            </a:r>
            <a:endParaRPr sz="1200" dirty="0">
              <a:latin typeface="Times New Roman"/>
              <a:cs typeface="Times New Roman"/>
            </a:endParaRPr>
          </a:p>
          <a:p>
            <a:pPr marL="169545" marR="31115" indent="-169545">
              <a:lnSpc>
                <a:spcPts val="1380"/>
              </a:lnSpc>
              <a:buFont typeface="Times New Roman"/>
              <a:buAutoNum type="arabicPeriod"/>
              <a:tabLst>
                <a:tab pos="169545" algn="l"/>
              </a:tabLst>
            </a:pPr>
            <a:r>
              <a:rPr sz="1200" b="1" spc="-10" dirty="0">
                <a:latin typeface="Times New Roman"/>
                <a:cs typeface="Times New Roman"/>
              </a:rPr>
              <a:t>Provide</a:t>
            </a:r>
            <a:r>
              <a:rPr sz="1200" b="1" spc="10" dirty="0">
                <a:latin typeface="Times New Roman"/>
                <a:cs typeface="Times New Roman"/>
              </a:rPr>
              <a:t> </a:t>
            </a:r>
            <a:r>
              <a:rPr sz="1200" b="1" spc="-5" dirty="0">
                <a:latin typeface="Times New Roman"/>
                <a:cs typeface="Times New Roman"/>
              </a:rPr>
              <a:t>Recommendations</a:t>
            </a:r>
            <a:r>
              <a:rPr sz="1200" spc="-5" dirty="0">
                <a:latin typeface="Times New Roman"/>
                <a:cs typeface="Times New Roman"/>
              </a:rPr>
              <a:t>:</a:t>
            </a:r>
            <a:r>
              <a:rPr sz="1200" spc="15" dirty="0">
                <a:latin typeface="Times New Roman"/>
                <a:cs typeface="Times New Roman"/>
              </a:rPr>
              <a:t> </a:t>
            </a:r>
            <a:r>
              <a:rPr sz="1200" spc="-5" dirty="0">
                <a:latin typeface="Times New Roman"/>
                <a:cs typeface="Times New Roman"/>
              </a:rPr>
              <a:t>Suggest</a:t>
            </a:r>
            <a:r>
              <a:rPr sz="1200" spc="15" dirty="0">
                <a:latin typeface="Times New Roman"/>
                <a:cs typeface="Times New Roman"/>
              </a:rPr>
              <a:t> </a:t>
            </a:r>
            <a:r>
              <a:rPr sz="1200" spc="-5" dirty="0">
                <a:latin typeface="Times New Roman"/>
                <a:cs typeface="Times New Roman"/>
              </a:rPr>
              <a:t>ways</a:t>
            </a:r>
            <a:r>
              <a:rPr sz="1200" spc="15" dirty="0">
                <a:latin typeface="Times New Roman"/>
                <a:cs typeface="Times New Roman"/>
              </a:rPr>
              <a:t> </a:t>
            </a:r>
            <a:r>
              <a:rPr sz="1200" spc="-5" dirty="0">
                <a:latin typeface="Times New Roman"/>
                <a:cs typeface="Times New Roman"/>
              </a:rPr>
              <a:t>for</a:t>
            </a:r>
            <a:r>
              <a:rPr sz="1200" spc="10" dirty="0">
                <a:latin typeface="Times New Roman"/>
                <a:cs typeface="Times New Roman"/>
              </a:rPr>
              <a:t> </a:t>
            </a:r>
            <a:r>
              <a:rPr sz="1200" spc="-5" dirty="0">
                <a:latin typeface="Times New Roman"/>
                <a:cs typeface="Times New Roman"/>
              </a:rPr>
              <a:t>developers,</a:t>
            </a:r>
            <a:r>
              <a:rPr sz="1200" spc="15" dirty="0">
                <a:latin typeface="Times New Roman"/>
                <a:cs typeface="Times New Roman"/>
              </a:rPr>
              <a:t> </a:t>
            </a:r>
            <a:r>
              <a:rPr sz="1200" spc="-5" dirty="0">
                <a:latin typeface="Times New Roman"/>
                <a:cs typeface="Times New Roman"/>
              </a:rPr>
              <a:t>marketers,</a:t>
            </a:r>
            <a:r>
              <a:rPr sz="1200" spc="1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dirty="0">
                <a:latin typeface="Times New Roman"/>
                <a:cs typeface="Times New Roman"/>
              </a:rPr>
              <a:t>community</a:t>
            </a:r>
            <a:r>
              <a:rPr sz="1200" spc="-10" dirty="0">
                <a:latin typeface="Times New Roman"/>
                <a:cs typeface="Times New Roman"/>
              </a:rPr>
              <a:t> </a:t>
            </a:r>
            <a:r>
              <a:rPr sz="1200" spc="-5" dirty="0">
                <a:latin typeface="Times New Roman"/>
                <a:cs typeface="Times New Roman"/>
              </a:rPr>
              <a:t>organizations </a:t>
            </a:r>
            <a:r>
              <a:rPr sz="1200" spc="-285" dirty="0">
                <a:latin typeface="Times New Roman"/>
                <a:cs typeface="Times New Roman"/>
              </a:rPr>
              <a:t> </a:t>
            </a:r>
            <a:r>
              <a:rPr sz="1200" spc="-5" dirty="0">
                <a:latin typeface="Times New Roman"/>
                <a:cs typeface="Times New Roman"/>
              </a:rPr>
              <a:t>to</a:t>
            </a:r>
            <a:r>
              <a:rPr sz="1200" dirty="0">
                <a:latin typeface="Times New Roman"/>
                <a:cs typeface="Times New Roman"/>
              </a:rPr>
              <a:t> </a:t>
            </a:r>
            <a:r>
              <a:rPr sz="1200" spc="-5" dirty="0">
                <a:latin typeface="Times New Roman"/>
                <a:cs typeface="Times New Roman"/>
              </a:rPr>
              <a:t>better</a:t>
            </a:r>
            <a:r>
              <a:rPr sz="1200" dirty="0">
                <a:latin typeface="Times New Roman"/>
                <a:cs typeface="Times New Roman"/>
              </a:rPr>
              <a:t> </a:t>
            </a:r>
            <a:r>
              <a:rPr sz="1200" spc="-5" dirty="0">
                <a:latin typeface="Times New Roman"/>
                <a:cs typeface="Times New Roman"/>
              </a:rPr>
              <a:t>use</a:t>
            </a:r>
            <a:r>
              <a:rPr sz="1200" spc="-75" dirty="0">
                <a:latin typeface="Times New Roman"/>
                <a:cs typeface="Times New Roman"/>
              </a:rPr>
              <a:t> </a:t>
            </a:r>
            <a:r>
              <a:rPr sz="1200" spc="-5" dirty="0">
                <a:latin typeface="Times New Roman"/>
                <a:cs typeface="Times New Roman"/>
              </a:rPr>
              <a:t>Android</a:t>
            </a:r>
            <a:r>
              <a:rPr sz="1200" dirty="0">
                <a:latin typeface="Times New Roman"/>
                <a:cs typeface="Times New Roman"/>
              </a:rPr>
              <a:t> </a:t>
            </a:r>
            <a:r>
              <a:rPr sz="1200" spc="-5" dirty="0">
                <a:latin typeface="Times New Roman"/>
                <a:cs typeface="Times New Roman"/>
              </a:rPr>
              <a:t>technology</a:t>
            </a:r>
            <a:r>
              <a:rPr sz="1200" spc="-20" dirty="0">
                <a:latin typeface="Times New Roman"/>
                <a:cs typeface="Times New Roman"/>
              </a:rPr>
              <a:t> </a:t>
            </a:r>
            <a:r>
              <a:rPr sz="1200" spc="-5" dirty="0">
                <a:latin typeface="Times New Roman"/>
                <a:cs typeface="Times New Roman"/>
              </a:rPr>
              <a:t>to</a:t>
            </a:r>
            <a:r>
              <a:rPr sz="1200" dirty="0">
                <a:latin typeface="Times New Roman"/>
                <a:cs typeface="Times New Roman"/>
              </a:rPr>
              <a:t> </a:t>
            </a:r>
            <a:r>
              <a:rPr sz="1200" spc="-5" dirty="0">
                <a:latin typeface="Times New Roman"/>
                <a:cs typeface="Times New Roman"/>
              </a:rPr>
              <a:t>boost</a:t>
            </a:r>
            <a:r>
              <a:rPr sz="1200" spc="5" dirty="0">
                <a:latin typeface="Times New Roman"/>
                <a:cs typeface="Times New Roman"/>
              </a:rPr>
              <a:t> </a:t>
            </a:r>
            <a:r>
              <a:rPr sz="1200" spc="-5" dirty="0">
                <a:latin typeface="Times New Roman"/>
                <a:cs typeface="Times New Roman"/>
              </a:rPr>
              <a:t>community</a:t>
            </a:r>
            <a:r>
              <a:rPr sz="1200" spc="-25" dirty="0">
                <a:latin typeface="Times New Roman"/>
                <a:cs typeface="Times New Roman"/>
              </a:rPr>
              <a:t> </a:t>
            </a:r>
            <a:r>
              <a:rPr sz="1200" spc="-5" dirty="0">
                <a:latin typeface="Times New Roman"/>
                <a:cs typeface="Times New Roman"/>
              </a:rPr>
              <a:t>service</a:t>
            </a:r>
            <a:r>
              <a:rPr sz="1200" dirty="0">
                <a:latin typeface="Times New Roman"/>
                <a:cs typeface="Times New Roman"/>
              </a:rPr>
              <a:t> participation.</a:t>
            </a:r>
          </a:p>
          <a:p>
            <a:pPr>
              <a:lnSpc>
                <a:spcPct val="100000"/>
              </a:lnSpc>
            </a:pPr>
            <a:endParaRPr sz="1150" dirty="0">
              <a:latin typeface="Times New Roman"/>
              <a:cs typeface="Times New Roman"/>
            </a:endParaRPr>
          </a:p>
          <a:p>
            <a:pPr marL="2694305">
              <a:lnSpc>
                <a:spcPct val="100000"/>
              </a:lnSpc>
            </a:pPr>
            <a:r>
              <a:rPr sz="1400" b="1" spc="-5" dirty="0">
                <a:latin typeface="Times New Roman"/>
                <a:cs typeface="Times New Roman"/>
              </a:rPr>
              <a:t>Methodology</a:t>
            </a:r>
            <a:endParaRPr sz="1400" dirty="0">
              <a:latin typeface="Times New Roman"/>
              <a:cs typeface="Times New Roman"/>
            </a:endParaRPr>
          </a:p>
          <a:p>
            <a:pPr marL="158750" indent="-146685">
              <a:lnSpc>
                <a:spcPct val="100000"/>
              </a:lnSpc>
              <a:spcBef>
                <a:spcPts val="130"/>
              </a:spcBef>
              <a:buFont typeface="Symbol"/>
              <a:buChar char=""/>
              <a:tabLst>
                <a:tab pos="159385" algn="l"/>
              </a:tabLst>
            </a:pPr>
            <a:r>
              <a:rPr sz="1200" b="1" spc="-5" dirty="0">
                <a:latin typeface="Times New Roman"/>
                <a:cs typeface="Times New Roman"/>
              </a:rPr>
              <a:t>Literature</a:t>
            </a:r>
            <a:r>
              <a:rPr sz="1200" b="1" spc="10" dirty="0">
                <a:latin typeface="Times New Roman"/>
                <a:cs typeface="Times New Roman"/>
              </a:rPr>
              <a:t> </a:t>
            </a:r>
            <a:r>
              <a:rPr sz="1200" b="1" spc="-5" dirty="0">
                <a:latin typeface="Times New Roman"/>
                <a:cs typeface="Times New Roman"/>
              </a:rPr>
              <a:t>Review</a:t>
            </a:r>
            <a:r>
              <a:rPr sz="1200" spc="-5" dirty="0">
                <a:latin typeface="Times New Roman"/>
                <a:cs typeface="Times New Roman"/>
              </a:rPr>
              <a:t>:</a:t>
            </a:r>
            <a:r>
              <a:rPr sz="1200" spc="10" dirty="0">
                <a:latin typeface="Times New Roman"/>
                <a:cs typeface="Times New Roman"/>
              </a:rPr>
              <a:t> </a:t>
            </a:r>
            <a:r>
              <a:rPr sz="1200" dirty="0">
                <a:latin typeface="Times New Roman"/>
                <a:cs typeface="Times New Roman"/>
              </a:rPr>
              <a:t>Study</a:t>
            </a:r>
            <a:r>
              <a:rPr sz="1200" spc="-10" dirty="0">
                <a:latin typeface="Times New Roman"/>
                <a:cs typeface="Times New Roman"/>
              </a:rPr>
              <a:t> </a:t>
            </a:r>
            <a:r>
              <a:rPr sz="1200" spc="-5" dirty="0">
                <a:latin typeface="Times New Roman"/>
                <a:cs typeface="Times New Roman"/>
              </a:rPr>
              <a:t>existing</a:t>
            </a:r>
            <a:r>
              <a:rPr sz="1200" spc="5" dirty="0">
                <a:latin typeface="Times New Roman"/>
                <a:cs typeface="Times New Roman"/>
              </a:rPr>
              <a:t> </a:t>
            </a:r>
            <a:r>
              <a:rPr sz="1200" spc="-5" dirty="0">
                <a:latin typeface="Times New Roman"/>
                <a:cs typeface="Times New Roman"/>
              </a:rPr>
              <a:t>research</a:t>
            </a:r>
            <a:r>
              <a:rPr sz="1200" spc="5"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spc="-5" dirty="0">
                <a:latin typeface="Times New Roman"/>
                <a:cs typeface="Times New Roman"/>
              </a:rPr>
              <a:t>mobile</a:t>
            </a:r>
            <a:r>
              <a:rPr sz="1200" spc="15" dirty="0">
                <a:latin typeface="Times New Roman"/>
                <a:cs typeface="Times New Roman"/>
              </a:rPr>
              <a:t> </a:t>
            </a:r>
            <a:r>
              <a:rPr sz="1200" spc="-5" dirty="0">
                <a:latin typeface="Times New Roman"/>
                <a:cs typeface="Times New Roman"/>
              </a:rPr>
              <a:t>technology</a:t>
            </a:r>
            <a:r>
              <a:rPr sz="120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community</a:t>
            </a:r>
            <a:r>
              <a:rPr sz="1200" spc="-15" dirty="0">
                <a:latin typeface="Times New Roman"/>
                <a:cs typeface="Times New Roman"/>
              </a:rPr>
              <a:t> </a:t>
            </a:r>
            <a:r>
              <a:rPr sz="1200" spc="-5" dirty="0">
                <a:latin typeface="Times New Roman"/>
                <a:cs typeface="Times New Roman"/>
              </a:rPr>
              <a:t>service.</a:t>
            </a:r>
            <a:endParaRPr sz="1200" dirty="0">
              <a:latin typeface="Times New Roman"/>
              <a:cs typeface="Times New Roman"/>
            </a:endParaRPr>
          </a:p>
          <a:p>
            <a:pPr marL="158115" indent="-146050">
              <a:lnSpc>
                <a:spcPct val="100000"/>
              </a:lnSpc>
              <a:spcBef>
                <a:spcPts val="40"/>
              </a:spcBef>
              <a:buFont typeface="Symbol"/>
              <a:buChar char=""/>
              <a:tabLst>
                <a:tab pos="158750" algn="l"/>
              </a:tabLst>
            </a:pPr>
            <a:r>
              <a:rPr sz="1200" b="1" spc="-5" dirty="0">
                <a:latin typeface="Times New Roman"/>
                <a:cs typeface="Times New Roman"/>
              </a:rPr>
              <a:t>Surveys</a:t>
            </a:r>
            <a:r>
              <a:rPr sz="1200" b="1" spc="10" dirty="0">
                <a:latin typeface="Times New Roman"/>
                <a:cs typeface="Times New Roman"/>
              </a:rPr>
              <a:t> </a:t>
            </a:r>
            <a:r>
              <a:rPr sz="1200" b="1" spc="-5" dirty="0">
                <a:latin typeface="Times New Roman"/>
                <a:cs typeface="Times New Roman"/>
              </a:rPr>
              <a:t>and</a:t>
            </a:r>
            <a:r>
              <a:rPr sz="1200" b="1" spc="15" dirty="0">
                <a:latin typeface="Times New Roman"/>
                <a:cs typeface="Times New Roman"/>
              </a:rPr>
              <a:t> </a:t>
            </a:r>
            <a:r>
              <a:rPr sz="1200" b="1" spc="-5" dirty="0">
                <a:latin typeface="Times New Roman"/>
                <a:cs typeface="Times New Roman"/>
              </a:rPr>
              <a:t>Interviews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Collect</a:t>
            </a:r>
            <a:r>
              <a:rPr sz="1200" spc="5" dirty="0">
                <a:latin typeface="Times New Roman"/>
                <a:cs typeface="Times New Roman"/>
              </a:rPr>
              <a:t> </a:t>
            </a:r>
            <a:r>
              <a:rPr sz="1200" spc="-5" dirty="0">
                <a:latin typeface="Times New Roman"/>
                <a:cs typeface="Times New Roman"/>
              </a:rPr>
              <a:t>data</a:t>
            </a:r>
            <a:r>
              <a:rPr sz="1200" spc="5" dirty="0">
                <a:latin typeface="Times New Roman"/>
                <a:cs typeface="Times New Roman"/>
              </a:rPr>
              <a:t> </a:t>
            </a:r>
            <a:r>
              <a:rPr sz="1200" spc="-5" dirty="0">
                <a:latin typeface="Times New Roman"/>
                <a:cs typeface="Times New Roman"/>
              </a:rPr>
              <a:t>from</a:t>
            </a:r>
            <a:r>
              <a:rPr sz="1200" spc="25" dirty="0">
                <a:latin typeface="Times New Roman"/>
                <a:cs typeface="Times New Roman"/>
              </a:rPr>
              <a:t> </a:t>
            </a:r>
            <a:r>
              <a:rPr sz="1200" spc="-5" dirty="0">
                <a:latin typeface="Times New Roman"/>
                <a:cs typeface="Times New Roman"/>
              </a:rPr>
              <a:t>different</a:t>
            </a:r>
            <a:r>
              <a:rPr sz="1200" spc="1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5" dirty="0">
                <a:latin typeface="Times New Roman"/>
                <a:cs typeface="Times New Roman"/>
              </a:rPr>
              <a:t>groups</a:t>
            </a:r>
            <a:r>
              <a:rPr sz="1200" spc="15" dirty="0">
                <a:latin typeface="Times New Roman"/>
                <a:cs typeface="Times New Roman"/>
              </a:rPr>
              <a:t> </a:t>
            </a:r>
            <a:r>
              <a:rPr sz="1200" dirty="0">
                <a:latin typeface="Times New Roman"/>
                <a:cs typeface="Times New Roman"/>
              </a:rPr>
              <a:t>about</a:t>
            </a:r>
            <a:r>
              <a:rPr sz="1200" spc="10"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experiences</a:t>
            </a:r>
            <a:r>
              <a:rPr sz="1200" spc="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usages.</a:t>
            </a:r>
            <a:endParaRPr sz="1200" dirty="0">
              <a:latin typeface="Times New Roman"/>
              <a:cs typeface="Times New Roman"/>
            </a:endParaRPr>
          </a:p>
          <a:p>
            <a:pPr marL="158115" indent="-146050">
              <a:lnSpc>
                <a:spcPct val="100000"/>
              </a:lnSpc>
              <a:spcBef>
                <a:spcPts val="20"/>
              </a:spcBef>
              <a:buFont typeface="Symbol"/>
              <a:buChar char=""/>
              <a:tabLst>
                <a:tab pos="158750" algn="l"/>
              </a:tabLst>
            </a:pPr>
            <a:r>
              <a:rPr sz="1200" b="1" spc="-5" dirty="0">
                <a:latin typeface="Times New Roman"/>
                <a:cs typeface="Times New Roman"/>
              </a:rPr>
              <a:t>Data</a:t>
            </a:r>
            <a:r>
              <a:rPr sz="1200" b="1" spc="5" dirty="0">
                <a:latin typeface="Times New Roman"/>
                <a:cs typeface="Times New Roman"/>
              </a:rPr>
              <a:t> </a:t>
            </a:r>
            <a:r>
              <a:rPr sz="1200" b="1" spc="-5" dirty="0">
                <a:latin typeface="Times New Roman"/>
                <a:cs typeface="Times New Roman"/>
              </a:rPr>
              <a:t>Analysis</a:t>
            </a:r>
            <a:r>
              <a:rPr sz="1200" spc="-5" dirty="0">
                <a:latin typeface="Times New Roman"/>
                <a:cs typeface="Times New Roman"/>
              </a:rPr>
              <a:t>:</a:t>
            </a:r>
            <a:r>
              <a:rPr sz="1200" spc="25" dirty="0">
                <a:latin typeface="Times New Roman"/>
                <a:cs typeface="Times New Roman"/>
              </a:rPr>
              <a:t> </a:t>
            </a:r>
            <a:r>
              <a:rPr sz="1200" spc="-5" dirty="0">
                <a:latin typeface="Times New Roman"/>
                <a:cs typeface="Times New Roman"/>
              </a:rPr>
              <a:t>Identify</a:t>
            </a:r>
            <a:r>
              <a:rPr sz="1200" spc="-10" dirty="0">
                <a:latin typeface="Times New Roman"/>
                <a:cs typeface="Times New Roman"/>
              </a:rPr>
              <a:t> </a:t>
            </a:r>
            <a:r>
              <a:rPr sz="1200" spc="-5" dirty="0">
                <a:latin typeface="Times New Roman"/>
                <a:cs typeface="Times New Roman"/>
              </a:rPr>
              <a:t>trends</a:t>
            </a:r>
            <a:r>
              <a:rPr sz="1200" spc="2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challenges</a:t>
            </a:r>
            <a:r>
              <a:rPr sz="1200" spc="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using</a:t>
            </a:r>
            <a:r>
              <a:rPr sz="1200" dirty="0">
                <a:latin typeface="Times New Roman"/>
                <a:cs typeface="Times New Roman"/>
              </a:rPr>
              <a:t> </a:t>
            </a:r>
            <a:r>
              <a:rPr sz="1200" spc="-5" dirty="0">
                <a:latin typeface="Times New Roman"/>
                <a:cs typeface="Times New Roman"/>
              </a:rPr>
              <a:t>Android</a:t>
            </a:r>
            <a:r>
              <a:rPr sz="1200" spc="5" dirty="0">
                <a:latin typeface="Times New Roman"/>
                <a:cs typeface="Times New Roman"/>
              </a:rPr>
              <a:t> </a:t>
            </a:r>
            <a:r>
              <a:rPr sz="1200" dirty="0">
                <a:latin typeface="Times New Roman"/>
                <a:cs typeface="Times New Roman"/>
              </a:rPr>
              <a:t>phones</a:t>
            </a:r>
            <a:r>
              <a:rPr sz="1200" spc="5"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spc="-5" dirty="0">
                <a:latin typeface="Times New Roman"/>
                <a:cs typeface="Times New Roman"/>
              </a:rPr>
              <a:t>community</a:t>
            </a:r>
            <a:r>
              <a:rPr sz="1200" spc="-15" dirty="0">
                <a:latin typeface="Times New Roman"/>
                <a:cs typeface="Times New Roman"/>
              </a:rPr>
              <a:t> </a:t>
            </a:r>
            <a:r>
              <a:rPr sz="1200" dirty="0">
                <a:latin typeface="Times New Roman"/>
                <a:cs typeface="Times New Roman"/>
              </a:rPr>
              <a:t>service.</a:t>
            </a:r>
          </a:p>
          <a:p>
            <a:pPr marL="158115" indent="-146050">
              <a:lnSpc>
                <a:spcPct val="100000"/>
              </a:lnSpc>
              <a:spcBef>
                <a:spcPts val="40"/>
              </a:spcBef>
              <a:buFont typeface="Symbol"/>
              <a:buChar char=""/>
              <a:tabLst>
                <a:tab pos="158750" algn="l"/>
              </a:tabLst>
            </a:pPr>
            <a:r>
              <a:rPr sz="1200" b="1" spc="-5" dirty="0">
                <a:latin typeface="Times New Roman"/>
                <a:cs typeface="Times New Roman"/>
              </a:rPr>
              <a:t>Case</a:t>
            </a:r>
            <a:r>
              <a:rPr sz="1200" b="1" spc="10" dirty="0">
                <a:latin typeface="Times New Roman"/>
                <a:cs typeface="Times New Roman"/>
              </a:rPr>
              <a:t> </a:t>
            </a:r>
            <a:r>
              <a:rPr sz="1200" b="1" spc="-5" dirty="0">
                <a:latin typeface="Times New Roman"/>
                <a:cs typeface="Times New Roman"/>
              </a:rPr>
              <a:t>Studies</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Highlight</a:t>
            </a:r>
            <a:r>
              <a:rPr sz="1200" spc="15" dirty="0">
                <a:latin typeface="Times New Roman"/>
                <a:cs typeface="Times New Roman"/>
              </a:rPr>
              <a:t> </a:t>
            </a:r>
            <a:r>
              <a:rPr sz="1200" spc="-5" dirty="0">
                <a:latin typeface="Times New Roman"/>
                <a:cs typeface="Times New Roman"/>
              </a:rPr>
              <a:t>successful</a:t>
            </a:r>
            <a:r>
              <a:rPr sz="1200" spc="10" dirty="0">
                <a:latin typeface="Times New Roman"/>
                <a:cs typeface="Times New Roman"/>
              </a:rPr>
              <a:t> </a:t>
            </a:r>
            <a:r>
              <a:rPr sz="1200" dirty="0">
                <a:latin typeface="Times New Roman"/>
                <a:cs typeface="Times New Roman"/>
              </a:rPr>
              <a:t>community</a:t>
            </a:r>
            <a:r>
              <a:rPr sz="1200" spc="-10" dirty="0">
                <a:latin typeface="Times New Roman"/>
                <a:cs typeface="Times New Roman"/>
              </a:rPr>
              <a:t> </a:t>
            </a:r>
            <a:r>
              <a:rPr sz="1200" spc="-5" dirty="0">
                <a:latin typeface="Times New Roman"/>
                <a:cs typeface="Times New Roman"/>
              </a:rPr>
              <a:t>service</a:t>
            </a:r>
            <a:r>
              <a:rPr sz="1200" spc="10" dirty="0">
                <a:latin typeface="Times New Roman"/>
                <a:cs typeface="Times New Roman"/>
              </a:rPr>
              <a:t> </a:t>
            </a:r>
            <a:r>
              <a:rPr sz="1200" spc="-5" dirty="0">
                <a:latin typeface="Times New Roman"/>
                <a:cs typeface="Times New Roman"/>
              </a:rPr>
              <a:t>initiatives</a:t>
            </a:r>
            <a:r>
              <a:rPr sz="1200" spc="15" dirty="0">
                <a:latin typeface="Times New Roman"/>
                <a:cs typeface="Times New Roman"/>
              </a:rPr>
              <a:t> </a:t>
            </a:r>
            <a:r>
              <a:rPr sz="1200" spc="-5" dirty="0">
                <a:latin typeface="Times New Roman"/>
                <a:cs typeface="Times New Roman"/>
              </a:rPr>
              <a:t>enabled</a:t>
            </a:r>
            <a:r>
              <a:rPr sz="1200" spc="15" dirty="0">
                <a:latin typeface="Times New Roman"/>
                <a:cs typeface="Times New Roman"/>
              </a:rPr>
              <a:t> </a:t>
            </a:r>
            <a:r>
              <a:rPr sz="1200" spc="5" dirty="0">
                <a:latin typeface="Times New Roman"/>
                <a:cs typeface="Times New Roman"/>
              </a:rPr>
              <a:t>by</a:t>
            </a:r>
            <a:r>
              <a:rPr sz="1200" spc="-1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phones.</a:t>
            </a:r>
            <a:endParaRPr sz="1200" dirty="0">
              <a:latin typeface="Times New Roman"/>
              <a:cs typeface="Times New Roman"/>
            </a:endParaRPr>
          </a:p>
        </p:txBody>
      </p:sp>
      <p:sp>
        <p:nvSpPr>
          <p:cNvPr id="3" name="object 3"/>
          <p:cNvSpPr txBox="1"/>
          <p:nvPr/>
        </p:nvSpPr>
        <p:spPr>
          <a:xfrm>
            <a:off x="792617" y="6859816"/>
            <a:ext cx="6079490" cy="2784737"/>
          </a:xfrm>
          <a:prstGeom prst="rect">
            <a:avLst/>
          </a:prstGeom>
        </p:spPr>
        <p:txBody>
          <a:bodyPr vert="horz" wrap="square" lIns="0" tIns="12065" rIns="0" bIns="0" rtlCol="0">
            <a:spAutoFit/>
          </a:bodyPr>
          <a:lstStyle/>
          <a:p>
            <a:pPr marL="163830" algn="ctr">
              <a:lnSpc>
                <a:spcPct val="100000"/>
              </a:lnSpc>
              <a:spcBef>
                <a:spcPts val="95"/>
              </a:spcBef>
            </a:pPr>
            <a:r>
              <a:rPr sz="1400" b="1" spc="-15" dirty="0">
                <a:latin typeface="Times New Roman"/>
                <a:cs typeface="Times New Roman"/>
              </a:rPr>
              <a:t>Variations</a:t>
            </a:r>
            <a:endParaRPr sz="1300" dirty="0">
              <a:latin typeface="Times New Roman"/>
              <a:cs typeface="Times New Roman"/>
            </a:endParaRPr>
          </a:p>
          <a:p>
            <a:pPr marL="241300" marR="21590" indent="-229235">
              <a:lnSpc>
                <a:spcPts val="1400"/>
              </a:lnSpc>
              <a:buSzPct val="83333"/>
              <a:buFont typeface="Symbol"/>
              <a:buChar char=""/>
              <a:tabLst>
                <a:tab pos="240665" algn="l"/>
                <a:tab pos="241935" algn="l"/>
              </a:tabLst>
            </a:pPr>
            <a:r>
              <a:rPr sz="1200" b="1" spc="-5" dirty="0">
                <a:latin typeface="Times New Roman"/>
                <a:cs typeface="Times New Roman"/>
              </a:rPr>
              <a:t>Socioeconomic</a:t>
            </a:r>
            <a:r>
              <a:rPr sz="1200" spc="-5" dirty="0">
                <a:latin typeface="Times New Roman"/>
                <a:cs typeface="Times New Roman"/>
              </a:rPr>
              <a:t>: </a:t>
            </a:r>
            <a:r>
              <a:rPr sz="1200" spc="-15" dirty="0">
                <a:latin typeface="Times New Roman"/>
                <a:cs typeface="Times New Roman"/>
              </a:rPr>
              <a:t>Wealthier</a:t>
            </a:r>
            <a:r>
              <a:rPr sz="1200" spc="10" dirty="0">
                <a:latin typeface="Times New Roman"/>
                <a:cs typeface="Times New Roman"/>
              </a:rPr>
              <a:t> </a:t>
            </a:r>
            <a:r>
              <a:rPr sz="1200" spc="-5" dirty="0">
                <a:latin typeface="Times New Roman"/>
                <a:cs typeface="Times New Roman"/>
              </a:rPr>
              <a:t>users</a:t>
            </a:r>
            <a:r>
              <a:rPr sz="1200" spc="30" dirty="0">
                <a:latin typeface="Times New Roman"/>
                <a:cs typeface="Times New Roman"/>
              </a:rPr>
              <a:t> </a:t>
            </a:r>
            <a:r>
              <a:rPr sz="1200" spc="-5" dirty="0">
                <a:latin typeface="Times New Roman"/>
                <a:cs typeface="Times New Roman"/>
              </a:rPr>
              <a:t>engage</a:t>
            </a:r>
            <a:r>
              <a:rPr sz="1200" spc="10" dirty="0">
                <a:latin typeface="Times New Roman"/>
                <a:cs typeface="Times New Roman"/>
              </a:rPr>
              <a:t> </a:t>
            </a:r>
            <a:r>
              <a:rPr sz="1200" spc="-5" dirty="0">
                <a:latin typeface="Times New Roman"/>
                <a:cs typeface="Times New Roman"/>
              </a:rPr>
              <a:t>in</a:t>
            </a:r>
            <a:r>
              <a:rPr sz="1200" spc="15" dirty="0">
                <a:latin typeface="Times New Roman"/>
                <a:cs typeface="Times New Roman"/>
              </a:rPr>
              <a:t> </a:t>
            </a:r>
            <a:r>
              <a:rPr sz="1200" spc="-5" dirty="0">
                <a:latin typeface="Times New Roman"/>
                <a:cs typeface="Times New Roman"/>
              </a:rPr>
              <a:t>high-impact</a:t>
            </a:r>
            <a:r>
              <a:rPr sz="1200" spc="20" dirty="0">
                <a:latin typeface="Times New Roman"/>
                <a:cs typeface="Times New Roman"/>
              </a:rPr>
              <a:t> </a:t>
            </a:r>
            <a:r>
              <a:rPr sz="1200" spc="-5" dirty="0">
                <a:latin typeface="Times New Roman"/>
                <a:cs typeface="Times New Roman"/>
              </a:rPr>
              <a:t>activities</a:t>
            </a:r>
            <a:r>
              <a:rPr sz="1200" spc="15" dirty="0">
                <a:latin typeface="Times New Roman"/>
                <a:cs typeface="Times New Roman"/>
              </a:rPr>
              <a:t> </a:t>
            </a:r>
            <a:r>
              <a:rPr sz="1200" spc="-5" dirty="0">
                <a:latin typeface="Times New Roman"/>
                <a:cs typeface="Times New Roman"/>
              </a:rPr>
              <a:t>using</a:t>
            </a:r>
            <a:r>
              <a:rPr sz="1200" spc="20" dirty="0">
                <a:latin typeface="Times New Roman"/>
                <a:cs typeface="Times New Roman"/>
              </a:rPr>
              <a:t> </a:t>
            </a:r>
            <a:r>
              <a:rPr sz="1200" spc="-5" dirty="0">
                <a:latin typeface="Times New Roman"/>
                <a:cs typeface="Times New Roman"/>
              </a:rPr>
              <a:t>advanced</a:t>
            </a:r>
            <a:r>
              <a:rPr sz="1200" spc="25" dirty="0">
                <a:latin typeface="Times New Roman"/>
                <a:cs typeface="Times New Roman"/>
              </a:rPr>
              <a:t> </a:t>
            </a:r>
            <a:r>
              <a:rPr sz="1200" spc="-5" dirty="0">
                <a:latin typeface="Times New Roman"/>
                <a:cs typeface="Times New Roman"/>
              </a:rPr>
              <a:t>apps;</a:t>
            </a:r>
            <a:r>
              <a:rPr sz="1200" spc="15" dirty="0">
                <a:latin typeface="Times New Roman"/>
                <a:cs typeface="Times New Roman"/>
              </a:rPr>
              <a:t> </a:t>
            </a:r>
            <a:r>
              <a:rPr sz="1200" spc="-5" dirty="0">
                <a:latin typeface="Times New Roman"/>
                <a:cs typeface="Times New Roman"/>
              </a:rPr>
              <a:t>budget- </a:t>
            </a:r>
            <a:r>
              <a:rPr sz="1200" spc="-285" dirty="0">
                <a:latin typeface="Times New Roman"/>
                <a:cs typeface="Times New Roman"/>
              </a:rPr>
              <a:t> </a:t>
            </a:r>
            <a:r>
              <a:rPr sz="1200" spc="-5" dirty="0">
                <a:latin typeface="Times New Roman"/>
                <a:cs typeface="Times New Roman"/>
              </a:rPr>
              <a:t>conscious</a:t>
            </a:r>
            <a:r>
              <a:rPr sz="1200" dirty="0">
                <a:latin typeface="Times New Roman"/>
                <a:cs typeface="Times New Roman"/>
              </a:rPr>
              <a:t> </a:t>
            </a:r>
            <a:r>
              <a:rPr sz="1200" spc="-5" dirty="0">
                <a:latin typeface="Times New Roman"/>
                <a:cs typeface="Times New Roman"/>
              </a:rPr>
              <a:t>users</a:t>
            </a:r>
            <a:r>
              <a:rPr sz="1200" dirty="0">
                <a:latin typeface="Times New Roman"/>
                <a:cs typeface="Times New Roman"/>
              </a:rPr>
              <a:t> </a:t>
            </a:r>
            <a:r>
              <a:rPr sz="1200" spc="-5" dirty="0">
                <a:latin typeface="Times New Roman"/>
                <a:cs typeface="Times New Roman"/>
              </a:rPr>
              <a:t>focus</a:t>
            </a:r>
            <a:r>
              <a:rPr sz="1200" dirty="0">
                <a:latin typeface="Times New Roman"/>
                <a:cs typeface="Times New Roman"/>
              </a:rPr>
              <a:t> </a:t>
            </a:r>
            <a:r>
              <a:rPr sz="1200" spc="-5" dirty="0">
                <a:latin typeface="Times New Roman"/>
                <a:cs typeface="Times New Roman"/>
              </a:rPr>
              <a:t>on</a:t>
            </a:r>
            <a:r>
              <a:rPr sz="1200" spc="20" dirty="0">
                <a:latin typeface="Times New Roman"/>
                <a:cs typeface="Times New Roman"/>
              </a:rPr>
              <a:t> </a:t>
            </a:r>
            <a:r>
              <a:rPr sz="1200" spc="-5" dirty="0">
                <a:latin typeface="Times New Roman"/>
                <a:cs typeface="Times New Roman"/>
              </a:rPr>
              <a:t>grassroots</a:t>
            </a:r>
            <a:r>
              <a:rPr sz="1200" dirty="0">
                <a:latin typeface="Times New Roman"/>
                <a:cs typeface="Times New Roman"/>
              </a:rPr>
              <a:t> </a:t>
            </a:r>
            <a:r>
              <a:rPr sz="1200" spc="-5" dirty="0">
                <a:latin typeface="Times New Roman"/>
                <a:cs typeface="Times New Roman"/>
              </a:rPr>
              <a:t>volunteering</a:t>
            </a:r>
            <a:r>
              <a:rPr sz="1200" spc="-10" dirty="0">
                <a:latin typeface="Times New Roman"/>
                <a:cs typeface="Times New Roman"/>
              </a:rPr>
              <a:t> </a:t>
            </a:r>
            <a:r>
              <a:rPr sz="1200" dirty="0">
                <a:latin typeface="Times New Roman"/>
                <a:cs typeface="Times New Roman"/>
              </a:rPr>
              <a:t>using</a:t>
            </a:r>
            <a:r>
              <a:rPr sz="1200" spc="-5" dirty="0">
                <a:latin typeface="Times New Roman"/>
                <a:cs typeface="Times New Roman"/>
              </a:rPr>
              <a:t> affordable</a:t>
            </a:r>
            <a:r>
              <a:rPr sz="1200" dirty="0">
                <a:latin typeface="Times New Roman"/>
                <a:cs typeface="Times New Roman"/>
              </a:rPr>
              <a:t> </a:t>
            </a:r>
            <a:r>
              <a:rPr sz="1200" spc="-5" dirty="0">
                <a:latin typeface="Times New Roman"/>
                <a:cs typeface="Times New Roman"/>
              </a:rPr>
              <a:t>apps.</a:t>
            </a:r>
            <a:endParaRPr sz="1200" dirty="0">
              <a:latin typeface="Times New Roman"/>
              <a:cs typeface="Times New Roman"/>
            </a:endParaRPr>
          </a:p>
          <a:p>
            <a:pPr marL="241300" indent="-229235">
              <a:lnSpc>
                <a:spcPts val="1305"/>
              </a:lnSpc>
              <a:buSzPct val="83333"/>
              <a:buFont typeface="Symbol"/>
              <a:buChar char=""/>
              <a:tabLst>
                <a:tab pos="240665" algn="l"/>
                <a:tab pos="241935" algn="l"/>
              </a:tabLst>
            </a:pPr>
            <a:r>
              <a:rPr sz="1200" b="1" spc="-5" dirty="0">
                <a:latin typeface="Times New Roman"/>
                <a:cs typeface="Times New Roman"/>
              </a:rPr>
              <a:t>Geographic</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Urban</a:t>
            </a:r>
            <a:r>
              <a:rPr sz="1200" spc="15" dirty="0">
                <a:latin typeface="Times New Roman"/>
                <a:cs typeface="Times New Roman"/>
              </a:rPr>
              <a:t> </a:t>
            </a:r>
            <a:r>
              <a:rPr sz="1200" spc="-5" dirty="0">
                <a:latin typeface="Times New Roman"/>
                <a:cs typeface="Times New Roman"/>
              </a:rPr>
              <a:t>users</a:t>
            </a:r>
            <a:r>
              <a:rPr sz="1200" spc="10" dirty="0">
                <a:latin typeface="Times New Roman"/>
                <a:cs typeface="Times New Roman"/>
              </a:rPr>
              <a:t> </a:t>
            </a:r>
            <a:r>
              <a:rPr sz="1200" spc="-5" dirty="0">
                <a:latin typeface="Times New Roman"/>
                <a:cs typeface="Times New Roman"/>
              </a:rPr>
              <a:t>organize</a:t>
            </a:r>
            <a:r>
              <a:rPr sz="1200" spc="10" dirty="0">
                <a:latin typeface="Times New Roman"/>
                <a:cs typeface="Times New Roman"/>
              </a:rPr>
              <a:t> </a:t>
            </a:r>
            <a:r>
              <a:rPr sz="1200" spc="-5" dirty="0">
                <a:latin typeface="Times New Roman"/>
                <a:cs typeface="Times New Roman"/>
              </a:rPr>
              <a:t>large-scale</a:t>
            </a:r>
            <a:r>
              <a:rPr sz="1200" spc="5" dirty="0">
                <a:latin typeface="Times New Roman"/>
                <a:cs typeface="Times New Roman"/>
              </a:rPr>
              <a:t> </a:t>
            </a:r>
            <a:r>
              <a:rPr sz="1200" spc="-5" dirty="0">
                <a:latin typeface="Times New Roman"/>
                <a:cs typeface="Times New Roman"/>
              </a:rPr>
              <a:t>efforts</a:t>
            </a:r>
            <a:r>
              <a:rPr sz="1200" spc="15" dirty="0">
                <a:latin typeface="Times New Roman"/>
                <a:cs typeface="Times New Roman"/>
              </a:rPr>
              <a:t> </a:t>
            </a:r>
            <a:r>
              <a:rPr sz="1200" spc="-5" dirty="0">
                <a:latin typeface="Times New Roman"/>
                <a:cs typeface="Times New Roman"/>
              </a:rPr>
              <a:t>using</a:t>
            </a:r>
            <a:r>
              <a:rPr sz="1200" dirty="0">
                <a:latin typeface="Times New Roman"/>
                <a:cs typeface="Times New Roman"/>
              </a:rPr>
              <a:t> </a:t>
            </a:r>
            <a:r>
              <a:rPr sz="1200" spc="-5" dirty="0">
                <a:latin typeface="Times New Roman"/>
                <a:cs typeface="Times New Roman"/>
              </a:rPr>
              <a:t>digital</a:t>
            </a:r>
            <a:r>
              <a:rPr sz="1200" spc="15" dirty="0">
                <a:latin typeface="Times New Roman"/>
                <a:cs typeface="Times New Roman"/>
              </a:rPr>
              <a:t> </a:t>
            </a:r>
            <a:r>
              <a:rPr sz="1200" spc="-5" dirty="0">
                <a:latin typeface="Times New Roman"/>
                <a:cs typeface="Times New Roman"/>
              </a:rPr>
              <a:t>platforms;</a:t>
            </a:r>
            <a:r>
              <a:rPr sz="1200" spc="15" dirty="0">
                <a:latin typeface="Times New Roman"/>
                <a:cs typeface="Times New Roman"/>
              </a:rPr>
              <a:t> </a:t>
            </a:r>
            <a:r>
              <a:rPr sz="1200" spc="-5" dirty="0">
                <a:latin typeface="Times New Roman"/>
                <a:cs typeface="Times New Roman"/>
              </a:rPr>
              <a:t>rural</a:t>
            </a:r>
            <a:r>
              <a:rPr sz="1200" spc="10" dirty="0">
                <a:latin typeface="Times New Roman"/>
                <a:cs typeface="Times New Roman"/>
              </a:rPr>
              <a:t> </a:t>
            </a:r>
            <a:r>
              <a:rPr sz="1200" spc="-5" dirty="0">
                <a:latin typeface="Times New Roman"/>
                <a:cs typeface="Times New Roman"/>
              </a:rPr>
              <a:t>users</a:t>
            </a:r>
            <a:r>
              <a:rPr sz="1200" spc="5" dirty="0">
                <a:latin typeface="Times New Roman"/>
                <a:cs typeface="Times New Roman"/>
              </a:rPr>
              <a:t> </a:t>
            </a:r>
            <a:r>
              <a:rPr sz="1200" spc="-5" dirty="0">
                <a:latin typeface="Times New Roman"/>
                <a:cs typeface="Times New Roman"/>
              </a:rPr>
              <a:t>access</a:t>
            </a:r>
            <a:endParaRPr sz="1200" dirty="0">
              <a:latin typeface="Times New Roman"/>
              <a:cs typeface="Times New Roman"/>
            </a:endParaRPr>
          </a:p>
          <a:p>
            <a:pPr marL="241300">
              <a:lnSpc>
                <a:spcPts val="1410"/>
              </a:lnSpc>
            </a:pPr>
            <a:r>
              <a:rPr sz="1200" spc="-5" dirty="0">
                <a:latin typeface="Times New Roman"/>
                <a:cs typeface="Times New Roman"/>
              </a:rPr>
              <a:t>essential</a:t>
            </a:r>
            <a:r>
              <a:rPr sz="1200" spc="10" dirty="0">
                <a:latin typeface="Times New Roman"/>
                <a:cs typeface="Times New Roman"/>
              </a:rPr>
              <a:t> </a:t>
            </a:r>
            <a:r>
              <a:rPr sz="1200" spc="-5" dirty="0">
                <a:latin typeface="Times New Roman"/>
                <a:cs typeface="Times New Roman"/>
              </a:rPr>
              <a:t>services</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participate</a:t>
            </a:r>
            <a:r>
              <a:rPr sz="1200" spc="10"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local</a:t>
            </a:r>
            <a:r>
              <a:rPr sz="1200" spc="10" dirty="0">
                <a:latin typeface="Times New Roman"/>
                <a:cs typeface="Times New Roman"/>
              </a:rPr>
              <a:t> </a:t>
            </a:r>
            <a:r>
              <a:rPr sz="1200" spc="-5" dirty="0">
                <a:latin typeface="Times New Roman"/>
                <a:cs typeface="Times New Roman"/>
              </a:rPr>
              <a:t>initiatives</a:t>
            </a:r>
            <a:r>
              <a:rPr sz="1200" spc="15" dirty="0">
                <a:latin typeface="Times New Roman"/>
                <a:cs typeface="Times New Roman"/>
              </a:rPr>
              <a:t> </a:t>
            </a:r>
            <a:r>
              <a:rPr sz="1200" spc="-5" dirty="0">
                <a:latin typeface="Times New Roman"/>
                <a:cs typeface="Times New Roman"/>
              </a:rPr>
              <a:t>using</a:t>
            </a:r>
            <a:r>
              <a:rPr sz="1200" dirty="0">
                <a:latin typeface="Times New Roman"/>
                <a:cs typeface="Times New Roman"/>
              </a:rPr>
              <a:t> </a:t>
            </a:r>
            <a:r>
              <a:rPr sz="1200" spc="-5" dirty="0">
                <a:latin typeface="Times New Roman"/>
                <a:cs typeface="Times New Roman"/>
              </a:rPr>
              <a:t>offline-capable</a:t>
            </a:r>
            <a:r>
              <a:rPr sz="1200" spc="10" dirty="0">
                <a:latin typeface="Times New Roman"/>
                <a:cs typeface="Times New Roman"/>
              </a:rPr>
              <a:t> </a:t>
            </a:r>
            <a:r>
              <a:rPr sz="1200" spc="-5" dirty="0">
                <a:latin typeface="Times New Roman"/>
                <a:cs typeface="Times New Roman"/>
              </a:rPr>
              <a:t>apps.</a:t>
            </a:r>
            <a:endParaRPr sz="1200" dirty="0">
              <a:latin typeface="Times New Roman"/>
              <a:cs typeface="Times New Roman"/>
            </a:endParaRPr>
          </a:p>
          <a:p>
            <a:pPr>
              <a:lnSpc>
                <a:spcPct val="100000"/>
              </a:lnSpc>
              <a:spcBef>
                <a:spcPts val="35"/>
              </a:spcBef>
            </a:pPr>
            <a:endParaRPr sz="1150" dirty="0">
              <a:latin typeface="Times New Roman"/>
              <a:cs typeface="Times New Roman"/>
            </a:endParaRPr>
          </a:p>
          <a:p>
            <a:pPr marL="161290" algn="ctr">
              <a:lnSpc>
                <a:spcPct val="100000"/>
              </a:lnSpc>
            </a:pPr>
            <a:r>
              <a:rPr sz="1400" b="1" spc="-5" dirty="0">
                <a:latin typeface="Times New Roman"/>
                <a:cs typeface="Times New Roman"/>
              </a:rPr>
              <a:t>Gender</a:t>
            </a:r>
            <a:r>
              <a:rPr sz="1400" b="1" spc="-55" dirty="0">
                <a:latin typeface="Times New Roman"/>
                <a:cs typeface="Times New Roman"/>
              </a:rPr>
              <a:t> </a:t>
            </a:r>
            <a:r>
              <a:rPr sz="1400" b="1" spc="-5" dirty="0">
                <a:latin typeface="Times New Roman"/>
                <a:cs typeface="Times New Roman"/>
              </a:rPr>
              <a:t>Differences</a:t>
            </a:r>
            <a:endParaRPr sz="1200" dirty="0">
              <a:latin typeface="Times New Roman"/>
              <a:cs typeface="Times New Roman"/>
            </a:endParaRPr>
          </a:p>
          <a:p>
            <a:pPr marL="241300" indent="-229235">
              <a:lnSpc>
                <a:spcPts val="1410"/>
              </a:lnSpc>
              <a:buSzPct val="83333"/>
              <a:buFont typeface="Symbol"/>
              <a:buChar char=""/>
              <a:tabLst>
                <a:tab pos="240665" algn="l"/>
                <a:tab pos="241935" algn="l"/>
              </a:tabLst>
            </a:pPr>
            <a:r>
              <a:rPr sz="1200" b="1" spc="-5" dirty="0">
                <a:latin typeface="Times New Roman"/>
                <a:cs typeface="Times New Roman"/>
              </a:rPr>
              <a:t>Men</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More</a:t>
            </a:r>
            <a:r>
              <a:rPr sz="1200" spc="10" dirty="0">
                <a:latin typeface="Times New Roman"/>
                <a:cs typeface="Times New Roman"/>
              </a:rPr>
              <a:t> </a:t>
            </a:r>
            <a:r>
              <a:rPr sz="1200" spc="-5" dirty="0">
                <a:latin typeface="Times New Roman"/>
                <a:cs typeface="Times New Roman"/>
              </a:rPr>
              <a:t>involved</a:t>
            </a:r>
            <a:r>
              <a:rPr sz="1200" spc="1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technology-driven</a:t>
            </a:r>
            <a:r>
              <a:rPr sz="1200" spc="15" dirty="0">
                <a:latin typeface="Times New Roman"/>
                <a:cs typeface="Times New Roman"/>
              </a:rPr>
              <a:t> </a:t>
            </a:r>
            <a:r>
              <a:rPr sz="1200" spc="-5" dirty="0">
                <a:latin typeface="Times New Roman"/>
                <a:cs typeface="Times New Roman"/>
              </a:rPr>
              <a:t>volunteer</a:t>
            </a:r>
            <a:r>
              <a:rPr sz="1200" spc="15" dirty="0">
                <a:latin typeface="Times New Roman"/>
                <a:cs typeface="Times New Roman"/>
              </a:rPr>
              <a:t> </a:t>
            </a:r>
            <a:r>
              <a:rPr sz="1200" spc="-5" dirty="0">
                <a:latin typeface="Times New Roman"/>
                <a:cs typeface="Times New Roman"/>
              </a:rPr>
              <a:t>activities.</a:t>
            </a:r>
            <a:endParaRPr sz="1200" dirty="0">
              <a:latin typeface="Times New Roman"/>
              <a:cs typeface="Times New Roman"/>
            </a:endParaRPr>
          </a:p>
          <a:p>
            <a:pPr marL="241300" indent="-229235">
              <a:lnSpc>
                <a:spcPts val="1410"/>
              </a:lnSpc>
              <a:buSzPct val="83333"/>
              <a:buFont typeface="Symbol"/>
              <a:buChar char=""/>
              <a:tabLst>
                <a:tab pos="240665" algn="l"/>
                <a:tab pos="241935" algn="l"/>
              </a:tabLst>
            </a:pPr>
            <a:r>
              <a:rPr sz="1200" b="1" spc="-15" dirty="0">
                <a:latin typeface="Times New Roman"/>
                <a:cs typeface="Times New Roman"/>
              </a:rPr>
              <a:t>Women</a:t>
            </a:r>
            <a:r>
              <a:rPr sz="1200" spc="-15" dirty="0">
                <a:latin typeface="Times New Roman"/>
                <a:cs typeface="Times New Roman"/>
              </a:rPr>
              <a:t>:</a:t>
            </a:r>
            <a:r>
              <a:rPr sz="1200" spc="5" dirty="0">
                <a:latin typeface="Times New Roman"/>
                <a:cs typeface="Times New Roman"/>
              </a:rPr>
              <a:t> </a:t>
            </a:r>
            <a:r>
              <a:rPr sz="1200" spc="-5" dirty="0">
                <a:latin typeface="Times New Roman"/>
                <a:cs typeface="Times New Roman"/>
              </a:rPr>
              <a:t>Focus</a:t>
            </a:r>
            <a:r>
              <a:rPr sz="1200" spc="5"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5" dirty="0">
                <a:latin typeface="Times New Roman"/>
                <a:cs typeface="Times New Roman"/>
              </a:rPr>
              <a:t>social</a:t>
            </a:r>
            <a:r>
              <a:rPr sz="1200" spc="20" dirty="0">
                <a:latin typeface="Times New Roman"/>
                <a:cs typeface="Times New Roman"/>
              </a:rPr>
              <a:t> </a:t>
            </a:r>
            <a:r>
              <a:rPr sz="1200" spc="-5" dirty="0">
                <a:latin typeface="Times New Roman"/>
                <a:cs typeface="Times New Roman"/>
              </a:rPr>
              <a:t>support</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caregiving,</a:t>
            </a:r>
            <a:r>
              <a:rPr sz="1200" spc="20" dirty="0">
                <a:latin typeface="Times New Roman"/>
                <a:cs typeface="Times New Roman"/>
              </a:rPr>
              <a:t> </a:t>
            </a:r>
            <a:r>
              <a:rPr sz="1200" spc="-5" dirty="0">
                <a:latin typeface="Times New Roman"/>
                <a:cs typeface="Times New Roman"/>
              </a:rPr>
              <a:t>coordinating</a:t>
            </a:r>
            <a:r>
              <a:rPr sz="1200" spc="5" dirty="0">
                <a:latin typeface="Times New Roman"/>
                <a:cs typeface="Times New Roman"/>
              </a:rPr>
              <a:t> </a:t>
            </a:r>
            <a:r>
              <a:rPr sz="1200" spc="-5" dirty="0">
                <a:latin typeface="Times New Roman"/>
                <a:cs typeface="Times New Roman"/>
              </a:rPr>
              <a:t>efforts</a:t>
            </a:r>
            <a:r>
              <a:rPr sz="1200" spc="5" dirty="0">
                <a:latin typeface="Times New Roman"/>
                <a:cs typeface="Times New Roman"/>
              </a:rPr>
              <a:t> </a:t>
            </a:r>
            <a:r>
              <a:rPr sz="1200" dirty="0">
                <a:latin typeface="Times New Roman"/>
                <a:cs typeface="Times New Roman"/>
              </a:rPr>
              <a:t>via</a:t>
            </a:r>
            <a:r>
              <a:rPr sz="1200" spc="-6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phones.</a:t>
            </a:r>
            <a:endParaRPr sz="1200" dirty="0">
              <a:latin typeface="Times New Roman"/>
              <a:cs typeface="Times New Roman"/>
            </a:endParaRPr>
          </a:p>
          <a:p>
            <a:pPr>
              <a:lnSpc>
                <a:spcPct val="100000"/>
              </a:lnSpc>
              <a:spcBef>
                <a:spcPts val="45"/>
              </a:spcBef>
            </a:pPr>
            <a:endParaRPr sz="1150" dirty="0">
              <a:latin typeface="Times New Roman"/>
              <a:cs typeface="Times New Roman"/>
            </a:endParaRPr>
          </a:p>
          <a:p>
            <a:pPr marL="162560" algn="ctr">
              <a:lnSpc>
                <a:spcPct val="100000"/>
              </a:lnSpc>
            </a:pPr>
            <a:r>
              <a:rPr sz="1400" b="1" spc="-5" dirty="0">
                <a:latin typeface="Times New Roman"/>
                <a:cs typeface="Times New Roman"/>
              </a:rPr>
              <a:t>COVID-19</a:t>
            </a:r>
            <a:r>
              <a:rPr sz="1400" b="1" spc="-25" dirty="0">
                <a:latin typeface="Times New Roman"/>
                <a:cs typeface="Times New Roman"/>
              </a:rPr>
              <a:t> </a:t>
            </a:r>
            <a:r>
              <a:rPr sz="1400" b="1" spc="-5" dirty="0">
                <a:latin typeface="Times New Roman"/>
                <a:cs typeface="Times New Roman"/>
              </a:rPr>
              <a:t>Impact</a:t>
            </a:r>
            <a:endParaRPr sz="1400" dirty="0">
              <a:latin typeface="Times New Roman"/>
              <a:cs typeface="Times New Roman"/>
            </a:endParaRPr>
          </a:p>
          <a:p>
            <a:pPr marR="74930" algn="ctr">
              <a:lnSpc>
                <a:spcPct val="100000"/>
              </a:lnSpc>
              <a:spcBef>
                <a:spcPts val="35"/>
              </a:spcBef>
            </a:pP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pandemic</a:t>
            </a:r>
            <a:r>
              <a:rPr sz="1200" dirty="0">
                <a:latin typeface="Times New Roman"/>
                <a:cs typeface="Times New Roman"/>
              </a:rPr>
              <a:t> increased </a:t>
            </a:r>
            <a:r>
              <a:rPr sz="1200" spc="-5" dirty="0">
                <a:latin typeface="Times New Roman"/>
                <a:cs typeface="Times New Roman"/>
              </a:rPr>
              <a:t>the</a:t>
            </a:r>
            <a:r>
              <a:rPr sz="1200" spc="5" dirty="0">
                <a:latin typeface="Times New Roman"/>
                <a:cs typeface="Times New Roman"/>
              </a:rPr>
              <a:t> </a:t>
            </a:r>
            <a:r>
              <a:rPr sz="1200" dirty="0">
                <a:latin typeface="Times New Roman"/>
                <a:cs typeface="Times New Roman"/>
              </a:rPr>
              <a:t>use</a:t>
            </a:r>
            <a:r>
              <a:rPr sz="1200" spc="5"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remote</a:t>
            </a:r>
            <a:r>
              <a:rPr sz="1200" dirty="0">
                <a:latin typeface="Times New Roman"/>
                <a:cs typeface="Times New Roman"/>
              </a:rPr>
              <a:t> communication</a:t>
            </a:r>
            <a:r>
              <a:rPr sz="1200" spc="5" dirty="0">
                <a:latin typeface="Times New Roman"/>
                <a:cs typeface="Times New Roman"/>
              </a:rPr>
              <a:t> </a:t>
            </a:r>
            <a:r>
              <a:rPr sz="1200" spc="-5" dirty="0">
                <a:latin typeface="Times New Roman"/>
                <a:cs typeface="Times New Roman"/>
              </a:rPr>
              <a:t>apps,</a:t>
            </a:r>
            <a:r>
              <a:rPr sz="1200" spc="10" dirty="0">
                <a:latin typeface="Times New Roman"/>
                <a:cs typeface="Times New Roman"/>
              </a:rPr>
              <a:t> </a:t>
            </a:r>
            <a:r>
              <a:rPr sz="1200" dirty="0">
                <a:latin typeface="Times New Roman"/>
                <a:cs typeface="Times New Roman"/>
              </a:rPr>
              <a:t>health</a:t>
            </a:r>
            <a:r>
              <a:rPr sz="1200" spc="5" dirty="0">
                <a:latin typeface="Times New Roman"/>
                <a:cs typeface="Times New Roman"/>
              </a:rPr>
              <a:t> </a:t>
            </a:r>
            <a:r>
              <a:rPr sz="1200" spc="-5" dirty="0">
                <a:latin typeface="Times New Roman"/>
                <a:cs typeface="Times New Roman"/>
              </a:rPr>
              <a:t>monitoring tools,</a:t>
            </a:r>
            <a:r>
              <a:rPr sz="1200" spc="5" dirty="0">
                <a:latin typeface="Times New Roman"/>
                <a:cs typeface="Times New Roman"/>
              </a:rPr>
              <a:t> </a:t>
            </a:r>
            <a:r>
              <a:rPr sz="1200" spc="-5" dirty="0">
                <a:latin typeface="Times New Roman"/>
                <a:cs typeface="Times New Roman"/>
              </a:rPr>
              <a:t>and</a:t>
            </a:r>
            <a:endParaRPr sz="1200" dirty="0">
              <a:latin typeface="Times New Roman"/>
              <a:cs typeface="Times New Roman"/>
            </a:endParaRPr>
          </a:p>
          <a:p>
            <a:pPr marR="2324735" algn="ctr">
              <a:lnSpc>
                <a:spcPct val="100000"/>
              </a:lnSpc>
              <a:spcBef>
                <a:spcPts val="625"/>
              </a:spcBef>
            </a:pPr>
            <a:r>
              <a:rPr sz="1200" spc="-5" dirty="0">
                <a:latin typeface="Times New Roman"/>
                <a:cs typeface="Times New Roman"/>
              </a:rPr>
              <a:t>e-learning</a:t>
            </a:r>
            <a:r>
              <a:rPr sz="1200" dirty="0">
                <a:latin typeface="Times New Roman"/>
                <a:cs typeface="Times New Roman"/>
              </a:rPr>
              <a:t> </a:t>
            </a:r>
            <a:r>
              <a:rPr sz="1200" spc="-5" dirty="0">
                <a:latin typeface="Times New Roman"/>
                <a:cs typeface="Times New Roman"/>
              </a:rPr>
              <a:t>Platforms</a:t>
            </a:r>
            <a:r>
              <a:rPr sz="1200" spc="15" dirty="0">
                <a:latin typeface="Times New Roman"/>
                <a:cs typeface="Times New Roman"/>
              </a:rPr>
              <a:t> </a:t>
            </a:r>
            <a:r>
              <a:rPr sz="1200" spc="-5" dirty="0">
                <a:latin typeface="Times New Roman"/>
                <a:cs typeface="Times New Roman"/>
              </a:rPr>
              <a:t>for</a:t>
            </a:r>
            <a:r>
              <a:rPr sz="1200" spc="10" dirty="0">
                <a:latin typeface="Times New Roman"/>
                <a:cs typeface="Times New Roman"/>
              </a:rPr>
              <a:t> </a:t>
            </a:r>
            <a:r>
              <a:rPr sz="1200" spc="-5" dirty="0">
                <a:latin typeface="Times New Roman"/>
                <a:cs typeface="Times New Roman"/>
              </a:rPr>
              <a:t>community</a:t>
            </a:r>
            <a:r>
              <a:rPr sz="1200" spc="-15" dirty="0">
                <a:latin typeface="Times New Roman"/>
                <a:cs typeface="Times New Roman"/>
              </a:rPr>
              <a:t> </a:t>
            </a:r>
            <a:r>
              <a:rPr sz="1200" spc="-5" dirty="0">
                <a:latin typeface="Times New Roman"/>
                <a:cs typeface="Times New Roman"/>
              </a:rPr>
              <a:t>support</a:t>
            </a:r>
            <a:r>
              <a:rPr sz="1200" spc="2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engagement</a:t>
            </a:r>
            <a:endParaRPr sz="1200" dirty="0">
              <a:latin typeface="Times New Roman"/>
              <a:cs typeface="Times New Roman"/>
            </a:endParaRPr>
          </a:p>
          <a:p>
            <a:pPr marL="195580" algn="ctr">
              <a:lnSpc>
                <a:spcPct val="100000"/>
              </a:lnSpc>
              <a:spcBef>
                <a:spcPts val="640"/>
              </a:spcBef>
            </a:pPr>
            <a:endParaRPr sz="1200" dirty="0">
              <a:latin typeface="Times New Roman"/>
              <a:cs typeface="Times New Roman"/>
            </a:endParaRPr>
          </a:p>
        </p:txBody>
      </p:sp>
      <p:pic>
        <p:nvPicPr>
          <p:cNvPr id="4" name="object 4"/>
          <p:cNvPicPr/>
          <p:nvPr/>
        </p:nvPicPr>
        <p:blipFill>
          <a:blip r:embed="rId2" cstate="print"/>
          <a:stretch>
            <a:fillRect/>
          </a:stretch>
        </p:blipFill>
        <p:spPr>
          <a:xfrm>
            <a:off x="1985660" y="4866018"/>
            <a:ext cx="3731276" cy="1829347"/>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6" name="TextBox 5">
            <a:extLst>
              <a:ext uri="{FF2B5EF4-FFF2-40B4-BE49-F238E27FC236}">
                <a16:creationId xmlns:a16="http://schemas.microsoft.com/office/drawing/2014/main" id="{6184E2B1-4992-05B6-047D-F85A5D5EB959}"/>
              </a:ext>
            </a:extLst>
          </p:cNvPr>
          <p:cNvSpPr txBox="1"/>
          <p:nvPr/>
        </p:nvSpPr>
        <p:spPr>
          <a:xfrm>
            <a:off x="3804920" y="977265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7</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2617" y="1202827"/>
            <a:ext cx="6388735" cy="8663269"/>
          </a:xfrm>
          <a:prstGeom prst="rect">
            <a:avLst/>
          </a:prstGeom>
        </p:spPr>
        <p:txBody>
          <a:bodyPr vert="horz" wrap="square" lIns="0" tIns="12065" rIns="0" bIns="0" rtlCol="0">
            <a:spAutoFit/>
          </a:bodyPr>
          <a:lstStyle/>
          <a:p>
            <a:pPr marR="191770" algn="ctr">
              <a:lnSpc>
                <a:spcPct val="100000"/>
              </a:lnSpc>
              <a:spcBef>
                <a:spcPts val="95"/>
              </a:spcBef>
            </a:pPr>
            <a:r>
              <a:rPr sz="1200" b="1" spc="-5" dirty="0">
                <a:latin typeface="Times New Roman"/>
                <a:cs typeface="Times New Roman"/>
              </a:rPr>
              <a:t>CHAPTER-3: COMMUNITY</a:t>
            </a:r>
            <a:r>
              <a:rPr sz="1200" b="1" spc="-50" dirty="0">
                <a:latin typeface="Times New Roman"/>
                <a:cs typeface="Times New Roman"/>
              </a:rPr>
              <a:t> </a:t>
            </a:r>
            <a:r>
              <a:rPr sz="1200" b="1" spc="-10" dirty="0">
                <a:latin typeface="Times New Roman"/>
                <a:cs typeface="Times New Roman"/>
              </a:rPr>
              <a:t>SERVICE</a:t>
            </a:r>
            <a:r>
              <a:rPr sz="1200" b="1" dirty="0">
                <a:latin typeface="Times New Roman"/>
                <a:cs typeface="Times New Roman"/>
              </a:rPr>
              <a:t> </a:t>
            </a:r>
            <a:r>
              <a:rPr sz="1200" b="1" spc="-40" dirty="0">
                <a:latin typeface="Times New Roman"/>
                <a:cs typeface="Times New Roman"/>
              </a:rPr>
              <a:t>PART</a:t>
            </a:r>
            <a:endParaRPr sz="1200" dirty="0">
              <a:latin typeface="Times New Roman"/>
              <a:cs typeface="Times New Roman"/>
            </a:endParaRPr>
          </a:p>
          <a:p>
            <a:pPr>
              <a:lnSpc>
                <a:spcPct val="100000"/>
              </a:lnSpc>
              <a:spcBef>
                <a:spcPts val="40"/>
              </a:spcBef>
            </a:pPr>
            <a:endParaRPr sz="1550" dirty="0">
              <a:latin typeface="Times New Roman"/>
              <a:cs typeface="Times New Roman"/>
            </a:endParaRPr>
          </a:p>
          <a:p>
            <a:pPr marL="1727200">
              <a:lnSpc>
                <a:spcPct val="100000"/>
              </a:lnSpc>
            </a:pPr>
            <a:r>
              <a:rPr sz="1400" b="1" spc="-5" dirty="0">
                <a:latin typeface="Times New Roman"/>
                <a:cs typeface="Times New Roman"/>
              </a:rPr>
              <a:t>Community</a:t>
            </a:r>
            <a:r>
              <a:rPr sz="1400" b="1" dirty="0">
                <a:latin typeface="Times New Roman"/>
                <a:cs typeface="Times New Roman"/>
              </a:rPr>
              <a:t> </a:t>
            </a:r>
            <a:r>
              <a:rPr sz="1400" b="1" spc="-5" dirty="0">
                <a:latin typeface="Times New Roman"/>
                <a:cs typeface="Times New Roman"/>
              </a:rPr>
              <a:t>Segments</a:t>
            </a:r>
            <a:r>
              <a:rPr sz="1400" b="1" dirty="0">
                <a:latin typeface="Times New Roman"/>
                <a:cs typeface="Times New Roman"/>
              </a:rPr>
              <a:t> </a:t>
            </a:r>
            <a:r>
              <a:rPr sz="1400" b="1" spc="-5" dirty="0">
                <a:latin typeface="Times New Roman"/>
                <a:cs typeface="Times New Roman"/>
              </a:rPr>
              <a:t>and</a:t>
            </a:r>
            <a:r>
              <a:rPr sz="1400" b="1" spc="5" dirty="0">
                <a:latin typeface="Times New Roman"/>
                <a:cs typeface="Times New Roman"/>
              </a:rPr>
              <a:t> </a:t>
            </a:r>
            <a:r>
              <a:rPr sz="1400" b="1" spc="-5" dirty="0">
                <a:latin typeface="Times New Roman"/>
                <a:cs typeface="Times New Roman"/>
              </a:rPr>
              <a:t>Usage Patterns</a:t>
            </a:r>
            <a:endParaRPr sz="1400" dirty="0">
              <a:latin typeface="Times New Roman"/>
              <a:cs typeface="Times New Roman"/>
            </a:endParaRPr>
          </a:p>
          <a:p>
            <a:pPr>
              <a:lnSpc>
                <a:spcPct val="100000"/>
              </a:lnSpc>
              <a:spcBef>
                <a:spcPts val="5"/>
              </a:spcBef>
            </a:pPr>
            <a:endParaRPr sz="1250" dirty="0">
              <a:latin typeface="Times New Roman"/>
              <a:cs typeface="Times New Roman"/>
            </a:endParaRPr>
          </a:p>
          <a:p>
            <a:pPr marR="648970" algn="ctr">
              <a:lnSpc>
                <a:spcPct val="100000"/>
              </a:lnSpc>
            </a:pPr>
            <a:r>
              <a:rPr sz="1400" b="1" spc="-5" dirty="0">
                <a:latin typeface="Times New Roman"/>
                <a:cs typeface="Times New Roman"/>
              </a:rPr>
              <a:t>Youth</a:t>
            </a:r>
            <a:r>
              <a:rPr sz="1400" b="1" spc="-15" dirty="0">
                <a:latin typeface="Times New Roman"/>
                <a:cs typeface="Times New Roman"/>
              </a:rPr>
              <a:t> </a:t>
            </a:r>
            <a:r>
              <a:rPr sz="1400" b="1" spc="-5" dirty="0">
                <a:latin typeface="Times New Roman"/>
                <a:cs typeface="Times New Roman"/>
              </a:rPr>
              <a:t>(18-24</a:t>
            </a:r>
            <a:r>
              <a:rPr sz="1400" b="1" spc="-20" dirty="0">
                <a:latin typeface="Times New Roman"/>
                <a:cs typeface="Times New Roman"/>
              </a:rPr>
              <a:t> </a:t>
            </a:r>
            <a:r>
              <a:rPr sz="1400" b="1" spc="-5" dirty="0">
                <a:latin typeface="Times New Roman"/>
                <a:cs typeface="Times New Roman"/>
              </a:rPr>
              <a:t>years)</a:t>
            </a:r>
            <a:endParaRPr sz="1400" dirty="0">
              <a:latin typeface="Times New Roman"/>
              <a:cs typeface="Times New Roman"/>
            </a:endParaRPr>
          </a:p>
          <a:p>
            <a:pPr>
              <a:lnSpc>
                <a:spcPct val="100000"/>
              </a:lnSpc>
              <a:spcBef>
                <a:spcPts val="55"/>
              </a:spcBef>
            </a:pPr>
            <a:endParaRPr sz="11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Primary</a:t>
            </a:r>
            <a:r>
              <a:rPr sz="1200" b="1" spc="-40" dirty="0">
                <a:latin typeface="Times New Roman"/>
                <a:cs typeface="Times New Roman"/>
              </a:rPr>
              <a:t> </a:t>
            </a:r>
            <a:r>
              <a:rPr sz="1200" b="1" spc="-5" dirty="0">
                <a:latin typeface="Times New Roman"/>
                <a:cs typeface="Times New Roman"/>
              </a:rPr>
              <a:t>Uses</a:t>
            </a:r>
            <a:r>
              <a:rPr sz="1200" spc="-5" dirty="0">
                <a:latin typeface="Times New Roman"/>
                <a:cs typeface="Times New Roman"/>
              </a:rPr>
              <a:t>:</a:t>
            </a:r>
            <a:endParaRPr sz="1200" dirty="0">
              <a:latin typeface="Times New Roman"/>
              <a:cs typeface="Times New Roman"/>
            </a:endParaRPr>
          </a:p>
          <a:p>
            <a:pPr marL="46926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Social</a:t>
            </a:r>
            <a:r>
              <a:rPr sz="1200" b="1" spc="15" dirty="0">
                <a:latin typeface="Times New Roman"/>
                <a:cs typeface="Times New Roman"/>
              </a:rPr>
              <a:t> </a:t>
            </a:r>
            <a:r>
              <a:rPr sz="1200" b="1" spc="-5" dirty="0">
                <a:latin typeface="Times New Roman"/>
                <a:cs typeface="Times New Roman"/>
              </a:rPr>
              <a:t>Media</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Extensive</a:t>
            </a:r>
            <a:r>
              <a:rPr sz="1200" spc="10" dirty="0">
                <a:latin typeface="Times New Roman"/>
                <a:cs typeface="Times New Roman"/>
              </a:rPr>
              <a:t> </a:t>
            </a:r>
            <a:r>
              <a:rPr sz="1200" spc="-5" dirty="0">
                <a:latin typeface="Times New Roman"/>
                <a:cs typeface="Times New Roman"/>
              </a:rPr>
              <a:t>use</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platforms</a:t>
            </a:r>
            <a:r>
              <a:rPr sz="1200" spc="10" dirty="0">
                <a:latin typeface="Times New Roman"/>
                <a:cs typeface="Times New Roman"/>
              </a:rPr>
              <a:t> </a:t>
            </a:r>
            <a:r>
              <a:rPr sz="1200" spc="-5" dirty="0">
                <a:latin typeface="Times New Roman"/>
                <a:cs typeface="Times New Roman"/>
              </a:rPr>
              <a:t>like</a:t>
            </a:r>
            <a:r>
              <a:rPr sz="1200" spc="25" dirty="0">
                <a:latin typeface="Times New Roman"/>
                <a:cs typeface="Times New Roman"/>
              </a:rPr>
              <a:t> </a:t>
            </a:r>
            <a:r>
              <a:rPr sz="1200" spc="-5" dirty="0">
                <a:latin typeface="Times New Roman"/>
                <a:cs typeface="Times New Roman"/>
              </a:rPr>
              <a:t>Instagram,</a:t>
            </a:r>
            <a:r>
              <a:rPr sz="1200" spc="5" dirty="0">
                <a:latin typeface="Times New Roman"/>
                <a:cs typeface="Times New Roman"/>
              </a:rPr>
              <a:t> </a:t>
            </a:r>
            <a:r>
              <a:rPr sz="1200" spc="-5" dirty="0">
                <a:latin typeface="Times New Roman"/>
                <a:cs typeface="Times New Roman"/>
              </a:rPr>
              <a:t>Snapchat,</a:t>
            </a:r>
            <a:r>
              <a:rPr sz="1200" spc="30" dirty="0">
                <a:latin typeface="Times New Roman"/>
                <a:cs typeface="Times New Roman"/>
              </a:rPr>
              <a:t> </a:t>
            </a:r>
            <a:r>
              <a:rPr sz="1200" dirty="0">
                <a:latin typeface="Times New Roman"/>
                <a:cs typeface="Times New Roman"/>
              </a:rPr>
              <a:t>and</a:t>
            </a:r>
            <a:r>
              <a:rPr sz="1200" spc="5" dirty="0">
                <a:latin typeface="Times New Roman"/>
                <a:cs typeface="Times New Roman"/>
              </a:rPr>
              <a:t> </a:t>
            </a:r>
            <a:r>
              <a:rPr sz="1200" spc="-5" dirty="0">
                <a:latin typeface="Times New Roman"/>
                <a:cs typeface="Times New Roman"/>
              </a:rPr>
              <a:t>Whatsapp.</a:t>
            </a:r>
            <a:endParaRPr sz="1200" dirty="0">
              <a:latin typeface="Times New Roman"/>
              <a:cs typeface="Times New Roman"/>
            </a:endParaRPr>
          </a:p>
          <a:p>
            <a:pPr marL="46926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Entertainment</a:t>
            </a:r>
            <a:r>
              <a:rPr sz="1200" spc="-5" dirty="0">
                <a:latin typeface="Times New Roman"/>
                <a:cs typeface="Times New Roman"/>
              </a:rPr>
              <a:t>:</a:t>
            </a:r>
            <a:r>
              <a:rPr sz="1200" spc="5" dirty="0">
                <a:latin typeface="Times New Roman"/>
                <a:cs typeface="Times New Roman"/>
              </a:rPr>
              <a:t> </a:t>
            </a:r>
            <a:r>
              <a:rPr sz="1200" dirty="0">
                <a:latin typeface="Times New Roman"/>
                <a:cs typeface="Times New Roman"/>
              </a:rPr>
              <a:t>Streaming </a:t>
            </a:r>
            <a:r>
              <a:rPr sz="1200" spc="-5" dirty="0">
                <a:latin typeface="Times New Roman"/>
                <a:cs typeface="Times New Roman"/>
              </a:rPr>
              <a:t>services</a:t>
            </a:r>
            <a:r>
              <a:rPr sz="1200" spc="10" dirty="0">
                <a:latin typeface="Times New Roman"/>
                <a:cs typeface="Times New Roman"/>
              </a:rPr>
              <a:t> </a:t>
            </a:r>
            <a:r>
              <a:rPr sz="1200" spc="-5" dirty="0">
                <a:latin typeface="Times New Roman"/>
                <a:cs typeface="Times New Roman"/>
              </a:rPr>
              <a:t>such</a:t>
            </a:r>
            <a:r>
              <a:rPr sz="1200" spc="15" dirty="0">
                <a:latin typeface="Times New Roman"/>
                <a:cs typeface="Times New Roman"/>
              </a:rPr>
              <a:t> </a:t>
            </a:r>
            <a:r>
              <a:rPr sz="1200" spc="-5" dirty="0">
                <a:latin typeface="Times New Roman"/>
                <a:cs typeface="Times New Roman"/>
              </a:rPr>
              <a:t>as</a:t>
            </a:r>
            <a:r>
              <a:rPr sz="1200" spc="10" dirty="0">
                <a:latin typeface="Times New Roman"/>
                <a:cs typeface="Times New Roman"/>
              </a:rPr>
              <a:t> </a:t>
            </a:r>
            <a:r>
              <a:rPr sz="1200" spc="-5" dirty="0">
                <a:latin typeface="Times New Roman"/>
                <a:cs typeface="Times New Roman"/>
              </a:rPr>
              <a:t>YouTube,</a:t>
            </a:r>
            <a:r>
              <a:rPr sz="1200" spc="5" dirty="0">
                <a:latin typeface="Times New Roman"/>
                <a:cs typeface="Times New Roman"/>
              </a:rPr>
              <a:t> </a:t>
            </a:r>
            <a:r>
              <a:rPr sz="1200" spc="-5" dirty="0">
                <a:latin typeface="Times New Roman"/>
                <a:cs typeface="Times New Roman"/>
              </a:rPr>
              <a:t>Netflix,</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music</a:t>
            </a:r>
            <a:r>
              <a:rPr sz="1200" spc="1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like</a:t>
            </a:r>
            <a:r>
              <a:rPr sz="1200" spc="15" dirty="0">
                <a:latin typeface="Times New Roman"/>
                <a:cs typeface="Times New Roman"/>
              </a:rPr>
              <a:t> </a:t>
            </a:r>
            <a:r>
              <a:rPr sz="1200" spc="-5" dirty="0">
                <a:latin typeface="Times New Roman"/>
                <a:cs typeface="Times New Roman"/>
              </a:rPr>
              <a:t>Spotify.</a:t>
            </a:r>
            <a:endParaRPr sz="1200" dirty="0">
              <a:latin typeface="Times New Roman"/>
              <a:cs typeface="Times New Roman"/>
            </a:endParaRPr>
          </a:p>
          <a:p>
            <a:pPr marL="46926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Gaming</a:t>
            </a:r>
            <a:r>
              <a:rPr sz="1200" spc="-5" dirty="0">
                <a:latin typeface="Times New Roman"/>
                <a:cs typeface="Times New Roman"/>
              </a:rPr>
              <a:t>: Mobile</a:t>
            </a:r>
            <a:r>
              <a:rPr sz="1200" spc="5" dirty="0">
                <a:latin typeface="Times New Roman"/>
                <a:cs typeface="Times New Roman"/>
              </a:rPr>
              <a:t> </a:t>
            </a:r>
            <a:r>
              <a:rPr sz="1200" spc="-5" dirty="0">
                <a:latin typeface="Times New Roman"/>
                <a:cs typeface="Times New Roman"/>
              </a:rPr>
              <a:t>gaming</a:t>
            </a:r>
            <a:r>
              <a:rPr sz="1200" spc="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eSports</a:t>
            </a:r>
            <a:r>
              <a:rPr sz="1200" dirty="0">
                <a:latin typeface="Times New Roman"/>
                <a:cs typeface="Times New Roman"/>
              </a:rPr>
              <a:t> are highly</a:t>
            </a:r>
            <a:r>
              <a:rPr sz="1200" spc="-20" dirty="0">
                <a:latin typeface="Times New Roman"/>
                <a:cs typeface="Times New Roman"/>
              </a:rPr>
              <a:t> </a:t>
            </a:r>
            <a:r>
              <a:rPr sz="1200" spc="-5" dirty="0">
                <a:latin typeface="Times New Roman"/>
                <a:cs typeface="Times New Roman"/>
              </a:rPr>
              <a:t>popular.</a:t>
            </a:r>
            <a:endParaRPr sz="1200" dirty="0">
              <a:latin typeface="Times New Roman"/>
              <a:cs typeface="Times New Roman"/>
            </a:endParaRPr>
          </a:p>
          <a:p>
            <a:pPr marL="12065">
              <a:lnSpc>
                <a:spcPts val="1380"/>
              </a:lnSpc>
              <a:buSzPct val="83333"/>
              <a:tabLst>
                <a:tab pos="240665" algn="l"/>
                <a:tab pos="241935" algn="l"/>
              </a:tabLst>
            </a:pPr>
            <a:r>
              <a:rPr sz="1200" b="1" spc="-5" dirty="0">
                <a:latin typeface="Times New Roman"/>
                <a:cs typeface="Times New Roman"/>
              </a:rPr>
              <a:t>Preferences</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High-performance</a:t>
            </a:r>
            <a:r>
              <a:rPr sz="1200" spc="5" dirty="0">
                <a:latin typeface="Times New Roman"/>
                <a:cs typeface="Times New Roman"/>
              </a:rPr>
              <a:t> </a:t>
            </a:r>
            <a:r>
              <a:rPr sz="1200" spc="-5" dirty="0">
                <a:latin typeface="Times New Roman"/>
                <a:cs typeface="Times New Roman"/>
              </a:rPr>
              <a:t>devices</a:t>
            </a:r>
            <a:r>
              <a:rPr sz="1200" spc="15"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advanced</a:t>
            </a:r>
            <a:r>
              <a:rPr sz="1200" spc="25" dirty="0">
                <a:latin typeface="Times New Roman"/>
                <a:cs typeface="Times New Roman"/>
              </a:rPr>
              <a:t> </a:t>
            </a:r>
            <a:r>
              <a:rPr sz="1200" spc="-5" dirty="0">
                <a:latin typeface="Times New Roman"/>
                <a:cs typeface="Times New Roman"/>
              </a:rPr>
              <a:t>camera</a:t>
            </a:r>
            <a:r>
              <a:rPr sz="1200" spc="15" dirty="0">
                <a:latin typeface="Times New Roman"/>
                <a:cs typeface="Times New Roman"/>
              </a:rPr>
              <a:t> </a:t>
            </a:r>
            <a:r>
              <a:rPr sz="1200" spc="-5" dirty="0">
                <a:latin typeface="Times New Roman"/>
                <a:cs typeface="Times New Roman"/>
              </a:rPr>
              <a:t>features</a:t>
            </a:r>
            <a:r>
              <a:rPr sz="1200" spc="2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large,</a:t>
            </a:r>
            <a:r>
              <a:rPr sz="1200" spc="10" dirty="0">
                <a:latin typeface="Times New Roman"/>
                <a:cs typeface="Times New Roman"/>
              </a:rPr>
              <a:t> </a:t>
            </a:r>
            <a:r>
              <a:rPr sz="1200" spc="-5" dirty="0">
                <a:latin typeface="Times New Roman"/>
                <a:cs typeface="Times New Roman"/>
              </a:rPr>
              <a:t>vibrant</a:t>
            </a:r>
            <a:r>
              <a:rPr sz="1200" spc="15" dirty="0">
                <a:latin typeface="Times New Roman"/>
                <a:cs typeface="Times New Roman"/>
              </a:rPr>
              <a:t> </a:t>
            </a:r>
            <a:r>
              <a:rPr sz="1200" spc="-5" dirty="0">
                <a:latin typeface="Times New Roman"/>
                <a:cs typeface="Times New Roman"/>
              </a:rPr>
              <a:t>screens.</a:t>
            </a:r>
            <a:endParaRPr sz="12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Trends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Preference</a:t>
            </a:r>
            <a:r>
              <a:rPr sz="1200" spc="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that</a:t>
            </a:r>
            <a:r>
              <a:rPr sz="1200" spc="5" dirty="0">
                <a:latin typeface="Times New Roman"/>
                <a:cs typeface="Times New Roman"/>
              </a:rPr>
              <a:t> </a:t>
            </a:r>
            <a:r>
              <a:rPr sz="1200" spc="-5" dirty="0">
                <a:latin typeface="Times New Roman"/>
                <a:cs typeface="Times New Roman"/>
              </a:rPr>
              <a:t>support</a:t>
            </a:r>
            <a:r>
              <a:rPr sz="1200" spc="10" dirty="0">
                <a:latin typeface="Times New Roman"/>
                <a:cs typeface="Times New Roman"/>
              </a:rPr>
              <a:t> </a:t>
            </a:r>
            <a:r>
              <a:rPr sz="1200" dirty="0">
                <a:latin typeface="Times New Roman"/>
                <a:cs typeface="Times New Roman"/>
              </a:rPr>
              <a:t>short-form</a:t>
            </a:r>
            <a:r>
              <a:rPr sz="1200" spc="10" dirty="0">
                <a:latin typeface="Times New Roman"/>
                <a:cs typeface="Times New Roman"/>
              </a:rPr>
              <a:t> </a:t>
            </a:r>
            <a:r>
              <a:rPr sz="1200" spc="-5" dirty="0">
                <a:latin typeface="Times New Roman"/>
                <a:cs typeface="Times New Roman"/>
              </a:rPr>
              <a:t>content</a:t>
            </a:r>
            <a:r>
              <a:rPr sz="1200" spc="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interactive</a:t>
            </a:r>
            <a:r>
              <a:rPr sz="1200" spc="15" dirty="0">
                <a:latin typeface="Times New Roman"/>
                <a:cs typeface="Times New Roman"/>
              </a:rPr>
              <a:t> </a:t>
            </a:r>
            <a:r>
              <a:rPr sz="1200" spc="-5" dirty="0">
                <a:latin typeface="Times New Roman"/>
                <a:cs typeface="Times New Roman"/>
              </a:rPr>
              <a:t>entertainment.</a:t>
            </a:r>
            <a:endParaRPr sz="1200" dirty="0">
              <a:latin typeface="Times New Roman"/>
              <a:cs typeface="Times New Roman"/>
            </a:endParaRPr>
          </a:p>
          <a:p>
            <a:pPr>
              <a:lnSpc>
                <a:spcPct val="100000"/>
              </a:lnSpc>
              <a:spcBef>
                <a:spcPts val="45"/>
              </a:spcBef>
              <a:buFont typeface="Symbol"/>
              <a:buChar char=""/>
            </a:pPr>
            <a:endParaRPr sz="1150" dirty="0">
              <a:latin typeface="Times New Roman"/>
              <a:cs typeface="Times New Roman"/>
            </a:endParaRPr>
          </a:p>
          <a:p>
            <a:pPr marR="610870" algn="ctr">
              <a:lnSpc>
                <a:spcPct val="100000"/>
              </a:lnSpc>
            </a:pPr>
            <a:r>
              <a:rPr sz="1400" b="1" spc="-5" dirty="0">
                <a:latin typeface="Times New Roman"/>
                <a:cs typeface="Times New Roman"/>
              </a:rPr>
              <a:t>Young Adults</a:t>
            </a:r>
            <a:r>
              <a:rPr sz="1400" b="1" spc="-10" dirty="0">
                <a:latin typeface="Times New Roman"/>
                <a:cs typeface="Times New Roman"/>
              </a:rPr>
              <a:t> </a:t>
            </a:r>
            <a:r>
              <a:rPr sz="1400" b="1" spc="-5" dirty="0">
                <a:latin typeface="Times New Roman"/>
                <a:cs typeface="Times New Roman"/>
              </a:rPr>
              <a:t>(25-40</a:t>
            </a:r>
            <a:r>
              <a:rPr sz="1400" b="1" spc="-10" dirty="0">
                <a:latin typeface="Times New Roman"/>
                <a:cs typeface="Times New Roman"/>
              </a:rPr>
              <a:t> </a:t>
            </a:r>
            <a:r>
              <a:rPr sz="1400" b="1" spc="-5" dirty="0">
                <a:latin typeface="Times New Roman"/>
                <a:cs typeface="Times New Roman"/>
              </a:rPr>
              <a:t>years)</a:t>
            </a:r>
            <a:endParaRPr sz="1400" dirty="0">
              <a:latin typeface="Times New Roman"/>
              <a:cs typeface="Times New Roman"/>
            </a:endParaRPr>
          </a:p>
          <a:p>
            <a:pPr>
              <a:lnSpc>
                <a:spcPct val="100000"/>
              </a:lnSpc>
              <a:spcBef>
                <a:spcPts val="45"/>
              </a:spcBef>
            </a:pPr>
            <a:endParaRPr sz="11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Primary</a:t>
            </a:r>
            <a:r>
              <a:rPr sz="1200" b="1" spc="-40" dirty="0">
                <a:latin typeface="Times New Roman"/>
                <a:cs typeface="Times New Roman"/>
              </a:rPr>
              <a:t> </a:t>
            </a:r>
            <a:r>
              <a:rPr sz="1200" b="1" spc="-5" dirty="0">
                <a:latin typeface="Times New Roman"/>
                <a:cs typeface="Times New Roman"/>
              </a:rPr>
              <a:t>Uses</a:t>
            </a:r>
            <a:r>
              <a:rPr sz="1200" spc="-5" dirty="0">
                <a:latin typeface="Times New Roman"/>
                <a:cs typeface="Times New Roman"/>
              </a:rPr>
              <a:t>:</a:t>
            </a:r>
            <a:endParaRPr sz="1200" dirty="0">
              <a:latin typeface="Times New Roman"/>
              <a:cs typeface="Times New Roman"/>
            </a:endParaRPr>
          </a:p>
          <a:p>
            <a:pPr marL="469900" marR="194945" lvl="1">
              <a:lnSpc>
                <a:spcPts val="1380"/>
              </a:lnSpc>
              <a:spcBef>
                <a:spcPts val="65"/>
              </a:spcBef>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Productivity</a:t>
            </a:r>
            <a:r>
              <a:rPr sz="1200" spc="-5" dirty="0">
                <a:latin typeface="Times New Roman"/>
                <a:cs typeface="Times New Roman"/>
              </a:rPr>
              <a:t>:</a:t>
            </a:r>
            <a:r>
              <a:rPr sz="1200" dirty="0">
                <a:latin typeface="Times New Roman"/>
                <a:cs typeface="Times New Roman"/>
              </a:rPr>
              <a:t> Use</a:t>
            </a:r>
            <a:r>
              <a:rPr sz="1200" spc="5"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like</a:t>
            </a:r>
            <a:r>
              <a:rPr sz="1200" spc="5" dirty="0">
                <a:latin typeface="Times New Roman"/>
                <a:cs typeface="Times New Roman"/>
              </a:rPr>
              <a:t> </a:t>
            </a:r>
            <a:r>
              <a:rPr sz="1200" spc="-5" dirty="0">
                <a:latin typeface="Times New Roman"/>
                <a:cs typeface="Times New Roman"/>
              </a:rPr>
              <a:t>Microsoft</a:t>
            </a:r>
            <a:r>
              <a:rPr sz="1200" spc="10" dirty="0">
                <a:latin typeface="Times New Roman"/>
                <a:cs typeface="Times New Roman"/>
              </a:rPr>
              <a:t> </a:t>
            </a:r>
            <a:r>
              <a:rPr sz="1200" spc="-5" dirty="0">
                <a:latin typeface="Times New Roman"/>
                <a:cs typeface="Times New Roman"/>
              </a:rPr>
              <a:t>Office,</a:t>
            </a:r>
            <a:r>
              <a:rPr sz="1200" spc="20" dirty="0">
                <a:latin typeface="Times New Roman"/>
                <a:cs typeface="Times New Roman"/>
              </a:rPr>
              <a:t> </a:t>
            </a:r>
            <a:r>
              <a:rPr sz="1200" spc="-5" dirty="0">
                <a:latin typeface="Times New Roman"/>
                <a:cs typeface="Times New Roman"/>
              </a:rPr>
              <a:t>Google</a:t>
            </a:r>
            <a:r>
              <a:rPr sz="1200" spc="5" dirty="0">
                <a:latin typeface="Times New Roman"/>
                <a:cs typeface="Times New Roman"/>
              </a:rPr>
              <a:t> </a:t>
            </a:r>
            <a:r>
              <a:rPr sz="1200" spc="-5" dirty="0">
                <a:latin typeface="Times New Roman"/>
                <a:cs typeface="Times New Roman"/>
              </a:rPr>
              <a:t>Workspace,</a:t>
            </a:r>
            <a:r>
              <a:rPr sz="1200" spc="30"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Slack</a:t>
            </a:r>
            <a:r>
              <a:rPr sz="1200" spc="5" dirty="0">
                <a:latin typeface="Times New Roman"/>
                <a:cs typeface="Times New Roman"/>
              </a:rPr>
              <a:t> </a:t>
            </a:r>
            <a:r>
              <a:rPr sz="1200" spc="-5" dirty="0">
                <a:latin typeface="Times New Roman"/>
                <a:cs typeface="Times New Roman"/>
              </a:rPr>
              <a:t>for</a:t>
            </a:r>
            <a:r>
              <a:rPr sz="1200" dirty="0">
                <a:latin typeface="Times New Roman"/>
                <a:cs typeface="Times New Roman"/>
              </a:rPr>
              <a:t> work- </a:t>
            </a:r>
            <a:r>
              <a:rPr sz="1200" spc="-285" dirty="0">
                <a:latin typeface="Times New Roman"/>
                <a:cs typeface="Times New Roman"/>
              </a:rPr>
              <a:t> </a:t>
            </a:r>
            <a:r>
              <a:rPr sz="1200" spc="-5" dirty="0">
                <a:latin typeface="Times New Roman"/>
                <a:cs typeface="Times New Roman"/>
              </a:rPr>
              <a:t>related</a:t>
            </a:r>
            <a:r>
              <a:rPr sz="1200" spc="-10" dirty="0">
                <a:latin typeface="Times New Roman"/>
                <a:cs typeface="Times New Roman"/>
              </a:rPr>
              <a:t> </a:t>
            </a:r>
            <a:r>
              <a:rPr sz="1200" spc="-5" dirty="0">
                <a:latin typeface="Times New Roman"/>
                <a:cs typeface="Times New Roman"/>
              </a:rPr>
              <a:t>tasks.</a:t>
            </a:r>
            <a:endParaRPr sz="1200" dirty="0">
              <a:latin typeface="Times New Roman"/>
              <a:cs typeface="Times New Roman"/>
            </a:endParaRPr>
          </a:p>
          <a:p>
            <a:pPr marL="469900" marR="241300"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Communication</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Email,</a:t>
            </a:r>
            <a:r>
              <a:rPr sz="1200" spc="5" dirty="0">
                <a:latin typeface="Times New Roman"/>
                <a:cs typeface="Times New Roman"/>
              </a:rPr>
              <a:t> </a:t>
            </a:r>
            <a:r>
              <a:rPr sz="1200" spc="-5" dirty="0">
                <a:latin typeface="Times New Roman"/>
                <a:cs typeface="Times New Roman"/>
              </a:rPr>
              <a:t>messaging</a:t>
            </a:r>
            <a:r>
              <a:rPr sz="1200" spc="10" dirty="0">
                <a:latin typeface="Times New Roman"/>
                <a:cs typeface="Times New Roman"/>
              </a:rPr>
              <a:t> </a:t>
            </a:r>
            <a:r>
              <a:rPr sz="1200" spc="-5" dirty="0">
                <a:latin typeface="Times New Roman"/>
                <a:cs typeface="Times New Roman"/>
              </a:rPr>
              <a:t>apps,</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social</a:t>
            </a:r>
            <a:r>
              <a:rPr sz="1200" spc="15" dirty="0">
                <a:latin typeface="Times New Roman"/>
                <a:cs typeface="Times New Roman"/>
              </a:rPr>
              <a:t> </a:t>
            </a:r>
            <a:r>
              <a:rPr sz="1200" spc="-5" dirty="0">
                <a:latin typeface="Times New Roman"/>
                <a:cs typeface="Times New Roman"/>
              </a:rPr>
              <a:t>media</a:t>
            </a:r>
            <a:r>
              <a:rPr sz="1200" spc="5"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spc="-5" dirty="0">
                <a:latin typeface="Times New Roman"/>
                <a:cs typeface="Times New Roman"/>
              </a:rPr>
              <a:t>personal</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spc="-5" dirty="0">
                <a:latin typeface="Times New Roman"/>
                <a:cs typeface="Times New Roman"/>
              </a:rPr>
              <a:t>professional </a:t>
            </a:r>
            <a:r>
              <a:rPr sz="1200" spc="-285" dirty="0">
                <a:latin typeface="Times New Roman"/>
                <a:cs typeface="Times New Roman"/>
              </a:rPr>
              <a:t> </a:t>
            </a:r>
            <a:r>
              <a:rPr sz="1200" spc="-5" dirty="0">
                <a:latin typeface="Times New Roman"/>
                <a:cs typeface="Times New Roman"/>
              </a:rPr>
              <a:t>networking.</a:t>
            </a:r>
            <a:endParaRPr sz="1200" dirty="0">
              <a:latin typeface="Times New Roman"/>
              <a:cs typeface="Times New Roman"/>
            </a:endParaRPr>
          </a:p>
          <a:p>
            <a:pPr marL="469265" lvl="1">
              <a:lnSpc>
                <a:spcPts val="1315"/>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E-commerce</a:t>
            </a:r>
            <a:r>
              <a:rPr sz="1200" spc="-5" dirty="0">
                <a:latin typeface="Times New Roman"/>
                <a:cs typeface="Times New Roman"/>
              </a:rPr>
              <a:t>:</a:t>
            </a:r>
            <a:r>
              <a:rPr sz="1200" dirty="0">
                <a:latin typeface="Times New Roman"/>
                <a:cs typeface="Times New Roman"/>
              </a:rPr>
              <a:t> </a:t>
            </a:r>
            <a:r>
              <a:rPr sz="1200" spc="-5" dirty="0">
                <a:latin typeface="Times New Roman"/>
                <a:cs typeface="Times New Roman"/>
              </a:rPr>
              <a:t>Online</a:t>
            </a:r>
            <a:r>
              <a:rPr sz="1200" dirty="0">
                <a:latin typeface="Times New Roman"/>
                <a:cs typeface="Times New Roman"/>
              </a:rPr>
              <a:t> </a:t>
            </a:r>
            <a:r>
              <a:rPr sz="1200" spc="-5" dirty="0">
                <a:latin typeface="Times New Roman"/>
                <a:cs typeface="Times New Roman"/>
              </a:rPr>
              <a:t>shopping</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banking</a:t>
            </a:r>
            <a:r>
              <a:rPr sz="1200" spc="15" dirty="0">
                <a:latin typeface="Times New Roman"/>
                <a:cs typeface="Times New Roman"/>
              </a:rPr>
              <a:t> </a:t>
            </a:r>
            <a:r>
              <a:rPr sz="1200" spc="-5" dirty="0">
                <a:latin typeface="Times New Roman"/>
                <a:cs typeface="Times New Roman"/>
              </a:rPr>
              <a:t>apps</a:t>
            </a:r>
            <a:r>
              <a:rPr sz="1200" spc="15" dirty="0">
                <a:latin typeface="Times New Roman"/>
                <a:cs typeface="Times New Roman"/>
              </a:rPr>
              <a:t> </a:t>
            </a:r>
            <a:r>
              <a:rPr sz="1200" spc="-5" dirty="0">
                <a:latin typeface="Times New Roman"/>
                <a:cs typeface="Times New Roman"/>
              </a:rPr>
              <a:t>are</a:t>
            </a:r>
            <a:r>
              <a:rPr sz="1200" dirty="0">
                <a:latin typeface="Times New Roman"/>
                <a:cs typeface="Times New Roman"/>
              </a:rPr>
              <a:t> frequently</a:t>
            </a:r>
            <a:r>
              <a:rPr sz="1200" spc="-20" dirty="0">
                <a:latin typeface="Times New Roman"/>
                <a:cs typeface="Times New Roman"/>
              </a:rPr>
              <a:t> </a:t>
            </a:r>
            <a:r>
              <a:rPr sz="1200" spc="-5" dirty="0">
                <a:latin typeface="Times New Roman"/>
                <a:cs typeface="Times New Roman"/>
              </a:rPr>
              <a:t>used.</a:t>
            </a:r>
            <a:endParaRPr sz="1200" dirty="0">
              <a:latin typeface="Times New Roman"/>
              <a:cs typeface="Times New Roman"/>
            </a:endParaRPr>
          </a:p>
          <a:p>
            <a:pPr marL="12065">
              <a:lnSpc>
                <a:spcPts val="1380"/>
              </a:lnSpc>
              <a:buSzPct val="83333"/>
              <a:tabLst>
                <a:tab pos="240665" algn="l"/>
                <a:tab pos="241935" algn="l"/>
              </a:tabLst>
            </a:pPr>
            <a:r>
              <a:rPr sz="1200" b="1" spc="-5" dirty="0">
                <a:latin typeface="Times New Roman"/>
                <a:cs typeface="Times New Roman"/>
              </a:rPr>
              <a:t>Preferences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Devices</a:t>
            </a:r>
            <a:r>
              <a:rPr sz="1200" spc="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spc="-5" dirty="0">
                <a:latin typeface="Times New Roman"/>
                <a:cs typeface="Times New Roman"/>
              </a:rPr>
              <a:t>balanced</a:t>
            </a:r>
            <a:r>
              <a:rPr sz="1200" spc="10" dirty="0">
                <a:latin typeface="Times New Roman"/>
                <a:cs typeface="Times New Roman"/>
              </a:rPr>
              <a:t> </a:t>
            </a:r>
            <a:r>
              <a:rPr sz="1200" spc="-5" dirty="0">
                <a:latin typeface="Times New Roman"/>
                <a:cs typeface="Times New Roman"/>
              </a:rPr>
              <a:t>performance,</a:t>
            </a:r>
            <a:r>
              <a:rPr sz="1200" spc="20" dirty="0">
                <a:latin typeface="Times New Roman"/>
                <a:cs typeface="Times New Roman"/>
              </a:rPr>
              <a:t> </a:t>
            </a:r>
            <a:r>
              <a:rPr sz="1200" spc="-5" dirty="0">
                <a:latin typeface="Times New Roman"/>
                <a:cs typeface="Times New Roman"/>
              </a:rPr>
              <a:t>good</a:t>
            </a:r>
            <a:r>
              <a:rPr sz="1200" spc="20" dirty="0">
                <a:latin typeface="Times New Roman"/>
                <a:cs typeface="Times New Roman"/>
              </a:rPr>
              <a:t> </a:t>
            </a:r>
            <a:r>
              <a:rPr sz="1200" dirty="0">
                <a:latin typeface="Times New Roman"/>
                <a:cs typeface="Times New Roman"/>
              </a:rPr>
              <a:t>battery</a:t>
            </a:r>
            <a:r>
              <a:rPr sz="1200" spc="-15" dirty="0">
                <a:latin typeface="Times New Roman"/>
                <a:cs typeface="Times New Roman"/>
              </a:rPr>
              <a:t> </a:t>
            </a:r>
            <a:r>
              <a:rPr sz="1200" spc="-5" dirty="0">
                <a:latin typeface="Times New Roman"/>
                <a:cs typeface="Times New Roman"/>
              </a:rPr>
              <a:t>life,</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multitasking </a:t>
            </a:r>
            <a:r>
              <a:rPr sz="1200" spc="-5" dirty="0">
                <a:latin typeface="Times New Roman"/>
                <a:cs typeface="Times New Roman"/>
              </a:rPr>
              <a:t>capabilities.</a:t>
            </a:r>
            <a:endParaRPr sz="12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Trends</a:t>
            </a:r>
            <a:r>
              <a:rPr sz="1200" spc="-5" dirty="0">
                <a:latin typeface="Times New Roman"/>
                <a:cs typeface="Times New Roman"/>
              </a:rPr>
              <a:t>:</a:t>
            </a:r>
            <a:r>
              <a:rPr sz="1200" dirty="0">
                <a:latin typeface="Times New Roman"/>
                <a:cs typeface="Times New Roman"/>
              </a:rPr>
              <a:t> </a:t>
            </a:r>
            <a:r>
              <a:rPr sz="1200" spc="-5" dirty="0">
                <a:latin typeface="Times New Roman"/>
                <a:cs typeface="Times New Roman"/>
              </a:rPr>
              <a:t>Growing use</a:t>
            </a:r>
            <a:r>
              <a:rPr sz="1200" spc="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spc="-5" dirty="0">
                <a:latin typeface="Times New Roman"/>
                <a:cs typeface="Times New Roman"/>
              </a:rPr>
              <a:t>fitness</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health</a:t>
            </a:r>
            <a:r>
              <a:rPr sz="1200" spc="5" dirty="0">
                <a:latin typeface="Times New Roman"/>
                <a:cs typeface="Times New Roman"/>
              </a:rPr>
              <a:t> </a:t>
            </a:r>
            <a:r>
              <a:rPr sz="1200" dirty="0">
                <a:latin typeface="Times New Roman"/>
                <a:cs typeface="Times New Roman"/>
              </a:rPr>
              <a:t>tracking</a:t>
            </a:r>
            <a:r>
              <a:rPr sz="1200" spc="-10" dirty="0">
                <a:latin typeface="Times New Roman"/>
                <a:cs typeface="Times New Roman"/>
              </a:rPr>
              <a:t> </a:t>
            </a:r>
            <a:r>
              <a:rPr sz="1200" spc="-5" dirty="0">
                <a:latin typeface="Times New Roman"/>
                <a:cs typeface="Times New Roman"/>
              </a:rPr>
              <a:t>apps,</a:t>
            </a:r>
            <a:r>
              <a:rPr sz="1200" spc="25" dirty="0">
                <a:latin typeface="Times New Roman"/>
                <a:cs typeface="Times New Roman"/>
              </a:rPr>
              <a:t> </a:t>
            </a:r>
            <a:r>
              <a:rPr sz="1200" spc="-5" dirty="0">
                <a:latin typeface="Times New Roman"/>
                <a:cs typeface="Times New Roman"/>
              </a:rPr>
              <a:t>as</a:t>
            </a:r>
            <a:r>
              <a:rPr sz="1200" dirty="0">
                <a:latin typeface="Times New Roman"/>
                <a:cs typeface="Times New Roman"/>
              </a:rPr>
              <a:t> </a:t>
            </a:r>
            <a:r>
              <a:rPr sz="1200" spc="-5" dirty="0">
                <a:latin typeface="Times New Roman"/>
                <a:cs typeface="Times New Roman"/>
              </a:rPr>
              <a:t>well</a:t>
            </a:r>
            <a:r>
              <a:rPr sz="1200" spc="15" dirty="0">
                <a:latin typeface="Times New Roman"/>
                <a:cs typeface="Times New Roman"/>
              </a:rPr>
              <a:t> </a:t>
            </a:r>
            <a:r>
              <a:rPr sz="1200" spc="-5" dirty="0">
                <a:latin typeface="Times New Roman"/>
                <a:cs typeface="Times New Roman"/>
              </a:rPr>
              <a:t>as</a:t>
            </a:r>
            <a:r>
              <a:rPr sz="1200" dirty="0">
                <a:latin typeface="Times New Roman"/>
                <a:cs typeface="Times New Roman"/>
              </a:rPr>
              <a:t> smart</a:t>
            </a:r>
            <a:r>
              <a:rPr sz="1200" spc="5" dirty="0">
                <a:latin typeface="Times New Roman"/>
                <a:cs typeface="Times New Roman"/>
              </a:rPr>
              <a:t> </a:t>
            </a:r>
            <a:r>
              <a:rPr sz="1200" spc="-5" dirty="0">
                <a:latin typeface="Times New Roman"/>
                <a:cs typeface="Times New Roman"/>
              </a:rPr>
              <a:t>home</a:t>
            </a:r>
            <a:r>
              <a:rPr sz="1200" spc="5" dirty="0">
                <a:latin typeface="Times New Roman"/>
                <a:cs typeface="Times New Roman"/>
              </a:rPr>
              <a:t> </a:t>
            </a:r>
            <a:r>
              <a:rPr sz="1200" spc="-5" dirty="0">
                <a:latin typeface="Times New Roman"/>
                <a:cs typeface="Times New Roman"/>
              </a:rPr>
              <a:t>integration.</a:t>
            </a:r>
            <a:endParaRPr sz="1200" dirty="0">
              <a:latin typeface="Times New Roman"/>
              <a:cs typeface="Times New Roman"/>
            </a:endParaRPr>
          </a:p>
          <a:p>
            <a:pPr>
              <a:lnSpc>
                <a:spcPct val="100000"/>
              </a:lnSpc>
              <a:spcBef>
                <a:spcPts val="45"/>
              </a:spcBef>
              <a:buFont typeface="Symbol"/>
              <a:buChar char=""/>
            </a:pPr>
            <a:endParaRPr sz="1150" dirty="0">
              <a:latin typeface="Times New Roman"/>
              <a:cs typeface="Times New Roman"/>
            </a:endParaRPr>
          </a:p>
          <a:p>
            <a:pPr marL="1727200">
              <a:lnSpc>
                <a:spcPct val="100000"/>
              </a:lnSpc>
              <a:spcBef>
                <a:spcPts val="5"/>
              </a:spcBef>
            </a:pPr>
            <a:r>
              <a:rPr sz="1400" b="1" spc="-5" dirty="0">
                <a:latin typeface="Times New Roman"/>
                <a:cs typeface="Times New Roman"/>
              </a:rPr>
              <a:t>Middle-aged</a:t>
            </a:r>
            <a:r>
              <a:rPr sz="1400" b="1" dirty="0">
                <a:latin typeface="Times New Roman"/>
                <a:cs typeface="Times New Roman"/>
              </a:rPr>
              <a:t> </a:t>
            </a:r>
            <a:r>
              <a:rPr sz="1400" b="1" spc="-5" dirty="0">
                <a:latin typeface="Times New Roman"/>
                <a:cs typeface="Times New Roman"/>
              </a:rPr>
              <a:t>Adults</a:t>
            </a:r>
            <a:r>
              <a:rPr sz="1400" b="1" dirty="0">
                <a:latin typeface="Times New Roman"/>
                <a:cs typeface="Times New Roman"/>
              </a:rPr>
              <a:t> </a:t>
            </a:r>
            <a:r>
              <a:rPr sz="1400" b="1" spc="-5" dirty="0">
                <a:latin typeface="Times New Roman"/>
                <a:cs typeface="Times New Roman"/>
              </a:rPr>
              <a:t>(41-60 years)</a:t>
            </a:r>
            <a:endParaRPr sz="1400" dirty="0">
              <a:latin typeface="Times New Roman"/>
              <a:cs typeface="Times New Roman"/>
            </a:endParaRPr>
          </a:p>
          <a:p>
            <a:pPr>
              <a:lnSpc>
                <a:spcPct val="100000"/>
              </a:lnSpc>
              <a:spcBef>
                <a:spcPts val="50"/>
              </a:spcBef>
            </a:pPr>
            <a:endParaRPr sz="1100" dirty="0">
              <a:latin typeface="Times New Roman"/>
              <a:cs typeface="Times New Roman"/>
            </a:endParaRPr>
          </a:p>
          <a:p>
            <a:pPr marL="12065">
              <a:lnSpc>
                <a:spcPts val="1410"/>
              </a:lnSpc>
              <a:spcBef>
                <a:spcPts val="5"/>
              </a:spcBef>
              <a:buSzPct val="83333"/>
              <a:tabLst>
                <a:tab pos="240665" algn="l"/>
                <a:tab pos="241935" algn="l"/>
              </a:tabLst>
            </a:pPr>
            <a:r>
              <a:rPr sz="1200" b="1" spc="-5" dirty="0">
                <a:latin typeface="Times New Roman"/>
                <a:cs typeface="Times New Roman"/>
              </a:rPr>
              <a:t>Primary</a:t>
            </a:r>
            <a:r>
              <a:rPr sz="1200" b="1" spc="-40" dirty="0">
                <a:latin typeface="Times New Roman"/>
                <a:cs typeface="Times New Roman"/>
              </a:rPr>
              <a:t> </a:t>
            </a:r>
            <a:r>
              <a:rPr sz="1200" b="1" spc="-5" dirty="0">
                <a:latin typeface="Times New Roman"/>
                <a:cs typeface="Times New Roman"/>
              </a:rPr>
              <a:t>Uses</a:t>
            </a:r>
            <a:r>
              <a:rPr sz="1200" spc="-5" dirty="0">
                <a:latin typeface="Times New Roman"/>
                <a:cs typeface="Times New Roman"/>
              </a:rPr>
              <a:t>:</a:t>
            </a:r>
            <a:endParaRPr sz="1200" dirty="0">
              <a:latin typeface="Times New Roman"/>
              <a:cs typeface="Times New Roman"/>
            </a:endParaRPr>
          </a:p>
          <a:p>
            <a:pPr marL="46926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Communication</a:t>
            </a:r>
            <a:r>
              <a:rPr sz="1200" spc="-5" dirty="0">
                <a:latin typeface="Times New Roman"/>
                <a:cs typeface="Times New Roman"/>
              </a:rPr>
              <a:t>:</a:t>
            </a:r>
            <a:r>
              <a:rPr sz="1200" spc="10" dirty="0">
                <a:latin typeface="Times New Roman"/>
                <a:cs typeface="Times New Roman"/>
              </a:rPr>
              <a:t> </a:t>
            </a:r>
            <a:r>
              <a:rPr sz="1200" spc="-5" dirty="0">
                <a:latin typeface="Times New Roman"/>
                <a:cs typeface="Times New Roman"/>
              </a:rPr>
              <a:t>Regular</a:t>
            </a:r>
            <a:r>
              <a:rPr sz="1200" spc="5" dirty="0">
                <a:latin typeface="Times New Roman"/>
                <a:cs typeface="Times New Roman"/>
              </a:rPr>
              <a:t> </a:t>
            </a:r>
            <a:r>
              <a:rPr sz="1200" spc="-5" dirty="0">
                <a:latin typeface="Times New Roman"/>
                <a:cs typeface="Times New Roman"/>
              </a:rPr>
              <a:t>use</a:t>
            </a:r>
            <a:r>
              <a:rPr sz="1200"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spc="-5" dirty="0">
                <a:latin typeface="Times New Roman"/>
                <a:cs typeface="Times New Roman"/>
              </a:rPr>
              <a:t>calls,</a:t>
            </a:r>
            <a:r>
              <a:rPr sz="1200" spc="15" dirty="0">
                <a:latin typeface="Times New Roman"/>
                <a:cs typeface="Times New Roman"/>
              </a:rPr>
              <a:t> </a:t>
            </a:r>
            <a:r>
              <a:rPr sz="1200" spc="-5" dirty="0">
                <a:latin typeface="Times New Roman"/>
                <a:cs typeface="Times New Roman"/>
              </a:rPr>
              <a:t>messaging apps,</a:t>
            </a:r>
            <a:r>
              <a:rPr sz="1200" spc="2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video</a:t>
            </a:r>
            <a:r>
              <a:rPr sz="1200" spc="5" dirty="0">
                <a:latin typeface="Times New Roman"/>
                <a:cs typeface="Times New Roman"/>
              </a:rPr>
              <a:t> </a:t>
            </a:r>
            <a:r>
              <a:rPr sz="1200" spc="-5" dirty="0">
                <a:latin typeface="Times New Roman"/>
                <a:cs typeface="Times New Roman"/>
              </a:rPr>
              <a:t>calls</a:t>
            </a:r>
            <a:r>
              <a:rPr sz="1200" spc="10"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stay</a:t>
            </a:r>
            <a:r>
              <a:rPr sz="1200" spc="-15" dirty="0">
                <a:latin typeface="Times New Roman"/>
                <a:cs typeface="Times New Roman"/>
              </a:rPr>
              <a:t> </a:t>
            </a:r>
            <a:r>
              <a:rPr sz="1200" spc="-5" dirty="0">
                <a:latin typeface="Times New Roman"/>
                <a:cs typeface="Times New Roman"/>
              </a:rPr>
              <a:t>connected.</a:t>
            </a:r>
            <a:endParaRPr sz="1200" dirty="0">
              <a:latin typeface="Times New Roman"/>
              <a:cs typeface="Times New Roman"/>
            </a:endParaRPr>
          </a:p>
          <a:p>
            <a:pPr marL="469900" marR="226695" lvl="1">
              <a:lnSpc>
                <a:spcPts val="1380"/>
              </a:lnSpc>
              <a:spcBef>
                <a:spcPts val="65"/>
              </a:spcBef>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News</a:t>
            </a:r>
            <a:r>
              <a:rPr sz="1200" b="1" dirty="0">
                <a:latin typeface="Times New Roman"/>
                <a:cs typeface="Times New Roman"/>
              </a:rPr>
              <a:t> </a:t>
            </a:r>
            <a:r>
              <a:rPr sz="1200" b="1" spc="-5" dirty="0">
                <a:latin typeface="Times New Roman"/>
                <a:cs typeface="Times New Roman"/>
              </a:rPr>
              <a:t>and</a:t>
            </a:r>
            <a:r>
              <a:rPr sz="1200" b="1" spc="10" dirty="0">
                <a:latin typeface="Times New Roman"/>
                <a:cs typeface="Times New Roman"/>
              </a:rPr>
              <a:t> </a:t>
            </a:r>
            <a:r>
              <a:rPr sz="1200" b="1" spc="-5" dirty="0">
                <a:latin typeface="Times New Roman"/>
                <a:cs typeface="Times New Roman"/>
              </a:rPr>
              <a:t>Information</a:t>
            </a:r>
            <a:r>
              <a:rPr sz="1200" spc="-5" dirty="0">
                <a:latin typeface="Times New Roman"/>
                <a:cs typeface="Times New Roman"/>
              </a:rPr>
              <a:t>:</a:t>
            </a:r>
            <a:r>
              <a:rPr sz="1200" dirty="0">
                <a:latin typeface="Times New Roman"/>
                <a:cs typeface="Times New Roman"/>
              </a:rPr>
              <a:t> </a:t>
            </a:r>
            <a:r>
              <a:rPr sz="1200" spc="-5" dirty="0">
                <a:latin typeface="Times New Roman"/>
                <a:cs typeface="Times New Roman"/>
              </a:rPr>
              <a:t>Consumption</a:t>
            </a:r>
            <a:r>
              <a:rPr sz="1200" spc="10"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news</a:t>
            </a:r>
            <a:r>
              <a:rPr sz="1200" spc="10" dirty="0">
                <a:latin typeface="Times New Roman"/>
                <a:cs typeface="Times New Roman"/>
              </a:rPr>
              <a:t> </a:t>
            </a:r>
            <a:r>
              <a:rPr sz="1200" spc="-5" dirty="0">
                <a:latin typeface="Times New Roman"/>
                <a:cs typeface="Times New Roman"/>
              </a:rPr>
              <a:t>through</a:t>
            </a:r>
            <a:r>
              <a:rPr sz="1200" spc="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like</a:t>
            </a:r>
            <a:r>
              <a:rPr sz="1200" spc="15" dirty="0">
                <a:latin typeface="Times New Roman"/>
                <a:cs typeface="Times New Roman"/>
              </a:rPr>
              <a:t> </a:t>
            </a:r>
            <a:r>
              <a:rPr sz="1200" spc="-5" dirty="0">
                <a:latin typeface="Times New Roman"/>
                <a:cs typeface="Times New Roman"/>
              </a:rPr>
              <a:t>Google</a:t>
            </a:r>
            <a:r>
              <a:rPr sz="1200" spc="5" dirty="0">
                <a:latin typeface="Times New Roman"/>
                <a:cs typeface="Times New Roman"/>
              </a:rPr>
              <a:t> </a:t>
            </a:r>
            <a:r>
              <a:rPr sz="1200" spc="-5" dirty="0">
                <a:latin typeface="Times New Roman"/>
                <a:cs typeface="Times New Roman"/>
              </a:rPr>
              <a:t>News,</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RSS </a:t>
            </a:r>
            <a:r>
              <a:rPr sz="1200" spc="-285" dirty="0">
                <a:latin typeface="Times New Roman"/>
                <a:cs typeface="Times New Roman"/>
              </a:rPr>
              <a:t> </a:t>
            </a:r>
            <a:r>
              <a:rPr sz="1200" spc="-5" dirty="0">
                <a:latin typeface="Times New Roman"/>
                <a:cs typeface="Times New Roman"/>
              </a:rPr>
              <a:t>feeds.</a:t>
            </a:r>
            <a:endParaRPr sz="1200" dirty="0">
              <a:latin typeface="Times New Roman"/>
              <a:cs typeface="Times New Roman"/>
            </a:endParaRPr>
          </a:p>
          <a:p>
            <a:pPr marL="469900" marR="952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Productivity</a:t>
            </a:r>
            <a:r>
              <a:rPr sz="1200" spc="-5" dirty="0">
                <a:latin typeface="Times New Roman"/>
                <a:cs typeface="Times New Roman"/>
              </a:rPr>
              <a:t>:</a:t>
            </a:r>
            <a:r>
              <a:rPr sz="1200" spc="5" dirty="0">
                <a:latin typeface="Times New Roman"/>
                <a:cs typeface="Times New Roman"/>
              </a:rPr>
              <a:t> </a:t>
            </a:r>
            <a:r>
              <a:rPr sz="1200" dirty="0">
                <a:latin typeface="Times New Roman"/>
                <a:cs typeface="Times New Roman"/>
              </a:rPr>
              <a:t>Use</a:t>
            </a:r>
            <a:r>
              <a:rPr sz="1200" spc="10"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organizational</a:t>
            </a:r>
            <a:r>
              <a:rPr sz="1200" spc="10" dirty="0">
                <a:latin typeface="Times New Roman"/>
                <a:cs typeface="Times New Roman"/>
              </a:rPr>
              <a:t> </a:t>
            </a:r>
            <a:r>
              <a:rPr sz="1200" spc="-5" dirty="0">
                <a:latin typeface="Times New Roman"/>
                <a:cs typeface="Times New Roman"/>
              </a:rPr>
              <a:t>tools</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calendars</a:t>
            </a:r>
            <a:r>
              <a:rPr sz="1200" spc="15"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manage</a:t>
            </a:r>
            <a:r>
              <a:rPr sz="1200" spc="5" dirty="0">
                <a:latin typeface="Times New Roman"/>
                <a:cs typeface="Times New Roman"/>
              </a:rPr>
              <a:t> </a:t>
            </a:r>
            <a:r>
              <a:rPr sz="1200" spc="-5" dirty="0">
                <a:latin typeface="Times New Roman"/>
                <a:cs typeface="Times New Roman"/>
              </a:rPr>
              <a:t>personal</a:t>
            </a:r>
            <a:r>
              <a:rPr sz="1200" spc="2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professional </a:t>
            </a:r>
            <a:r>
              <a:rPr sz="1200" spc="-285" dirty="0">
                <a:latin typeface="Times New Roman"/>
                <a:cs typeface="Times New Roman"/>
              </a:rPr>
              <a:t> </a:t>
            </a:r>
            <a:r>
              <a:rPr sz="1200" spc="-5" dirty="0">
                <a:latin typeface="Times New Roman"/>
                <a:cs typeface="Times New Roman"/>
              </a:rPr>
              <a:t>life.</a:t>
            </a:r>
            <a:endParaRPr sz="1200" dirty="0">
              <a:latin typeface="Times New Roman"/>
              <a:cs typeface="Times New Roman"/>
            </a:endParaRPr>
          </a:p>
          <a:p>
            <a:pPr marL="12065">
              <a:lnSpc>
                <a:spcPts val="1315"/>
              </a:lnSpc>
              <a:buSzPct val="83333"/>
              <a:tabLst>
                <a:tab pos="240665" algn="l"/>
                <a:tab pos="241935" algn="l"/>
              </a:tabLst>
            </a:pPr>
            <a:r>
              <a:rPr sz="1200" b="1" spc="-5" dirty="0">
                <a:latin typeface="Times New Roman"/>
                <a:cs typeface="Times New Roman"/>
              </a:rPr>
              <a:t>Preferences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Reliable</a:t>
            </a:r>
            <a:r>
              <a:rPr sz="1200" spc="10" dirty="0">
                <a:latin typeface="Times New Roman"/>
                <a:cs typeface="Times New Roman"/>
              </a:rPr>
              <a:t> </a:t>
            </a:r>
            <a:r>
              <a:rPr sz="1200" spc="-5"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straightforward</a:t>
            </a:r>
            <a:r>
              <a:rPr sz="1200" spc="5" dirty="0">
                <a:latin typeface="Times New Roman"/>
                <a:cs typeface="Times New Roman"/>
              </a:rPr>
              <a:t> </a:t>
            </a:r>
            <a:r>
              <a:rPr sz="1200" spc="-5" dirty="0">
                <a:latin typeface="Times New Roman"/>
                <a:cs typeface="Times New Roman"/>
              </a:rPr>
              <a:t>interfaces</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robust</a:t>
            </a:r>
            <a:r>
              <a:rPr sz="1200" spc="15" dirty="0">
                <a:latin typeface="Times New Roman"/>
                <a:cs typeface="Times New Roman"/>
              </a:rPr>
              <a:t> </a:t>
            </a:r>
            <a:r>
              <a:rPr sz="1200" dirty="0">
                <a:latin typeface="Times New Roman"/>
                <a:cs typeface="Times New Roman"/>
              </a:rPr>
              <a:t>security</a:t>
            </a:r>
            <a:r>
              <a:rPr sz="1200" spc="-5" dirty="0">
                <a:latin typeface="Times New Roman"/>
                <a:cs typeface="Times New Roman"/>
              </a:rPr>
              <a:t> features.</a:t>
            </a:r>
            <a:endParaRPr sz="12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Trends</a:t>
            </a:r>
            <a:r>
              <a:rPr sz="1200" spc="-5" dirty="0">
                <a:latin typeface="Times New Roman"/>
                <a:cs typeface="Times New Roman"/>
              </a:rPr>
              <a:t>:</a:t>
            </a:r>
            <a:r>
              <a:rPr sz="1200" spc="20" dirty="0">
                <a:latin typeface="Times New Roman"/>
                <a:cs typeface="Times New Roman"/>
              </a:rPr>
              <a:t> </a:t>
            </a:r>
            <a:r>
              <a:rPr sz="1200" spc="-5" dirty="0">
                <a:latin typeface="Times New Roman"/>
                <a:cs typeface="Times New Roman"/>
              </a:rPr>
              <a:t>Increasing</a:t>
            </a:r>
            <a:r>
              <a:rPr sz="1200" dirty="0">
                <a:latin typeface="Times New Roman"/>
                <a:cs typeface="Times New Roman"/>
              </a:rPr>
              <a:t> </a:t>
            </a:r>
            <a:r>
              <a:rPr sz="1200" spc="-5" dirty="0">
                <a:latin typeface="Times New Roman"/>
                <a:cs typeface="Times New Roman"/>
              </a:rPr>
              <a:t>adoption</a:t>
            </a:r>
            <a:r>
              <a:rPr sz="1200" spc="10"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digital</a:t>
            </a:r>
            <a:r>
              <a:rPr sz="1200" spc="10" dirty="0">
                <a:latin typeface="Times New Roman"/>
                <a:cs typeface="Times New Roman"/>
              </a:rPr>
              <a:t> </a:t>
            </a:r>
            <a:r>
              <a:rPr sz="1200" spc="-5" dirty="0">
                <a:latin typeface="Times New Roman"/>
                <a:cs typeface="Times New Roman"/>
              </a:rPr>
              <a:t>payments</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online</a:t>
            </a:r>
            <a:r>
              <a:rPr sz="1200" spc="10" dirty="0">
                <a:latin typeface="Times New Roman"/>
                <a:cs typeface="Times New Roman"/>
              </a:rPr>
              <a:t> </a:t>
            </a:r>
            <a:r>
              <a:rPr sz="1200" spc="-5" dirty="0">
                <a:latin typeface="Times New Roman"/>
                <a:cs typeface="Times New Roman"/>
              </a:rPr>
              <a:t>shopping</a:t>
            </a:r>
            <a:r>
              <a:rPr sz="1200" spc="5" dirty="0">
                <a:latin typeface="Times New Roman"/>
                <a:cs typeface="Times New Roman"/>
              </a:rPr>
              <a:t> </a:t>
            </a:r>
            <a:r>
              <a:rPr sz="1200" spc="-5" dirty="0">
                <a:latin typeface="Times New Roman"/>
                <a:cs typeface="Times New Roman"/>
              </a:rPr>
              <a:t>platforms.</a:t>
            </a:r>
            <a:endParaRPr sz="1200" dirty="0">
              <a:latin typeface="Times New Roman"/>
              <a:cs typeface="Times New Roman"/>
            </a:endParaRPr>
          </a:p>
          <a:p>
            <a:pPr>
              <a:lnSpc>
                <a:spcPct val="100000"/>
              </a:lnSpc>
              <a:spcBef>
                <a:spcPts val="35"/>
              </a:spcBef>
              <a:buFont typeface="Symbol"/>
              <a:buChar char=""/>
            </a:pPr>
            <a:endParaRPr sz="1150" dirty="0">
              <a:latin typeface="Times New Roman"/>
              <a:cs typeface="Times New Roman"/>
            </a:endParaRPr>
          </a:p>
          <a:p>
            <a:pPr marR="49530" algn="ctr">
              <a:lnSpc>
                <a:spcPct val="100000"/>
              </a:lnSpc>
            </a:pPr>
            <a:r>
              <a:rPr sz="1400" b="1" spc="-5" dirty="0">
                <a:latin typeface="Times New Roman"/>
                <a:cs typeface="Times New Roman"/>
              </a:rPr>
              <a:t>Seniors</a:t>
            </a:r>
            <a:r>
              <a:rPr sz="1400" b="1" dirty="0">
                <a:latin typeface="Times New Roman"/>
                <a:cs typeface="Times New Roman"/>
              </a:rPr>
              <a:t> </a:t>
            </a:r>
            <a:r>
              <a:rPr sz="1400" b="1" spc="-5" dirty="0">
                <a:latin typeface="Times New Roman"/>
                <a:cs typeface="Times New Roman"/>
              </a:rPr>
              <a:t>Citizens (60+ years)</a:t>
            </a:r>
            <a:endParaRPr sz="1400" dirty="0">
              <a:latin typeface="Times New Roman"/>
              <a:cs typeface="Times New Roman"/>
            </a:endParaRPr>
          </a:p>
          <a:p>
            <a:pPr>
              <a:lnSpc>
                <a:spcPct val="100000"/>
              </a:lnSpc>
            </a:pPr>
            <a:endParaRPr sz="115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Primary</a:t>
            </a:r>
            <a:r>
              <a:rPr sz="1200" b="1" spc="-40" dirty="0">
                <a:latin typeface="Times New Roman"/>
                <a:cs typeface="Times New Roman"/>
              </a:rPr>
              <a:t> </a:t>
            </a:r>
            <a:r>
              <a:rPr sz="1200" b="1" spc="-5" dirty="0">
                <a:latin typeface="Times New Roman"/>
                <a:cs typeface="Times New Roman"/>
              </a:rPr>
              <a:t>Uses</a:t>
            </a:r>
            <a:r>
              <a:rPr sz="1200" spc="-5" dirty="0">
                <a:latin typeface="Times New Roman"/>
                <a:cs typeface="Times New Roman"/>
              </a:rPr>
              <a:t>:</a:t>
            </a:r>
            <a:endParaRPr sz="1200" dirty="0">
              <a:latin typeface="Times New Roman"/>
              <a:cs typeface="Times New Roman"/>
            </a:endParaRPr>
          </a:p>
          <a:p>
            <a:pPr marL="469900" marR="608965" lvl="1">
              <a:lnSpc>
                <a:spcPts val="1380"/>
              </a:lnSpc>
              <a:spcBef>
                <a:spcPts val="65"/>
              </a:spcBef>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Communication</a:t>
            </a:r>
            <a:r>
              <a:rPr sz="1200" spc="-5" dirty="0">
                <a:latin typeface="Times New Roman"/>
                <a:cs typeface="Times New Roman"/>
              </a:rPr>
              <a:t>:</a:t>
            </a:r>
            <a:r>
              <a:rPr sz="1200" dirty="0">
                <a:latin typeface="Times New Roman"/>
                <a:cs typeface="Times New Roman"/>
              </a:rPr>
              <a:t> </a:t>
            </a:r>
            <a:r>
              <a:rPr sz="1200" spc="-5" dirty="0">
                <a:latin typeface="Times New Roman"/>
                <a:cs typeface="Times New Roman"/>
              </a:rPr>
              <a:t>Emphasis</a:t>
            </a:r>
            <a:r>
              <a:rPr sz="1200" spc="15" dirty="0">
                <a:latin typeface="Times New Roman"/>
                <a:cs typeface="Times New Roman"/>
              </a:rPr>
              <a:t> </a:t>
            </a:r>
            <a:r>
              <a:rPr sz="1200" spc="-5" dirty="0">
                <a:latin typeface="Times New Roman"/>
                <a:cs typeface="Times New Roman"/>
              </a:rPr>
              <a:t>on</a:t>
            </a:r>
            <a:r>
              <a:rPr sz="1200" dirty="0">
                <a:latin typeface="Times New Roman"/>
                <a:cs typeface="Times New Roman"/>
              </a:rPr>
              <a:t> </a:t>
            </a:r>
            <a:r>
              <a:rPr sz="1200" spc="-5" dirty="0">
                <a:latin typeface="Times New Roman"/>
                <a:cs typeface="Times New Roman"/>
              </a:rPr>
              <a:t>calls,</a:t>
            </a:r>
            <a:r>
              <a:rPr sz="1200" spc="10" dirty="0">
                <a:latin typeface="Times New Roman"/>
                <a:cs typeface="Times New Roman"/>
              </a:rPr>
              <a:t> </a:t>
            </a:r>
            <a:r>
              <a:rPr sz="1200" dirty="0">
                <a:latin typeface="Times New Roman"/>
                <a:cs typeface="Times New Roman"/>
              </a:rPr>
              <a:t>SMS,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video</a:t>
            </a:r>
            <a:r>
              <a:rPr sz="1200" spc="10" dirty="0">
                <a:latin typeface="Times New Roman"/>
                <a:cs typeface="Times New Roman"/>
              </a:rPr>
              <a:t> </a:t>
            </a:r>
            <a:r>
              <a:rPr sz="1200" spc="-5" dirty="0">
                <a:latin typeface="Times New Roman"/>
                <a:cs typeface="Times New Roman"/>
              </a:rPr>
              <a:t>chatting</a:t>
            </a:r>
            <a:r>
              <a:rPr sz="1200" spc="5" dirty="0">
                <a:latin typeface="Times New Roman"/>
                <a:cs typeface="Times New Roman"/>
              </a:rPr>
              <a:t> </a:t>
            </a:r>
            <a:r>
              <a:rPr sz="1200" spc="-5" dirty="0">
                <a:latin typeface="Times New Roman"/>
                <a:cs typeface="Times New Roman"/>
              </a:rPr>
              <a:t>apps</a:t>
            </a:r>
            <a:r>
              <a:rPr sz="1200" spc="10" dirty="0">
                <a:latin typeface="Times New Roman"/>
                <a:cs typeface="Times New Roman"/>
              </a:rPr>
              <a:t> </a:t>
            </a:r>
            <a:r>
              <a:rPr sz="1200" spc="-5" dirty="0">
                <a:latin typeface="Times New Roman"/>
                <a:cs typeface="Times New Roman"/>
              </a:rPr>
              <a:t>like</a:t>
            </a:r>
            <a:r>
              <a:rPr sz="1200" dirty="0">
                <a:latin typeface="Times New Roman"/>
                <a:cs typeface="Times New Roman"/>
              </a:rPr>
              <a:t> </a:t>
            </a:r>
            <a:r>
              <a:rPr sz="1200" spc="-5" dirty="0">
                <a:latin typeface="Times New Roman"/>
                <a:cs typeface="Times New Roman"/>
              </a:rPr>
              <a:t>Skype</a:t>
            </a:r>
            <a:r>
              <a:rPr sz="1200" spc="15" dirty="0">
                <a:latin typeface="Times New Roman"/>
                <a:cs typeface="Times New Roman"/>
              </a:rPr>
              <a:t> </a:t>
            </a:r>
            <a:r>
              <a:rPr sz="1200" spc="-5" dirty="0">
                <a:latin typeface="Times New Roman"/>
                <a:cs typeface="Times New Roman"/>
              </a:rPr>
              <a:t>and </a:t>
            </a:r>
            <a:r>
              <a:rPr sz="1200" spc="-285" dirty="0">
                <a:latin typeface="Times New Roman"/>
                <a:cs typeface="Times New Roman"/>
              </a:rPr>
              <a:t> </a:t>
            </a:r>
            <a:r>
              <a:rPr sz="1200" spc="-5" dirty="0">
                <a:latin typeface="Times New Roman"/>
                <a:cs typeface="Times New Roman"/>
              </a:rPr>
              <a:t>WhatsApp.</a:t>
            </a:r>
            <a:endParaRPr sz="1200" dirty="0">
              <a:latin typeface="Times New Roman"/>
              <a:cs typeface="Times New Roman"/>
            </a:endParaRPr>
          </a:p>
          <a:p>
            <a:pPr marL="469900" marR="467995" lvl="1">
              <a:lnSpc>
                <a:spcPts val="1380"/>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News</a:t>
            </a:r>
            <a:r>
              <a:rPr sz="1200" b="1" dirty="0">
                <a:latin typeface="Times New Roman"/>
                <a:cs typeface="Times New Roman"/>
              </a:rPr>
              <a:t> </a:t>
            </a:r>
            <a:r>
              <a:rPr sz="1200" b="1" spc="-5" dirty="0">
                <a:latin typeface="Times New Roman"/>
                <a:cs typeface="Times New Roman"/>
              </a:rPr>
              <a:t>and</a:t>
            </a:r>
            <a:r>
              <a:rPr sz="1200" b="1" spc="5" dirty="0">
                <a:latin typeface="Times New Roman"/>
                <a:cs typeface="Times New Roman"/>
              </a:rPr>
              <a:t> </a:t>
            </a:r>
            <a:r>
              <a:rPr sz="1200" b="1" spc="-5" dirty="0">
                <a:latin typeface="Times New Roman"/>
                <a:cs typeface="Times New Roman"/>
              </a:rPr>
              <a:t>Weather</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Regular</a:t>
            </a:r>
            <a:r>
              <a:rPr sz="1200" spc="10" dirty="0">
                <a:latin typeface="Times New Roman"/>
                <a:cs typeface="Times New Roman"/>
              </a:rPr>
              <a:t> </a:t>
            </a:r>
            <a:r>
              <a:rPr sz="1200" spc="-5" dirty="0">
                <a:latin typeface="Times New Roman"/>
                <a:cs typeface="Times New Roman"/>
              </a:rPr>
              <a:t>checking</a:t>
            </a:r>
            <a:r>
              <a:rPr sz="1200" dirty="0">
                <a:latin typeface="Times New Roman"/>
                <a:cs typeface="Times New Roman"/>
              </a:rPr>
              <a:t> of </a:t>
            </a:r>
            <a:r>
              <a:rPr sz="1200" spc="-5" dirty="0">
                <a:latin typeface="Times New Roman"/>
                <a:cs typeface="Times New Roman"/>
              </a:rPr>
              <a:t>news,</a:t>
            </a:r>
            <a:r>
              <a:rPr sz="1200" spc="20" dirty="0">
                <a:latin typeface="Times New Roman"/>
                <a:cs typeface="Times New Roman"/>
              </a:rPr>
              <a:t> </a:t>
            </a:r>
            <a:r>
              <a:rPr sz="1200" spc="-5" dirty="0">
                <a:latin typeface="Times New Roman"/>
                <a:cs typeface="Times New Roman"/>
              </a:rPr>
              <a:t>weather</a:t>
            </a:r>
            <a:r>
              <a:rPr sz="1200" spc="10" dirty="0">
                <a:latin typeface="Times New Roman"/>
                <a:cs typeface="Times New Roman"/>
              </a:rPr>
              <a:t> </a:t>
            </a:r>
            <a:r>
              <a:rPr sz="1200" spc="-5" dirty="0">
                <a:latin typeface="Times New Roman"/>
                <a:cs typeface="Times New Roman"/>
              </a:rPr>
              <a:t>forecasts,</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dirty="0">
                <a:latin typeface="Times New Roman"/>
                <a:cs typeface="Times New Roman"/>
              </a:rPr>
              <a:t>health-related </a:t>
            </a:r>
            <a:r>
              <a:rPr sz="1200" spc="-285" dirty="0">
                <a:latin typeface="Times New Roman"/>
                <a:cs typeface="Times New Roman"/>
              </a:rPr>
              <a:t> </a:t>
            </a:r>
            <a:r>
              <a:rPr sz="1200" spc="-5" dirty="0">
                <a:latin typeface="Times New Roman"/>
                <a:cs typeface="Times New Roman"/>
              </a:rPr>
              <a:t>information.</a:t>
            </a:r>
            <a:endParaRPr sz="1200" dirty="0">
              <a:latin typeface="Times New Roman"/>
              <a:cs typeface="Times New Roman"/>
            </a:endParaRPr>
          </a:p>
          <a:p>
            <a:pPr marL="469265" lvl="1">
              <a:lnSpc>
                <a:spcPts val="1315"/>
              </a:lnSpc>
              <a:buSzPct val="83333"/>
              <a:tabLst>
                <a:tab pos="697865" algn="l"/>
                <a:tab pos="699135" algn="l"/>
              </a:tabLst>
            </a:pPr>
            <a:r>
              <a:rPr lang="en-US" sz="1200" b="1" spc="-5" dirty="0">
                <a:latin typeface="Times New Roman"/>
                <a:cs typeface="Times New Roman"/>
              </a:rPr>
              <a:t>     </a:t>
            </a:r>
            <a:r>
              <a:rPr sz="1200" b="1" spc="-5" dirty="0">
                <a:latin typeface="Times New Roman"/>
                <a:cs typeface="Times New Roman"/>
              </a:rPr>
              <a:t>Health</a:t>
            </a:r>
            <a:r>
              <a:rPr sz="1200" b="1" spc="5" dirty="0">
                <a:latin typeface="Times New Roman"/>
                <a:cs typeface="Times New Roman"/>
              </a:rPr>
              <a:t> </a:t>
            </a:r>
            <a:r>
              <a:rPr sz="1200" b="1" spc="-5" dirty="0">
                <a:latin typeface="Times New Roman"/>
                <a:cs typeface="Times New Roman"/>
              </a:rPr>
              <a:t>Monitoring</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Usage</a:t>
            </a:r>
            <a:r>
              <a:rPr sz="1200" dirty="0">
                <a:latin typeface="Times New Roman"/>
                <a:cs typeface="Times New Roman"/>
              </a:rPr>
              <a:t> of</a:t>
            </a:r>
            <a:r>
              <a:rPr sz="1200" spc="5" dirty="0">
                <a:latin typeface="Times New Roman"/>
                <a:cs typeface="Times New Roman"/>
              </a:rPr>
              <a:t> </a:t>
            </a:r>
            <a:r>
              <a:rPr sz="1200" spc="-5" dirty="0">
                <a:latin typeface="Times New Roman"/>
                <a:cs typeface="Times New Roman"/>
              </a:rPr>
              <a:t>apps</a:t>
            </a:r>
            <a:r>
              <a:rPr sz="1200" dirty="0">
                <a:latin typeface="Times New Roman"/>
                <a:cs typeface="Times New Roman"/>
              </a:rPr>
              <a:t> for</a:t>
            </a:r>
            <a:r>
              <a:rPr sz="1200" spc="5" dirty="0">
                <a:latin typeface="Times New Roman"/>
                <a:cs typeface="Times New Roman"/>
              </a:rPr>
              <a:t> </a:t>
            </a:r>
            <a:r>
              <a:rPr sz="1200" spc="-5" dirty="0">
                <a:latin typeface="Times New Roman"/>
                <a:cs typeface="Times New Roman"/>
              </a:rPr>
              <a:t>medication</a:t>
            </a:r>
            <a:r>
              <a:rPr sz="1200" spc="30" dirty="0">
                <a:latin typeface="Times New Roman"/>
                <a:cs typeface="Times New Roman"/>
              </a:rPr>
              <a:t> </a:t>
            </a:r>
            <a:r>
              <a:rPr sz="1200" spc="-5" dirty="0">
                <a:latin typeface="Times New Roman"/>
                <a:cs typeface="Times New Roman"/>
              </a:rPr>
              <a:t>reminders</a:t>
            </a:r>
            <a:r>
              <a:rPr sz="1200" spc="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fitness</a:t>
            </a:r>
            <a:r>
              <a:rPr sz="1200" spc="10" dirty="0">
                <a:latin typeface="Times New Roman"/>
                <a:cs typeface="Times New Roman"/>
              </a:rPr>
              <a:t> </a:t>
            </a:r>
            <a:r>
              <a:rPr sz="1200" spc="-5" dirty="0">
                <a:latin typeface="Times New Roman"/>
                <a:cs typeface="Times New Roman"/>
              </a:rPr>
              <a:t>tracking.</a:t>
            </a:r>
            <a:endParaRPr sz="1200" dirty="0">
              <a:latin typeface="Times New Roman"/>
              <a:cs typeface="Times New Roman"/>
            </a:endParaRPr>
          </a:p>
          <a:p>
            <a:pPr marL="12065">
              <a:lnSpc>
                <a:spcPts val="1380"/>
              </a:lnSpc>
              <a:buSzPct val="83333"/>
              <a:tabLst>
                <a:tab pos="240665" algn="l"/>
                <a:tab pos="241935" algn="l"/>
              </a:tabLst>
            </a:pPr>
            <a:r>
              <a:rPr sz="1200" b="1" spc="-5" dirty="0">
                <a:latin typeface="Times New Roman"/>
                <a:cs typeface="Times New Roman"/>
              </a:rPr>
              <a:t>Preferences</a:t>
            </a:r>
            <a:r>
              <a:rPr sz="1200" spc="-5" dirty="0">
                <a:latin typeface="Times New Roman"/>
                <a:cs typeface="Times New Roman"/>
              </a:rPr>
              <a:t>:</a:t>
            </a:r>
            <a:r>
              <a:rPr sz="1200" spc="5" dirty="0">
                <a:latin typeface="Times New Roman"/>
                <a:cs typeface="Times New Roman"/>
              </a:rPr>
              <a:t> </a:t>
            </a:r>
            <a:r>
              <a:rPr sz="1200" dirty="0">
                <a:latin typeface="Times New Roman"/>
                <a:cs typeface="Times New Roman"/>
              </a:rPr>
              <a:t>Simple,</a:t>
            </a:r>
            <a:r>
              <a:rPr sz="1200" spc="10" dirty="0">
                <a:latin typeface="Times New Roman"/>
                <a:cs typeface="Times New Roman"/>
              </a:rPr>
              <a:t> </a:t>
            </a:r>
            <a:r>
              <a:rPr sz="1200" spc="-5" dirty="0">
                <a:latin typeface="Times New Roman"/>
                <a:cs typeface="Times New Roman"/>
              </a:rPr>
              <a:t>easy-to-use</a:t>
            </a:r>
            <a:r>
              <a:rPr sz="1200" spc="10" dirty="0">
                <a:latin typeface="Times New Roman"/>
                <a:cs typeface="Times New Roman"/>
              </a:rPr>
              <a:t> </a:t>
            </a:r>
            <a:r>
              <a:rPr sz="1200" spc="-5" dirty="0">
                <a:latin typeface="Times New Roman"/>
                <a:cs typeface="Times New Roman"/>
              </a:rPr>
              <a:t>interfaces</a:t>
            </a:r>
            <a:r>
              <a:rPr sz="1200" spc="2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larger</a:t>
            </a:r>
            <a:r>
              <a:rPr sz="1200" spc="5" dirty="0">
                <a:latin typeface="Times New Roman"/>
                <a:cs typeface="Times New Roman"/>
              </a:rPr>
              <a:t> </a:t>
            </a:r>
            <a:r>
              <a:rPr sz="1200" dirty="0">
                <a:latin typeface="Times New Roman"/>
                <a:cs typeface="Times New Roman"/>
              </a:rPr>
              <a:t>text</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icons,</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dependable</a:t>
            </a:r>
            <a:r>
              <a:rPr sz="1200" spc="15" dirty="0">
                <a:latin typeface="Times New Roman"/>
                <a:cs typeface="Times New Roman"/>
              </a:rPr>
              <a:t> </a:t>
            </a:r>
            <a:r>
              <a:rPr sz="1200" spc="-5" dirty="0">
                <a:latin typeface="Times New Roman"/>
                <a:cs typeface="Times New Roman"/>
              </a:rPr>
              <a:t>performance.</a:t>
            </a:r>
            <a:endParaRPr sz="1200" dirty="0">
              <a:latin typeface="Times New Roman"/>
              <a:cs typeface="Times New Roman"/>
            </a:endParaRPr>
          </a:p>
          <a:p>
            <a:pPr marL="12065">
              <a:lnSpc>
                <a:spcPts val="1410"/>
              </a:lnSpc>
              <a:buSzPct val="83333"/>
              <a:tabLst>
                <a:tab pos="240665" algn="l"/>
                <a:tab pos="241935" algn="l"/>
              </a:tabLst>
            </a:pPr>
            <a:r>
              <a:rPr sz="1200" b="1" spc="-5" dirty="0">
                <a:latin typeface="Times New Roman"/>
                <a:cs typeface="Times New Roman"/>
              </a:rPr>
              <a:t>Trends</a:t>
            </a:r>
            <a:r>
              <a:rPr sz="1200" spc="-5" dirty="0">
                <a:latin typeface="Times New Roman"/>
                <a:cs typeface="Times New Roman"/>
              </a:rPr>
              <a:t>:</a:t>
            </a:r>
            <a:r>
              <a:rPr sz="1200" spc="5" dirty="0">
                <a:latin typeface="Times New Roman"/>
                <a:cs typeface="Times New Roman"/>
              </a:rPr>
              <a:t> </a:t>
            </a:r>
            <a:r>
              <a:rPr sz="1200" spc="-5" dirty="0">
                <a:latin typeface="Times New Roman"/>
                <a:cs typeface="Times New Roman"/>
              </a:rPr>
              <a:t>Growing</a:t>
            </a:r>
            <a:r>
              <a:rPr sz="1200" spc="5" dirty="0">
                <a:latin typeface="Times New Roman"/>
                <a:cs typeface="Times New Roman"/>
              </a:rPr>
              <a:t> </a:t>
            </a:r>
            <a:r>
              <a:rPr sz="1200" spc="-5" dirty="0">
                <a:latin typeface="Times New Roman"/>
                <a:cs typeface="Times New Roman"/>
              </a:rPr>
              <a:t>interest</a:t>
            </a:r>
            <a:r>
              <a:rPr sz="1200" spc="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that</a:t>
            </a:r>
            <a:r>
              <a:rPr sz="1200" spc="10" dirty="0">
                <a:latin typeface="Times New Roman"/>
                <a:cs typeface="Times New Roman"/>
              </a:rPr>
              <a:t> </a:t>
            </a:r>
            <a:r>
              <a:rPr sz="1200" spc="-5" dirty="0">
                <a:latin typeface="Times New Roman"/>
                <a:cs typeface="Times New Roman"/>
              </a:rPr>
              <a:t>support</a:t>
            </a:r>
            <a:r>
              <a:rPr sz="1200" spc="10" dirty="0">
                <a:latin typeface="Times New Roman"/>
                <a:cs typeface="Times New Roman"/>
              </a:rPr>
              <a:t> </a:t>
            </a:r>
            <a:r>
              <a:rPr sz="1200" spc="-5" dirty="0">
                <a:latin typeface="Times New Roman"/>
                <a:cs typeface="Times New Roman"/>
              </a:rPr>
              <a:t>independent</a:t>
            </a:r>
            <a:r>
              <a:rPr sz="1200" spc="10" dirty="0">
                <a:latin typeface="Times New Roman"/>
                <a:cs typeface="Times New Roman"/>
              </a:rPr>
              <a:t> </a:t>
            </a:r>
            <a:r>
              <a:rPr sz="1200" spc="-5" dirty="0">
                <a:latin typeface="Times New Roman"/>
                <a:cs typeface="Times New Roman"/>
              </a:rPr>
              <a:t>living</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health</a:t>
            </a:r>
            <a:r>
              <a:rPr sz="1200" spc="5" dirty="0">
                <a:latin typeface="Times New Roman"/>
                <a:cs typeface="Times New Roman"/>
              </a:rPr>
              <a:t> </a:t>
            </a:r>
            <a:r>
              <a:rPr sz="1200" spc="-5" dirty="0">
                <a:latin typeface="Times New Roman"/>
                <a:cs typeface="Times New Roman"/>
              </a:rPr>
              <a:t>management.</a:t>
            </a:r>
            <a:endParaRPr sz="1200" dirty="0">
              <a:latin typeface="Times New Roman"/>
              <a:cs typeface="Times New Roman"/>
            </a:endParaRPr>
          </a:p>
          <a:p>
            <a:pPr>
              <a:lnSpc>
                <a:spcPct val="100000"/>
              </a:lnSpc>
              <a:spcBef>
                <a:spcPts val="20"/>
              </a:spcBef>
            </a:pPr>
            <a:endParaRPr sz="1150" dirty="0">
              <a:latin typeface="Times New Roman"/>
              <a:cs typeface="Times New Roman"/>
            </a:endParaRPr>
          </a:p>
          <a:p>
            <a:pPr marL="241300">
              <a:lnSpc>
                <a:spcPct val="100000"/>
              </a:lnSpc>
              <a:spcBef>
                <a:spcPts val="5"/>
              </a:spcBef>
            </a:pPr>
            <a:r>
              <a:rPr sz="1200" spc="-5" dirty="0">
                <a:latin typeface="Times New Roman"/>
                <a:cs typeface="Times New Roman"/>
              </a:rPr>
              <a:t>.</a:t>
            </a:r>
            <a:endParaRPr sz="1200" dirty="0">
              <a:latin typeface="Times New Roman"/>
              <a:cs typeface="Times New Roman"/>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4" name="TextBox 3">
            <a:extLst>
              <a:ext uri="{FF2B5EF4-FFF2-40B4-BE49-F238E27FC236}">
                <a16:creationId xmlns:a16="http://schemas.microsoft.com/office/drawing/2014/main" id="{DDA821A0-9E07-A074-B03D-8305BDED446D}"/>
              </a:ext>
            </a:extLst>
          </p:cNvPr>
          <p:cNvSpPr txBox="1"/>
          <p:nvPr/>
        </p:nvSpPr>
        <p:spPr>
          <a:xfrm>
            <a:off x="3784600" y="973558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8</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81789" y="1391829"/>
            <a:ext cx="2869565"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ACTIVITY</a:t>
            </a:r>
            <a:r>
              <a:rPr sz="1200" b="1" spc="-55" dirty="0">
                <a:latin typeface="Times New Roman"/>
                <a:cs typeface="Times New Roman"/>
              </a:rPr>
              <a:t> </a:t>
            </a:r>
            <a:r>
              <a:rPr sz="1200" b="1" spc="-5" dirty="0">
                <a:latin typeface="Times New Roman"/>
                <a:cs typeface="Times New Roman"/>
              </a:rPr>
              <a:t>LOG</a:t>
            </a:r>
            <a:r>
              <a:rPr sz="1200" b="1" dirty="0">
                <a:latin typeface="Times New Roman"/>
                <a:cs typeface="Times New Roman"/>
              </a:rPr>
              <a:t> </a:t>
            </a:r>
            <a:r>
              <a:rPr sz="1200" b="1" spc="-10" dirty="0">
                <a:latin typeface="Times New Roman"/>
                <a:cs typeface="Times New Roman"/>
              </a:rPr>
              <a:t>FOR </a:t>
            </a:r>
            <a:r>
              <a:rPr sz="1200" b="1" spc="-5" dirty="0">
                <a:latin typeface="Times New Roman"/>
                <a:cs typeface="Times New Roman"/>
              </a:rPr>
              <a:t>THE</a:t>
            </a:r>
            <a:r>
              <a:rPr sz="1200" b="1" dirty="0">
                <a:latin typeface="Times New Roman"/>
                <a:cs typeface="Times New Roman"/>
              </a:rPr>
              <a:t> </a:t>
            </a:r>
            <a:r>
              <a:rPr sz="1200" b="1" spc="-10" dirty="0">
                <a:latin typeface="Times New Roman"/>
                <a:cs typeface="Times New Roman"/>
              </a:rPr>
              <a:t>FIRST</a:t>
            </a:r>
            <a:r>
              <a:rPr sz="1200" b="1" spc="-45" dirty="0">
                <a:latin typeface="Times New Roman"/>
                <a:cs typeface="Times New Roman"/>
              </a:rPr>
              <a:t> </a:t>
            </a:r>
            <a:r>
              <a:rPr sz="1200" b="1" spc="-5" dirty="0">
                <a:latin typeface="Times New Roman"/>
                <a:cs typeface="Times New Roman"/>
              </a:rPr>
              <a:t>WEEK</a:t>
            </a:r>
            <a:endParaRPr sz="1200"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graphicFrame>
        <p:nvGraphicFramePr>
          <p:cNvPr id="3" name="object 3"/>
          <p:cNvGraphicFramePr>
            <a:graphicFrameLocks noGrp="1"/>
          </p:cNvGraphicFramePr>
          <p:nvPr>
            <p:extLst>
              <p:ext uri="{D42A27DB-BD31-4B8C-83A1-F6EECF244321}">
                <p14:modId xmlns:p14="http://schemas.microsoft.com/office/powerpoint/2010/main" val="4154803611"/>
              </p:ext>
            </p:extLst>
          </p:nvPr>
        </p:nvGraphicFramePr>
        <p:xfrm>
          <a:off x="702640" y="1763030"/>
          <a:ext cx="6502399" cy="7180040"/>
        </p:xfrm>
        <a:graphic>
          <a:graphicData uri="http://schemas.openxmlformats.org/drawingml/2006/table">
            <a:tbl>
              <a:tblPr firstRow="1" bandRow="1">
                <a:tableStyleId>{2D5ABB26-0587-4C30-8999-92F81FD0307C}</a:tableStyleId>
              </a:tblPr>
              <a:tblGrid>
                <a:gridCol w="1009015">
                  <a:extLst>
                    <a:ext uri="{9D8B030D-6E8A-4147-A177-3AD203B41FA5}">
                      <a16:colId xmlns:a16="http://schemas.microsoft.com/office/drawing/2014/main" val="20000"/>
                    </a:ext>
                  </a:extLst>
                </a:gridCol>
                <a:gridCol w="2789555">
                  <a:extLst>
                    <a:ext uri="{9D8B030D-6E8A-4147-A177-3AD203B41FA5}">
                      <a16:colId xmlns:a16="http://schemas.microsoft.com/office/drawing/2014/main" val="20001"/>
                    </a:ext>
                  </a:extLst>
                </a:gridCol>
                <a:gridCol w="1801495">
                  <a:extLst>
                    <a:ext uri="{9D8B030D-6E8A-4147-A177-3AD203B41FA5}">
                      <a16:colId xmlns:a16="http://schemas.microsoft.com/office/drawing/2014/main" val="20002"/>
                    </a:ext>
                  </a:extLst>
                </a:gridCol>
                <a:gridCol w="902334">
                  <a:extLst>
                    <a:ext uri="{9D8B030D-6E8A-4147-A177-3AD203B41FA5}">
                      <a16:colId xmlns:a16="http://schemas.microsoft.com/office/drawing/2014/main" val="20003"/>
                    </a:ext>
                  </a:extLst>
                </a:gridCol>
              </a:tblGrid>
              <a:tr h="810881">
                <a:tc>
                  <a:txBody>
                    <a:bodyPr/>
                    <a:lstStyle/>
                    <a:p>
                      <a:pPr marL="267970" marR="264795" indent="101600">
                        <a:lnSpc>
                          <a:spcPct val="144200"/>
                        </a:lnSpc>
                        <a:spcBef>
                          <a:spcPts val="860"/>
                        </a:spcBef>
                      </a:pPr>
                      <a:r>
                        <a:rPr sz="1200" b="1" spc="-5" dirty="0">
                          <a:latin typeface="Times New Roman"/>
                          <a:cs typeface="Times New Roman"/>
                        </a:rPr>
                        <a:t>Day </a:t>
                      </a:r>
                      <a:r>
                        <a:rPr sz="1200" b="1" dirty="0">
                          <a:latin typeface="Times New Roman"/>
                          <a:cs typeface="Times New Roman"/>
                        </a:rPr>
                        <a:t> &amp;</a:t>
                      </a:r>
                      <a:r>
                        <a:rPr sz="1200" b="1" spc="-5" dirty="0">
                          <a:latin typeface="Times New Roman"/>
                          <a:cs typeface="Times New Roman"/>
                        </a:rPr>
                        <a:t> </a:t>
                      </a:r>
                      <a:r>
                        <a:rPr sz="1200" b="1" dirty="0">
                          <a:latin typeface="Times New Roman"/>
                          <a:cs typeface="Times New Roman"/>
                        </a:rPr>
                        <a:t>Da</a:t>
                      </a:r>
                      <a:r>
                        <a:rPr sz="1200" b="1" spc="-5" dirty="0">
                          <a:latin typeface="Times New Roman"/>
                          <a:cs typeface="Times New Roman"/>
                        </a:rPr>
                        <a:t>t</a:t>
                      </a:r>
                      <a:r>
                        <a:rPr sz="1200" b="1" dirty="0">
                          <a:latin typeface="Times New Roman"/>
                          <a:cs typeface="Times New Roman"/>
                        </a:rPr>
                        <a:t>e</a:t>
                      </a:r>
                      <a:endParaRPr sz="1200" dirty="0">
                        <a:latin typeface="Times New Roman"/>
                        <a:cs typeface="Times New Roman"/>
                      </a:endParaRPr>
                    </a:p>
                  </a:txBody>
                  <a:tcPr marL="0" marR="0" marT="1092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84150" marR="638810" indent="8890">
                        <a:lnSpc>
                          <a:spcPct val="143400"/>
                        </a:lnSpc>
                        <a:spcBef>
                          <a:spcPts val="740"/>
                        </a:spcBef>
                      </a:pPr>
                      <a:r>
                        <a:rPr sz="1200" b="1" spc="-5" dirty="0">
                          <a:latin typeface="Times New Roman"/>
                          <a:cs typeface="Times New Roman"/>
                        </a:rPr>
                        <a:t>Brief</a:t>
                      </a:r>
                      <a:r>
                        <a:rPr sz="1200" b="1" dirty="0">
                          <a:latin typeface="Times New Roman"/>
                          <a:cs typeface="Times New Roman"/>
                        </a:rPr>
                        <a:t> </a:t>
                      </a:r>
                      <a:r>
                        <a:rPr sz="1200" b="1" spc="-5" dirty="0">
                          <a:latin typeface="Times New Roman"/>
                          <a:cs typeface="Times New Roman"/>
                        </a:rPr>
                        <a:t>Description</a:t>
                      </a:r>
                      <a:r>
                        <a:rPr sz="1200" b="1" spc="5" dirty="0">
                          <a:latin typeface="Times New Roman"/>
                          <a:cs typeface="Times New Roman"/>
                        </a:rPr>
                        <a:t> </a:t>
                      </a:r>
                      <a:r>
                        <a:rPr sz="1200" b="1" spc="-5" dirty="0">
                          <a:latin typeface="Times New Roman"/>
                          <a:cs typeface="Times New Roman"/>
                        </a:rPr>
                        <a:t>of</a:t>
                      </a:r>
                      <a:r>
                        <a:rPr sz="1200" b="1" spc="-10" dirty="0">
                          <a:latin typeface="Times New Roman"/>
                          <a:cs typeface="Times New Roman"/>
                        </a:rPr>
                        <a:t> </a:t>
                      </a:r>
                      <a:r>
                        <a:rPr sz="1200" b="1" spc="-5"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Daily </a:t>
                      </a:r>
                      <a:r>
                        <a:rPr sz="1200" b="1" spc="-285" dirty="0">
                          <a:latin typeface="Times New Roman"/>
                          <a:cs typeface="Times New Roman"/>
                        </a:rPr>
                        <a:t> </a:t>
                      </a:r>
                      <a:r>
                        <a:rPr sz="1200" b="1" spc="-5" dirty="0">
                          <a:latin typeface="Times New Roman"/>
                          <a:cs typeface="Times New Roman"/>
                        </a:rPr>
                        <a:t>Activity</a:t>
                      </a:r>
                      <a:endParaRPr sz="1200" dirty="0">
                        <a:latin typeface="Times New Roman"/>
                        <a:cs typeface="Times New Roman"/>
                      </a:endParaRPr>
                    </a:p>
                  </a:txBody>
                  <a:tcPr marL="0" marR="0" marT="939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26695">
                        <a:lnSpc>
                          <a:spcPct val="100000"/>
                        </a:lnSpc>
                        <a:spcBef>
                          <a:spcPts val="10"/>
                        </a:spcBef>
                      </a:pPr>
                      <a:r>
                        <a:rPr sz="1200" b="1" spc="-5" dirty="0">
                          <a:latin typeface="Times New Roman"/>
                          <a:cs typeface="Times New Roman"/>
                        </a:rPr>
                        <a:t>Learning</a:t>
                      </a:r>
                      <a:endParaRPr sz="1200">
                        <a:latin typeface="Times New Roman"/>
                        <a:cs typeface="Times New Roman"/>
                      </a:endParaRPr>
                    </a:p>
                    <a:p>
                      <a:pPr marL="184150">
                        <a:lnSpc>
                          <a:spcPct val="100000"/>
                        </a:lnSpc>
                        <a:spcBef>
                          <a:spcPts val="635"/>
                        </a:spcBef>
                      </a:pPr>
                      <a:r>
                        <a:rPr sz="1200" b="1" spc="-5" dirty="0">
                          <a:latin typeface="Times New Roman"/>
                          <a:cs typeface="Times New Roman"/>
                        </a:rPr>
                        <a:t>Outcome</a:t>
                      </a:r>
                      <a:endParaRPr sz="1200">
                        <a:latin typeface="Times New Roman"/>
                        <a:cs typeface="Times New Roman"/>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15">
                        <a:lnSpc>
                          <a:spcPct val="100000"/>
                        </a:lnSpc>
                        <a:spcBef>
                          <a:spcPts val="10"/>
                        </a:spcBef>
                      </a:pPr>
                      <a:r>
                        <a:rPr sz="1200" b="1" spc="-5" dirty="0">
                          <a:latin typeface="Times New Roman"/>
                          <a:cs typeface="Times New Roman"/>
                        </a:rPr>
                        <a:t>Person</a:t>
                      </a:r>
                      <a:endParaRPr sz="1200">
                        <a:latin typeface="Times New Roman"/>
                        <a:cs typeface="Times New Roman"/>
                      </a:endParaRPr>
                    </a:p>
                    <a:p>
                      <a:pPr marL="5715" marR="254000">
                        <a:lnSpc>
                          <a:spcPts val="2060"/>
                        </a:lnSpc>
                        <a:spcBef>
                          <a:spcPts val="155"/>
                        </a:spcBef>
                      </a:pPr>
                      <a:r>
                        <a:rPr sz="1200" b="1" dirty="0">
                          <a:latin typeface="Times New Roman"/>
                          <a:cs typeface="Times New Roman"/>
                        </a:rPr>
                        <a:t>I</a:t>
                      </a:r>
                      <a:r>
                        <a:rPr sz="1200" b="1" spc="5" dirty="0">
                          <a:latin typeface="Times New Roman"/>
                          <a:cs typeface="Times New Roman"/>
                        </a:rPr>
                        <a:t>n</a:t>
                      </a:r>
                      <a:r>
                        <a:rPr sz="1200" b="1" dirty="0">
                          <a:latin typeface="Times New Roman"/>
                          <a:cs typeface="Times New Roman"/>
                        </a:rPr>
                        <a:t>-</a:t>
                      </a:r>
                      <a:r>
                        <a:rPr sz="1200" b="1" spc="-5" dirty="0">
                          <a:latin typeface="Times New Roman"/>
                          <a:cs typeface="Times New Roman"/>
                        </a:rPr>
                        <a:t>c</a:t>
                      </a:r>
                      <a:r>
                        <a:rPr sz="1200" b="1" dirty="0">
                          <a:latin typeface="Times New Roman"/>
                          <a:cs typeface="Times New Roman"/>
                        </a:rPr>
                        <a:t>harge  </a:t>
                      </a:r>
                      <a:r>
                        <a:rPr sz="1200" b="1" spc="5" dirty="0">
                          <a:latin typeface="Times New Roman"/>
                          <a:cs typeface="Times New Roman"/>
                        </a:rPr>
                        <a:t>S</a:t>
                      </a:r>
                      <a:r>
                        <a:rPr sz="1200" b="1" dirty="0">
                          <a:latin typeface="Times New Roman"/>
                          <a:cs typeface="Times New Roman"/>
                        </a:rPr>
                        <a:t>ig</a:t>
                      </a:r>
                      <a:r>
                        <a:rPr sz="1200" b="1" spc="10" dirty="0">
                          <a:latin typeface="Times New Roman"/>
                          <a:cs typeface="Times New Roman"/>
                        </a:rPr>
                        <a:t>n</a:t>
                      </a:r>
                      <a:r>
                        <a:rPr sz="1200" b="1" dirty="0">
                          <a:latin typeface="Times New Roman"/>
                          <a:cs typeface="Times New Roman"/>
                        </a:rPr>
                        <a:t>atu</a:t>
                      </a:r>
                      <a:r>
                        <a:rPr sz="1200" b="1" spc="-30" dirty="0">
                          <a:latin typeface="Times New Roman"/>
                          <a:cs typeface="Times New Roman"/>
                        </a:rPr>
                        <a:t>r</a:t>
                      </a:r>
                      <a:r>
                        <a:rPr sz="1200" b="1" dirty="0">
                          <a:latin typeface="Times New Roman"/>
                          <a:cs typeface="Times New Roman"/>
                        </a:rPr>
                        <a:t>e</a:t>
                      </a:r>
                      <a:endParaRPr sz="1200">
                        <a:latin typeface="Times New Roman"/>
                        <a:cs typeface="Times New Roman"/>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956059">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marL="184150">
                        <a:lnSpc>
                          <a:spcPct val="100000"/>
                        </a:lnSpc>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50" dirty="0">
                        <a:latin typeface="Times New Roman"/>
                        <a:cs typeface="Times New Roman"/>
                      </a:endParaRPr>
                    </a:p>
                    <a:p>
                      <a:pPr marL="271145" marR="383540" indent="-40005">
                        <a:lnSpc>
                          <a:spcPct val="103600"/>
                        </a:lnSpc>
                        <a:spcBef>
                          <a:spcPts val="5"/>
                        </a:spcBef>
                      </a:pPr>
                      <a:r>
                        <a:rPr sz="1200" spc="-5" dirty="0">
                          <a:latin typeface="Times New Roman"/>
                          <a:cs typeface="Times New Roman"/>
                        </a:rPr>
                        <a:t>Collected</a:t>
                      </a:r>
                      <a:r>
                        <a:rPr sz="120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information</a:t>
                      </a:r>
                      <a:r>
                        <a:rPr sz="1200" spc="5" dirty="0">
                          <a:latin typeface="Times New Roman"/>
                          <a:cs typeface="Times New Roman"/>
                        </a:rPr>
                        <a:t> </a:t>
                      </a:r>
                      <a:r>
                        <a:rPr sz="1200" spc="-5" dirty="0">
                          <a:latin typeface="Times New Roman"/>
                          <a:cs typeface="Times New Roman"/>
                        </a:rPr>
                        <a:t>about</a:t>
                      </a:r>
                      <a:r>
                        <a:rPr sz="1200" spc="5" dirty="0">
                          <a:latin typeface="Times New Roman"/>
                          <a:cs typeface="Times New Roman"/>
                        </a:rPr>
                        <a:t> </a:t>
                      </a:r>
                      <a:r>
                        <a:rPr sz="1200" spc="-5" dirty="0">
                          <a:latin typeface="Times New Roman"/>
                          <a:cs typeface="Times New Roman"/>
                        </a:rPr>
                        <a:t>the </a:t>
                      </a:r>
                      <a:r>
                        <a:rPr sz="1200" spc="-285" dirty="0">
                          <a:latin typeface="Times New Roman"/>
                          <a:cs typeface="Times New Roman"/>
                        </a:rPr>
                        <a:t> </a:t>
                      </a:r>
                      <a:r>
                        <a:rPr sz="1200" spc="-10" dirty="0">
                          <a:latin typeface="Times New Roman"/>
                          <a:cs typeface="Times New Roman"/>
                        </a:rPr>
                        <a:t>youth</a:t>
                      </a:r>
                      <a:r>
                        <a:rPr sz="1200" spc="-5" dirty="0">
                          <a:latin typeface="Times New Roman"/>
                          <a:cs typeface="Times New Roman"/>
                        </a:rPr>
                        <a:t> members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350">
                        <a:latin typeface="Times New Roman"/>
                        <a:cs typeface="Times New Roman"/>
                      </a:endParaRPr>
                    </a:p>
                    <a:p>
                      <a:pPr marL="670560" marR="90805" indent="-568960">
                        <a:lnSpc>
                          <a:spcPct val="103600"/>
                        </a:lnSpc>
                      </a:pPr>
                      <a:r>
                        <a:rPr sz="1200" spc="-5" dirty="0">
                          <a:latin typeface="Times New Roman"/>
                          <a:cs typeface="Times New Roman"/>
                        </a:rPr>
                        <a:t>Known about the usage </a:t>
                      </a:r>
                      <a:r>
                        <a:rPr sz="1200" dirty="0">
                          <a:latin typeface="Times New Roman"/>
                          <a:cs typeface="Times New Roman"/>
                        </a:rPr>
                        <a:t>of </a:t>
                      </a:r>
                      <a:r>
                        <a:rPr sz="1200" spc="-28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955681">
                <a:tc>
                  <a:txBody>
                    <a:bodyPr/>
                    <a:lstStyle/>
                    <a:p>
                      <a:pPr>
                        <a:lnSpc>
                          <a:spcPct val="100000"/>
                        </a:lnSpc>
                      </a:pPr>
                      <a:endParaRPr sz="1300">
                        <a:latin typeface="Times New Roman"/>
                        <a:cs typeface="Times New Roman"/>
                      </a:endParaRPr>
                    </a:p>
                    <a:p>
                      <a:pPr>
                        <a:lnSpc>
                          <a:spcPct val="100000"/>
                        </a:lnSpc>
                        <a:spcBef>
                          <a:spcPts val="55"/>
                        </a:spcBef>
                      </a:pPr>
                      <a:endParaRPr sz="1250">
                        <a:latin typeface="Times New Roman"/>
                        <a:cs typeface="Times New Roman"/>
                      </a:endParaRPr>
                    </a:p>
                    <a:p>
                      <a:pPr marL="184150">
                        <a:lnSpc>
                          <a:spcPct val="100000"/>
                        </a:lnSpc>
                      </a:pPr>
                      <a:r>
                        <a:rPr sz="1200" b="1" spc="-5" dirty="0">
                          <a:latin typeface="Times New Roman"/>
                          <a:cs typeface="Times New Roman"/>
                        </a:rPr>
                        <a:t>Day</a:t>
                      </a:r>
                      <a:r>
                        <a:rPr sz="1200" b="1" spc="-35" dirty="0">
                          <a:latin typeface="Times New Roman"/>
                          <a:cs typeface="Times New Roman"/>
                        </a:rPr>
                        <a:t> </a:t>
                      </a:r>
                      <a:r>
                        <a:rPr sz="1200" b="1" spc="-5" dirty="0">
                          <a:latin typeface="Times New Roman"/>
                          <a:cs typeface="Times New Roman"/>
                        </a:rPr>
                        <a:t>-</a:t>
                      </a:r>
                      <a:r>
                        <a:rPr sz="1200" b="1" spc="-30" dirty="0">
                          <a:latin typeface="Times New Roman"/>
                          <a:cs typeface="Times New Roman"/>
                        </a:rPr>
                        <a:t> </a:t>
                      </a:r>
                      <a:r>
                        <a:rPr sz="1200" b="1" spc="-5" dirty="0">
                          <a:latin typeface="Times New Roman"/>
                          <a:cs typeface="Times New Roman"/>
                        </a:rPr>
                        <a:t>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pPr>
                      <a:endParaRPr sz="1400" dirty="0">
                        <a:latin typeface="Times New Roman"/>
                        <a:cs typeface="Times New Roman"/>
                      </a:endParaRPr>
                    </a:p>
                    <a:p>
                      <a:pPr marL="215900">
                        <a:lnSpc>
                          <a:spcPct val="100000"/>
                        </a:lnSpc>
                      </a:pPr>
                      <a:r>
                        <a:rPr sz="1200" spc="-5" dirty="0">
                          <a:latin typeface="Times New Roman"/>
                          <a:cs typeface="Times New Roman"/>
                        </a:rPr>
                        <a:t>Met</a:t>
                      </a:r>
                      <a:r>
                        <a:rPr sz="1200" spc="-10" dirty="0">
                          <a:latin typeface="Times New Roman"/>
                          <a:cs typeface="Times New Roman"/>
                        </a:rPr>
                        <a:t> </a:t>
                      </a:r>
                      <a:r>
                        <a:rPr sz="1200" spc="-5" dirty="0">
                          <a:latin typeface="Times New Roman"/>
                          <a:cs typeface="Times New Roman"/>
                        </a:rPr>
                        <a:t>the each</a:t>
                      </a:r>
                      <a:r>
                        <a:rPr sz="1200" spc="-10" dirty="0">
                          <a:latin typeface="Times New Roman"/>
                          <a:cs typeface="Times New Roman"/>
                        </a:rPr>
                        <a:t> </a:t>
                      </a:r>
                      <a:r>
                        <a:rPr sz="1200" dirty="0">
                          <a:latin typeface="Times New Roman"/>
                          <a:cs typeface="Times New Roman"/>
                        </a:rPr>
                        <a:t>person in</a:t>
                      </a:r>
                      <a:r>
                        <a:rPr sz="1200" spc="-5" dirty="0">
                          <a:latin typeface="Times New Roman"/>
                          <a:cs typeface="Times New Roman"/>
                        </a:rPr>
                        <a:t> </a:t>
                      </a:r>
                      <a:r>
                        <a:rPr sz="1200" spc="5" dirty="0">
                          <a:latin typeface="Times New Roman"/>
                          <a:cs typeface="Times New Roman"/>
                        </a:rPr>
                        <a:t>my</a:t>
                      </a:r>
                      <a:r>
                        <a:rPr sz="1200" spc="-30" dirty="0">
                          <a:latin typeface="Times New Roman"/>
                          <a:cs typeface="Times New Roman"/>
                        </a:rPr>
                        <a:t> </a:t>
                      </a:r>
                      <a:r>
                        <a:rPr sz="1200" spc="-15" dirty="0">
                          <a:latin typeface="Times New Roman"/>
                          <a:cs typeface="Times New Roman"/>
                        </a:rPr>
                        <a:t>locality.</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
                        </a:spcBef>
                      </a:pPr>
                      <a:endParaRPr sz="1350" dirty="0">
                        <a:latin typeface="Times New Roman"/>
                        <a:cs typeface="Times New Roman"/>
                      </a:endParaRPr>
                    </a:p>
                    <a:p>
                      <a:pPr marL="154940" marR="123825">
                        <a:lnSpc>
                          <a:spcPct val="103299"/>
                        </a:lnSpc>
                      </a:pPr>
                      <a:r>
                        <a:rPr sz="1200" spc="-5" dirty="0">
                          <a:latin typeface="Times New Roman"/>
                          <a:cs typeface="Times New Roman"/>
                        </a:rPr>
                        <a:t>Know about the uses </a:t>
                      </a:r>
                      <a:r>
                        <a:rPr sz="1200" dirty="0">
                          <a:latin typeface="Times New Roman"/>
                          <a:cs typeface="Times New Roman"/>
                        </a:rPr>
                        <a:t>of </a:t>
                      </a:r>
                      <a:r>
                        <a:rPr sz="1200" spc="5"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by</a:t>
                      </a:r>
                      <a:r>
                        <a:rPr sz="1200" spc="-35" dirty="0">
                          <a:latin typeface="Times New Roman"/>
                          <a:cs typeface="Times New Roman"/>
                        </a:rPr>
                        <a:t> </a:t>
                      </a:r>
                      <a:r>
                        <a:rPr sz="1200" spc="-5" dirty="0">
                          <a:latin typeface="Times New Roman"/>
                          <a:cs typeface="Times New Roman"/>
                        </a:rPr>
                        <a:t>the members.</a:t>
                      </a:r>
                      <a:endParaRPr sz="1200" dirty="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55925">
                <a:tc>
                  <a:txBody>
                    <a:bodyPr/>
                    <a:lstStyle/>
                    <a:p>
                      <a:pPr>
                        <a:lnSpc>
                          <a:spcPct val="100000"/>
                        </a:lnSpc>
                      </a:pPr>
                      <a:endParaRPr sz="1300">
                        <a:latin typeface="Times New Roman"/>
                        <a:cs typeface="Times New Roman"/>
                      </a:endParaRPr>
                    </a:p>
                    <a:p>
                      <a:pPr marL="193675">
                        <a:lnSpc>
                          <a:spcPct val="100000"/>
                        </a:lnSpc>
                        <a:spcBef>
                          <a:spcPts val="111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spcBef>
                          <a:spcPts val="45"/>
                        </a:spcBef>
                      </a:pPr>
                      <a:endParaRPr sz="1550" dirty="0">
                        <a:latin typeface="Times New Roman"/>
                        <a:cs typeface="Times New Roman"/>
                      </a:endParaRPr>
                    </a:p>
                    <a:p>
                      <a:pPr marL="193040">
                        <a:lnSpc>
                          <a:spcPct val="100000"/>
                        </a:lnSpc>
                      </a:pPr>
                      <a:r>
                        <a:rPr sz="1200" spc="-5" dirty="0">
                          <a:latin typeface="Times New Roman"/>
                          <a:cs typeface="Times New Roman"/>
                        </a:rPr>
                        <a:t>Note</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each and</a:t>
                      </a:r>
                      <a:r>
                        <a:rPr sz="1200" spc="5" dirty="0">
                          <a:latin typeface="Times New Roman"/>
                          <a:cs typeface="Times New Roman"/>
                        </a:rPr>
                        <a:t> </a:t>
                      </a:r>
                      <a:r>
                        <a:rPr sz="1200" dirty="0">
                          <a:latin typeface="Times New Roman"/>
                          <a:cs typeface="Times New Roman"/>
                        </a:rPr>
                        <a:t>every</a:t>
                      </a:r>
                      <a:r>
                        <a:rPr sz="1200" spc="-25" dirty="0">
                          <a:latin typeface="Times New Roman"/>
                          <a:cs typeface="Times New Roman"/>
                        </a:rPr>
                        <a:t> </a:t>
                      </a:r>
                      <a:r>
                        <a:rPr sz="1200" spc="-5" dirty="0">
                          <a:latin typeface="Times New Roman"/>
                          <a:cs typeface="Times New Roman"/>
                        </a:rPr>
                        <a:t>information.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spcBef>
                          <a:spcPts val="45"/>
                        </a:spcBef>
                      </a:pPr>
                      <a:endParaRPr sz="1350" dirty="0">
                        <a:latin typeface="Times New Roman"/>
                        <a:cs typeface="Times New Roman"/>
                      </a:endParaRPr>
                    </a:p>
                    <a:p>
                      <a:pPr marL="78740" marR="35560">
                        <a:lnSpc>
                          <a:spcPct val="103299"/>
                        </a:lnSpc>
                        <a:spcBef>
                          <a:spcPts val="5"/>
                        </a:spcBef>
                      </a:pPr>
                      <a:r>
                        <a:rPr sz="1200" spc="-5" dirty="0">
                          <a:latin typeface="Times New Roman"/>
                          <a:cs typeface="Times New Roman"/>
                        </a:rPr>
                        <a:t>Know about which purpose </a:t>
                      </a:r>
                      <a:r>
                        <a:rPr sz="1200" spc="-285" dirty="0">
                          <a:latin typeface="Times New Roman"/>
                          <a:cs typeface="Times New Roman"/>
                        </a:rPr>
                        <a:t> </a:t>
                      </a:r>
                      <a:r>
                        <a:rPr sz="1200" spc="-5" dirty="0">
                          <a:latin typeface="Times New Roman"/>
                          <a:cs typeface="Times New Roman"/>
                        </a:rPr>
                        <a:t>can be</a:t>
                      </a:r>
                      <a:r>
                        <a:rPr sz="1200" spc="-10" dirty="0">
                          <a:latin typeface="Times New Roman"/>
                          <a:cs typeface="Times New Roman"/>
                        </a:rPr>
                        <a:t> </a:t>
                      </a:r>
                      <a:r>
                        <a:rPr sz="1200" spc="-5" dirty="0">
                          <a:latin typeface="Times New Roman"/>
                          <a:cs typeface="Times New Roman"/>
                        </a:rPr>
                        <a:t>use.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954157">
                <a:tc>
                  <a:txBody>
                    <a:bodyPr/>
                    <a:lstStyle/>
                    <a:p>
                      <a:pPr>
                        <a:lnSpc>
                          <a:spcPct val="100000"/>
                        </a:lnSpc>
                      </a:pPr>
                      <a:endParaRPr sz="1300">
                        <a:latin typeface="Times New Roman"/>
                        <a:cs typeface="Times New Roman"/>
                      </a:endParaRPr>
                    </a:p>
                    <a:p>
                      <a:pPr marL="184150">
                        <a:lnSpc>
                          <a:spcPct val="100000"/>
                        </a:lnSpc>
                        <a:spcBef>
                          <a:spcPts val="112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5"/>
                        </a:spcBef>
                      </a:pPr>
                      <a:endParaRPr sz="1350">
                        <a:latin typeface="Times New Roman"/>
                        <a:cs typeface="Times New Roman"/>
                      </a:endParaRPr>
                    </a:p>
                    <a:p>
                      <a:pPr marL="158115" marR="147320">
                        <a:lnSpc>
                          <a:spcPct val="103299"/>
                        </a:lnSpc>
                      </a:pPr>
                      <a:r>
                        <a:rPr sz="1200" spc="-5" dirty="0">
                          <a:latin typeface="Times New Roman"/>
                          <a:cs typeface="Times New Roman"/>
                        </a:rPr>
                        <a:t>Collect</a:t>
                      </a:r>
                      <a:r>
                        <a:rPr sz="1200" spc="-10" dirty="0">
                          <a:latin typeface="Times New Roman"/>
                          <a:cs typeface="Times New Roman"/>
                        </a:rPr>
                        <a:t> </a:t>
                      </a:r>
                      <a:r>
                        <a:rPr sz="1200" spc="-5" dirty="0">
                          <a:latin typeface="Times New Roman"/>
                          <a:cs typeface="Times New Roman"/>
                        </a:rPr>
                        <a:t>the information</a:t>
                      </a:r>
                      <a:r>
                        <a:rPr sz="1200" dirty="0">
                          <a:latin typeface="Times New Roman"/>
                          <a:cs typeface="Times New Roman"/>
                        </a:rPr>
                        <a:t> about</a:t>
                      </a:r>
                      <a:r>
                        <a:rPr sz="1200" spc="-5" dirty="0">
                          <a:latin typeface="Times New Roman"/>
                          <a:cs typeface="Times New Roman"/>
                        </a:rPr>
                        <a:t> how</a:t>
                      </a:r>
                      <a:r>
                        <a:rPr sz="1200" dirty="0">
                          <a:latin typeface="Times New Roman"/>
                          <a:cs typeface="Times New Roman"/>
                        </a:rPr>
                        <a:t> </a:t>
                      </a:r>
                      <a:r>
                        <a:rPr sz="1200" spc="-5" dirty="0">
                          <a:latin typeface="Times New Roman"/>
                          <a:cs typeface="Times New Roman"/>
                        </a:rPr>
                        <a:t>much </a:t>
                      </a:r>
                      <a:r>
                        <a:rPr sz="1200" spc="-285" dirty="0">
                          <a:latin typeface="Times New Roman"/>
                          <a:cs typeface="Times New Roman"/>
                        </a:rPr>
                        <a:t> </a:t>
                      </a:r>
                      <a:r>
                        <a:rPr sz="1200" spc="-5" dirty="0">
                          <a:latin typeface="Times New Roman"/>
                          <a:cs typeface="Times New Roman"/>
                        </a:rPr>
                        <a:t>time spent</a:t>
                      </a:r>
                      <a:r>
                        <a:rPr sz="1200"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dirty="0">
                        <a:latin typeface="Times New Roman"/>
                        <a:cs typeface="Times New Roman"/>
                      </a:endParaRPr>
                    </a:p>
                    <a:p>
                      <a:pPr marL="193040" marR="170180">
                        <a:lnSpc>
                          <a:spcPct val="103299"/>
                        </a:lnSpc>
                        <a:spcBef>
                          <a:spcPts val="5"/>
                        </a:spcBef>
                      </a:pPr>
                      <a:r>
                        <a:rPr sz="1200" spc="-5" dirty="0">
                          <a:latin typeface="Times New Roman"/>
                          <a:cs typeface="Times New Roman"/>
                        </a:rPr>
                        <a:t>Understanding the time </a:t>
                      </a:r>
                      <a:r>
                        <a:rPr sz="1200" spc="-285" dirty="0">
                          <a:latin typeface="Times New Roman"/>
                          <a:cs typeface="Times New Roman"/>
                        </a:rPr>
                        <a:t> </a:t>
                      </a:r>
                      <a:r>
                        <a:rPr sz="1200" spc="-5" dirty="0">
                          <a:latin typeface="Times New Roman"/>
                          <a:cs typeface="Times New Roman"/>
                        </a:rPr>
                        <a:t>spent on</a:t>
                      </a:r>
                      <a:r>
                        <a:rPr sz="1200" dirty="0">
                          <a:latin typeface="Times New Roman"/>
                          <a:cs typeface="Times New Roman"/>
                        </a:rPr>
                        <a:t> </a:t>
                      </a:r>
                      <a:r>
                        <a:rPr sz="1200" spc="-5" dirty="0">
                          <a:latin typeface="Times New Roman"/>
                          <a:cs typeface="Times New Roman"/>
                        </a:rPr>
                        <a:t>android.</a:t>
                      </a:r>
                      <a:endParaRPr sz="1200" dirty="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91656">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marL="184150">
                        <a:lnSpc>
                          <a:spcPct val="100000"/>
                        </a:lnSpc>
                        <a:spcBef>
                          <a:spcPts val="1115"/>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spcBef>
                          <a:spcPts val="50"/>
                        </a:spcBef>
                      </a:pPr>
                      <a:endParaRPr sz="1450" dirty="0">
                        <a:latin typeface="Times New Roman"/>
                        <a:cs typeface="Times New Roman"/>
                      </a:endParaRPr>
                    </a:p>
                    <a:p>
                      <a:pPr marL="335280" marR="313690" indent="-114935">
                        <a:lnSpc>
                          <a:spcPct val="103299"/>
                        </a:lnSpc>
                        <a:spcBef>
                          <a:spcPts val="5"/>
                        </a:spcBef>
                      </a:pPr>
                      <a:r>
                        <a:rPr sz="1200" spc="-5" dirty="0">
                          <a:latin typeface="Times New Roman"/>
                          <a:cs typeface="Times New Roman"/>
                        </a:rPr>
                        <a:t>Collect the information</a:t>
                      </a:r>
                      <a:r>
                        <a:rPr sz="1200" dirty="0">
                          <a:latin typeface="Times New Roman"/>
                          <a:cs typeface="Times New Roman"/>
                        </a:rPr>
                        <a:t> </a:t>
                      </a:r>
                      <a:r>
                        <a:rPr sz="1200" spc="-5" dirty="0">
                          <a:latin typeface="Times New Roman"/>
                          <a:cs typeface="Times New Roman"/>
                        </a:rPr>
                        <a:t>on</a:t>
                      </a:r>
                      <a:r>
                        <a:rPr sz="1200" dirty="0">
                          <a:latin typeface="Times New Roman"/>
                          <a:cs typeface="Times New Roman"/>
                        </a:rPr>
                        <a:t> </a:t>
                      </a:r>
                      <a:r>
                        <a:rPr sz="1200" spc="-5" dirty="0">
                          <a:latin typeface="Times New Roman"/>
                          <a:cs typeface="Times New Roman"/>
                        </a:rPr>
                        <a:t>which</a:t>
                      </a:r>
                      <a:r>
                        <a:rPr sz="1200" spc="10" dirty="0">
                          <a:latin typeface="Times New Roman"/>
                          <a:cs typeface="Times New Roman"/>
                        </a:rPr>
                        <a:t> </a:t>
                      </a:r>
                      <a:r>
                        <a:rPr sz="1200" spc="-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Primary</a:t>
                      </a:r>
                      <a:r>
                        <a:rPr sz="1200" spc="-25" dirty="0">
                          <a:latin typeface="Times New Roman"/>
                          <a:cs typeface="Times New Roman"/>
                        </a:rPr>
                        <a:t> </a:t>
                      </a:r>
                      <a:r>
                        <a:rPr sz="1200" spc="-5" dirty="0">
                          <a:latin typeface="Times New Roman"/>
                          <a:cs typeface="Times New Roman"/>
                        </a:rPr>
                        <a:t>purpose</a:t>
                      </a:r>
                      <a:r>
                        <a:rPr sz="1200" spc="-10" dirty="0">
                          <a:latin typeface="Times New Roman"/>
                          <a:cs typeface="Times New Roman"/>
                        </a:rPr>
                        <a:t> </a:t>
                      </a:r>
                      <a:r>
                        <a:rPr sz="1200" spc="-5" dirty="0">
                          <a:latin typeface="Times New Roman"/>
                          <a:cs typeface="Times New Roman"/>
                        </a:rPr>
                        <a:t>of</a:t>
                      </a:r>
                      <a:r>
                        <a:rPr sz="1200" spc="20" dirty="0">
                          <a:latin typeface="Times New Roman"/>
                          <a:cs typeface="Times New Roman"/>
                        </a:rPr>
                        <a:t> </a:t>
                      </a:r>
                      <a:r>
                        <a:rPr sz="1200" spc="-5" dirty="0">
                          <a:latin typeface="Times New Roman"/>
                          <a:cs typeface="Times New Roman"/>
                        </a:rPr>
                        <a:t>android</a:t>
                      </a:r>
                      <a:r>
                        <a:rPr sz="1200" spc="5" dirty="0">
                          <a:latin typeface="Times New Roman"/>
                          <a:cs typeface="Times New Roman"/>
                        </a:rPr>
                        <a:t> </a:t>
                      </a:r>
                      <a:r>
                        <a:rPr sz="1200" spc="-5" dirty="0">
                          <a:latin typeface="Times New Roman"/>
                          <a:cs typeface="Times New Roman"/>
                        </a:rPr>
                        <a:t>uses.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spcBef>
                          <a:spcPts val="25"/>
                        </a:spcBef>
                      </a:pPr>
                      <a:endParaRPr sz="1550">
                        <a:latin typeface="Times New Roman"/>
                        <a:cs typeface="Times New Roman"/>
                      </a:endParaRPr>
                    </a:p>
                    <a:p>
                      <a:pPr marL="36195" marR="36830" indent="114300" algn="just">
                        <a:lnSpc>
                          <a:spcPts val="1390"/>
                        </a:lnSpc>
                      </a:pPr>
                      <a:r>
                        <a:rPr sz="1200" spc="-5" dirty="0">
                          <a:latin typeface="Times New Roman"/>
                          <a:cs typeface="Times New Roman"/>
                        </a:rPr>
                        <a:t>Understanding</a:t>
                      </a:r>
                      <a:r>
                        <a:rPr sz="120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which </a:t>
                      </a:r>
                      <a:r>
                        <a:rPr sz="1200" spc="-285" dirty="0">
                          <a:latin typeface="Times New Roman"/>
                          <a:cs typeface="Times New Roman"/>
                        </a:rPr>
                        <a:t> </a:t>
                      </a:r>
                      <a:r>
                        <a:rPr sz="1200" spc="-5" dirty="0">
                          <a:latin typeface="Times New Roman"/>
                          <a:cs typeface="Times New Roman"/>
                        </a:rPr>
                        <a:t>they</a:t>
                      </a:r>
                      <a:r>
                        <a:rPr sz="1200" dirty="0">
                          <a:latin typeface="Times New Roman"/>
                          <a:cs typeface="Times New Roman"/>
                        </a:rPr>
                        <a:t> </a:t>
                      </a:r>
                      <a:r>
                        <a:rPr sz="1200" spc="-5" dirty="0">
                          <a:latin typeface="Times New Roman"/>
                          <a:cs typeface="Times New Roman"/>
                        </a:rPr>
                        <a:t>can</a:t>
                      </a:r>
                      <a:r>
                        <a:rPr sz="1200" dirty="0">
                          <a:latin typeface="Times New Roman"/>
                          <a:cs typeface="Times New Roman"/>
                        </a:rPr>
                        <a:t> </a:t>
                      </a:r>
                      <a:r>
                        <a:rPr sz="1200" spc="-5" dirty="0">
                          <a:latin typeface="Times New Roman"/>
                          <a:cs typeface="Times New Roman"/>
                        </a:rPr>
                        <a:t>be</a:t>
                      </a:r>
                      <a:r>
                        <a:rPr sz="1200" dirty="0">
                          <a:latin typeface="Times New Roman"/>
                          <a:cs typeface="Times New Roman"/>
                        </a:rPr>
                        <a:t> </a:t>
                      </a:r>
                      <a:r>
                        <a:rPr sz="1200" spc="-10" dirty="0">
                          <a:latin typeface="Times New Roman"/>
                          <a:cs typeface="Times New Roman"/>
                        </a:rPr>
                        <a:t>gave</a:t>
                      </a:r>
                      <a:r>
                        <a:rPr sz="1200" spc="-5" dirty="0">
                          <a:latin typeface="Times New Roman"/>
                          <a:cs typeface="Times New Roman"/>
                        </a:rPr>
                        <a:t> high </a:t>
                      </a:r>
                      <a:r>
                        <a:rPr sz="1200" dirty="0">
                          <a:latin typeface="Times New Roman"/>
                          <a:cs typeface="Times New Roman"/>
                        </a:rPr>
                        <a:t> </a:t>
                      </a:r>
                      <a:r>
                        <a:rPr sz="1200" spc="-5" dirty="0">
                          <a:latin typeface="Times New Roman"/>
                          <a:cs typeface="Times New Roman"/>
                        </a:rPr>
                        <a:t>preference</a:t>
                      </a:r>
                      <a:r>
                        <a:rPr sz="1200" spc="-10" dirty="0">
                          <a:latin typeface="Times New Roman"/>
                          <a:cs typeface="Times New Roman"/>
                        </a:rPr>
                        <a:t> </a:t>
                      </a:r>
                      <a:r>
                        <a:rPr sz="1200" spc="-5" dirty="0">
                          <a:latin typeface="Times New Roman"/>
                          <a:cs typeface="Times New Roman"/>
                        </a:rPr>
                        <a:t>on android.</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955681">
                <a:tc>
                  <a:txBody>
                    <a:bodyPr/>
                    <a:lstStyle/>
                    <a:p>
                      <a:pPr>
                        <a:lnSpc>
                          <a:spcPct val="100000"/>
                        </a:lnSpc>
                      </a:pPr>
                      <a:endParaRPr sz="1300">
                        <a:latin typeface="Times New Roman"/>
                        <a:cs typeface="Times New Roman"/>
                      </a:endParaRPr>
                    </a:p>
                    <a:p>
                      <a:pPr marL="193675">
                        <a:lnSpc>
                          <a:spcPct val="100000"/>
                        </a:lnSpc>
                        <a:spcBef>
                          <a:spcPts val="111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–6</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a:cs typeface="Times New Roman"/>
                      </a:endParaRPr>
                    </a:p>
                    <a:p>
                      <a:pPr marL="269240" marR="294005" indent="1270">
                        <a:lnSpc>
                          <a:spcPct val="103299"/>
                        </a:lnSpc>
                        <a:spcBef>
                          <a:spcPts val="5"/>
                        </a:spcBef>
                      </a:pPr>
                      <a:r>
                        <a:rPr sz="1200" spc="-5" dirty="0">
                          <a:latin typeface="Times New Roman"/>
                          <a:cs typeface="Times New Roman"/>
                        </a:rPr>
                        <a:t>Interact with the youth people in </a:t>
                      </a:r>
                      <a:r>
                        <a:rPr sz="1200" spc="5" dirty="0">
                          <a:latin typeface="Times New Roman"/>
                          <a:cs typeface="Times New Roman"/>
                        </a:rPr>
                        <a:t>my </a:t>
                      </a:r>
                      <a:r>
                        <a:rPr sz="1200" spc="-285" dirty="0">
                          <a:latin typeface="Times New Roman"/>
                          <a:cs typeface="Times New Roman"/>
                        </a:rPr>
                        <a:t> </a:t>
                      </a:r>
                      <a:r>
                        <a:rPr sz="1200" spc="-15" dirty="0">
                          <a:latin typeface="Times New Roman"/>
                          <a:cs typeface="Times New Roman"/>
                        </a:rPr>
                        <a:t>locality.</a:t>
                      </a:r>
                      <a:endParaRPr sz="120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a:cs typeface="Times New Roman"/>
                      </a:endParaRPr>
                    </a:p>
                    <a:p>
                      <a:pPr marL="2540" marR="90170" indent="38100">
                        <a:lnSpc>
                          <a:spcPct val="103299"/>
                        </a:lnSpc>
                        <a:spcBef>
                          <a:spcPts val="5"/>
                        </a:spcBef>
                      </a:pPr>
                      <a:r>
                        <a:rPr sz="1200" spc="-5" dirty="0">
                          <a:latin typeface="Times New Roman"/>
                          <a:cs typeface="Times New Roman"/>
                        </a:rPr>
                        <a:t>Noted</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total information </a:t>
                      </a:r>
                      <a:r>
                        <a:rPr sz="1200" spc="-285" dirty="0">
                          <a:latin typeface="Times New Roman"/>
                          <a:cs typeface="Times New Roman"/>
                        </a:rPr>
                        <a:t> </a:t>
                      </a:r>
                      <a:r>
                        <a:rPr sz="1200" spc="-5" dirty="0">
                          <a:latin typeface="Times New Roman"/>
                          <a:cs typeface="Times New Roman"/>
                        </a:rPr>
                        <a:t>on android</a:t>
                      </a:r>
                      <a:r>
                        <a:rPr sz="1200" dirty="0">
                          <a:latin typeface="Times New Roman"/>
                          <a:cs typeface="Times New Roman"/>
                        </a:rPr>
                        <a:t> </a:t>
                      </a:r>
                      <a:r>
                        <a:rPr sz="1200" spc="-5" dirty="0">
                          <a:latin typeface="Times New Roman"/>
                          <a:cs typeface="Times New Roman"/>
                        </a:rPr>
                        <a:t>usage.</a:t>
                      </a:r>
                      <a:endParaRPr sz="120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ED99FF75-FF56-017F-6942-ED258E3DFC76}"/>
              </a:ext>
            </a:extLst>
          </p:cNvPr>
          <p:cNvSpPr txBox="1"/>
          <p:nvPr/>
        </p:nvSpPr>
        <p:spPr>
          <a:xfrm>
            <a:off x="3784600" y="973558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9</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7685" y="1009650"/>
            <a:ext cx="6513830" cy="8768939"/>
          </a:xfrm>
          <a:prstGeom prst="rect">
            <a:avLst/>
          </a:prstGeom>
        </p:spPr>
        <p:txBody>
          <a:bodyPr vert="horz" wrap="square" lIns="0" tIns="116205" rIns="0" bIns="0" rtlCol="0">
            <a:spAutoFit/>
          </a:bodyPr>
          <a:lstStyle/>
          <a:p>
            <a:pPr marL="176530" algn="ctr">
              <a:lnSpc>
                <a:spcPct val="100000"/>
              </a:lnSpc>
              <a:spcBef>
                <a:spcPts val="915"/>
              </a:spcBef>
            </a:pPr>
            <a:r>
              <a:rPr sz="1400" b="1" spc="-5" dirty="0">
                <a:latin typeface="Times New Roman"/>
                <a:cs typeface="Times New Roman"/>
              </a:rPr>
              <a:t>WEE</a:t>
            </a:r>
            <a:r>
              <a:rPr sz="1400" b="1" spc="-15" dirty="0">
                <a:latin typeface="Times New Roman"/>
                <a:cs typeface="Times New Roman"/>
              </a:rPr>
              <a:t>K</a:t>
            </a:r>
            <a:r>
              <a:rPr sz="1400" b="1" spc="-110" dirty="0">
                <a:latin typeface="Times New Roman"/>
                <a:cs typeface="Times New Roman"/>
              </a:rPr>
              <a:t>L</a:t>
            </a:r>
            <a:r>
              <a:rPr sz="1400" b="1" spc="-5" dirty="0">
                <a:latin typeface="Times New Roman"/>
                <a:cs typeface="Times New Roman"/>
              </a:rPr>
              <a:t>Y</a:t>
            </a:r>
            <a:r>
              <a:rPr sz="1400" b="1" spc="-50" dirty="0">
                <a:latin typeface="Times New Roman"/>
                <a:cs typeface="Times New Roman"/>
              </a:rPr>
              <a:t> </a:t>
            </a:r>
            <a:r>
              <a:rPr sz="1400" b="1" spc="-5" dirty="0">
                <a:latin typeface="Times New Roman"/>
                <a:cs typeface="Times New Roman"/>
              </a:rPr>
              <a:t>RE</a:t>
            </a:r>
            <a:r>
              <a:rPr sz="1400" b="1" spc="-15" dirty="0">
                <a:latin typeface="Times New Roman"/>
                <a:cs typeface="Times New Roman"/>
              </a:rPr>
              <a:t>P</a:t>
            </a:r>
            <a:r>
              <a:rPr sz="1400" b="1" spc="10" dirty="0">
                <a:latin typeface="Times New Roman"/>
                <a:cs typeface="Times New Roman"/>
              </a:rPr>
              <a:t>O</a:t>
            </a:r>
            <a:r>
              <a:rPr sz="1400" b="1" spc="-55" dirty="0">
                <a:latin typeface="Times New Roman"/>
                <a:cs typeface="Times New Roman"/>
              </a:rPr>
              <a:t>R</a:t>
            </a:r>
            <a:r>
              <a:rPr sz="1400" b="1" spc="-5" dirty="0">
                <a:latin typeface="Times New Roman"/>
                <a:cs typeface="Times New Roman"/>
              </a:rPr>
              <a:t>T</a:t>
            </a:r>
            <a:endParaRPr sz="1400" dirty="0">
              <a:latin typeface="Times New Roman"/>
              <a:cs typeface="Times New Roman"/>
            </a:endParaRPr>
          </a:p>
          <a:p>
            <a:pPr marL="218440" algn="ctr">
              <a:lnSpc>
                <a:spcPct val="100000"/>
              </a:lnSpc>
              <a:spcBef>
                <a:spcPts val="815"/>
              </a:spcBef>
            </a:pPr>
            <a:r>
              <a:rPr sz="1400" b="1" spc="-25" dirty="0">
                <a:latin typeface="Times New Roman"/>
                <a:cs typeface="Times New Roman"/>
              </a:rPr>
              <a:t>Week</a:t>
            </a:r>
            <a:r>
              <a:rPr sz="1400" b="1" spc="-5" dirty="0">
                <a:latin typeface="Times New Roman"/>
                <a:cs typeface="Times New Roman"/>
              </a:rPr>
              <a:t> – 1</a:t>
            </a:r>
            <a:r>
              <a:rPr sz="1400" b="1" dirty="0">
                <a:latin typeface="Times New Roman"/>
                <a:cs typeface="Times New Roman"/>
              </a:rPr>
              <a:t> </a:t>
            </a:r>
            <a:r>
              <a:rPr sz="1400" b="1" spc="-5" dirty="0">
                <a:latin typeface="Times New Roman"/>
                <a:cs typeface="Times New Roman"/>
              </a:rPr>
              <a:t>(</a:t>
            </a:r>
            <a:r>
              <a:rPr sz="1400" spc="-5" dirty="0">
                <a:latin typeface="Times New Roman"/>
                <a:cs typeface="Times New Roman"/>
              </a:rPr>
              <a:t>F</a:t>
            </a:r>
            <a:r>
              <a:rPr lang="en-US" sz="1400" spc="-5" dirty="0">
                <a:latin typeface="Times New Roman"/>
                <a:cs typeface="Times New Roman"/>
              </a:rPr>
              <a:t>ROM</a:t>
            </a:r>
            <a:r>
              <a:rPr lang="en-US" sz="1400" b="1" spc="-5" dirty="0">
                <a:latin typeface="Times New Roman"/>
                <a:cs typeface="Times New Roman"/>
              </a:rPr>
              <a:t> </a:t>
            </a:r>
            <a:r>
              <a:rPr sz="1400" b="1" spc="-5" dirty="0">
                <a:latin typeface="Times New Roman"/>
                <a:cs typeface="Times New Roman"/>
              </a:rPr>
              <a:t>2</a:t>
            </a:r>
            <a:r>
              <a:rPr lang="en-US" sz="1400" b="1" spc="-5" dirty="0">
                <a:latin typeface="Times New Roman"/>
                <a:cs typeface="Times New Roman"/>
              </a:rPr>
              <a:t>3</a:t>
            </a:r>
            <a:r>
              <a:rPr sz="1400" b="1" spc="-5" dirty="0">
                <a:latin typeface="Times New Roman"/>
                <a:cs typeface="Times New Roman"/>
              </a:rPr>
              <a:t>-0</a:t>
            </a:r>
            <a:r>
              <a:rPr lang="en-US" sz="1400" b="1" spc="-5" dirty="0">
                <a:latin typeface="Times New Roman"/>
                <a:cs typeface="Times New Roman"/>
              </a:rPr>
              <a:t>7</a:t>
            </a:r>
            <a:r>
              <a:rPr sz="1400" b="1" spc="-5" dirty="0">
                <a:latin typeface="Times New Roman"/>
                <a:cs typeface="Times New Roman"/>
              </a:rPr>
              <a:t>-202</a:t>
            </a:r>
            <a:r>
              <a:rPr lang="en-US" sz="1400" b="1" spc="-5" dirty="0">
                <a:latin typeface="Times New Roman"/>
                <a:cs typeface="Times New Roman"/>
              </a:rPr>
              <a:t>4 </a:t>
            </a:r>
            <a:r>
              <a:rPr sz="1400" spc="-5" dirty="0">
                <a:latin typeface="Times New Roman"/>
                <a:cs typeface="Times New Roman"/>
              </a:rPr>
              <a:t>to</a:t>
            </a:r>
            <a:r>
              <a:rPr sz="1400" b="1" spc="-5" dirty="0">
                <a:latin typeface="Times New Roman"/>
                <a:cs typeface="Times New Roman"/>
              </a:rPr>
              <a:t> </a:t>
            </a:r>
            <a:r>
              <a:rPr lang="en-US" sz="1400" b="1" spc="-5" dirty="0">
                <a:latin typeface="Times New Roman"/>
                <a:cs typeface="Times New Roman"/>
              </a:rPr>
              <a:t>29-07-2024</a:t>
            </a:r>
            <a:r>
              <a:rPr sz="1400" b="1" dirty="0">
                <a:latin typeface="Times New Roman"/>
                <a:cs typeface="Times New Roman"/>
              </a:rPr>
              <a:t>)</a:t>
            </a:r>
            <a:endParaRPr lang="en-US" sz="1400" b="1" dirty="0">
              <a:latin typeface="Times New Roman"/>
              <a:cs typeface="Times New Roman"/>
            </a:endParaRPr>
          </a:p>
          <a:p>
            <a:pPr marL="218440" algn="ctr">
              <a:lnSpc>
                <a:spcPct val="100000"/>
              </a:lnSpc>
              <a:spcBef>
                <a:spcPts val="815"/>
              </a:spcBef>
            </a:pPr>
            <a:endParaRPr sz="800" b="1" dirty="0">
              <a:latin typeface="Times New Roman"/>
              <a:cs typeface="Times New Roman"/>
            </a:endParaRPr>
          </a:p>
          <a:p>
            <a:pPr marL="12700">
              <a:lnSpc>
                <a:spcPct val="100000"/>
              </a:lnSpc>
            </a:pPr>
            <a:r>
              <a:rPr sz="1400" b="1" spc="-5" dirty="0">
                <a:latin typeface="Times New Roman"/>
                <a:cs typeface="Times New Roman"/>
              </a:rPr>
              <a:t>Overview</a:t>
            </a:r>
            <a:r>
              <a:rPr sz="1400" b="1" spc="5" dirty="0">
                <a:latin typeface="Times New Roman"/>
                <a:cs typeface="Times New Roman"/>
              </a:rPr>
              <a:t> </a:t>
            </a:r>
            <a:r>
              <a:rPr sz="1400" b="1" spc="-5" dirty="0">
                <a:latin typeface="Times New Roman"/>
                <a:cs typeface="Times New Roman"/>
              </a:rPr>
              <a:t>of</a:t>
            </a:r>
            <a:r>
              <a:rPr sz="1400" b="1" spc="-65" dirty="0">
                <a:latin typeface="Times New Roman"/>
                <a:cs typeface="Times New Roman"/>
              </a:rPr>
              <a:t> </a:t>
            </a:r>
            <a:r>
              <a:rPr sz="1400" b="1" spc="-10" dirty="0">
                <a:latin typeface="Times New Roman"/>
                <a:cs typeface="Times New Roman"/>
              </a:rPr>
              <a:t>Android</a:t>
            </a:r>
            <a:r>
              <a:rPr sz="1400" b="1" spc="5" dirty="0">
                <a:latin typeface="Times New Roman"/>
                <a:cs typeface="Times New Roman"/>
              </a:rPr>
              <a:t> </a:t>
            </a:r>
            <a:r>
              <a:rPr sz="1400" b="1" spc="-5" dirty="0">
                <a:latin typeface="Times New Roman"/>
                <a:cs typeface="Times New Roman"/>
              </a:rPr>
              <a:t>Phone Usage</a:t>
            </a:r>
            <a:r>
              <a:rPr sz="1400" b="1" spc="-80" dirty="0">
                <a:latin typeface="Times New Roman"/>
                <a:cs typeface="Times New Roman"/>
              </a:rPr>
              <a:t> </a:t>
            </a:r>
            <a:r>
              <a:rPr sz="1400" b="1" spc="-5" dirty="0">
                <a:latin typeface="Times New Roman"/>
                <a:cs typeface="Times New Roman"/>
              </a:rPr>
              <a:t>Among</a:t>
            </a:r>
            <a:r>
              <a:rPr sz="1400" b="1" spc="-25" dirty="0">
                <a:latin typeface="Times New Roman"/>
                <a:cs typeface="Times New Roman"/>
              </a:rPr>
              <a:t> </a:t>
            </a:r>
            <a:r>
              <a:rPr sz="1400" b="1" spc="-15" dirty="0">
                <a:latin typeface="Times New Roman"/>
                <a:cs typeface="Times New Roman"/>
              </a:rPr>
              <a:t>Teenagers</a:t>
            </a:r>
            <a:endParaRPr sz="1400" dirty="0">
              <a:latin typeface="Times New Roman"/>
              <a:cs typeface="Times New Roman"/>
            </a:endParaRPr>
          </a:p>
          <a:p>
            <a:pPr marL="18415" marR="6985" indent="-6350">
              <a:lnSpc>
                <a:spcPts val="2090"/>
              </a:lnSpc>
              <a:spcBef>
                <a:spcPts val="155"/>
              </a:spcBef>
            </a:pPr>
            <a:r>
              <a:rPr sz="1200" spc="-15" dirty="0">
                <a:latin typeface="Times New Roman"/>
                <a:cs typeface="Times New Roman"/>
              </a:rPr>
              <a:t>Teenagers</a:t>
            </a:r>
            <a:r>
              <a:rPr sz="1200" spc="55" dirty="0">
                <a:latin typeface="Times New Roman"/>
                <a:cs typeface="Times New Roman"/>
              </a:rPr>
              <a:t> </a:t>
            </a:r>
            <a:r>
              <a:rPr sz="1200" dirty="0">
                <a:latin typeface="Times New Roman"/>
                <a:cs typeface="Times New Roman"/>
              </a:rPr>
              <a:t>are</a:t>
            </a:r>
            <a:r>
              <a:rPr sz="1200" spc="50" dirty="0">
                <a:latin typeface="Times New Roman"/>
                <a:cs typeface="Times New Roman"/>
              </a:rPr>
              <a:t> </a:t>
            </a:r>
            <a:r>
              <a:rPr sz="1200" dirty="0">
                <a:latin typeface="Times New Roman"/>
                <a:cs typeface="Times New Roman"/>
              </a:rPr>
              <a:t>among</a:t>
            </a:r>
            <a:r>
              <a:rPr sz="1200" spc="45" dirty="0">
                <a:latin typeface="Times New Roman"/>
                <a:cs typeface="Times New Roman"/>
              </a:rPr>
              <a:t> </a:t>
            </a:r>
            <a:r>
              <a:rPr sz="1200" spc="-5" dirty="0">
                <a:latin typeface="Times New Roman"/>
                <a:cs typeface="Times New Roman"/>
              </a:rPr>
              <a:t>the</a:t>
            </a:r>
            <a:r>
              <a:rPr sz="1200" spc="70" dirty="0">
                <a:latin typeface="Times New Roman"/>
                <a:cs typeface="Times New Roman"/>
              </a:rPr>
              <a:t> </a:t>
            </a:r>
            <a:r>
              <a:rPr sz="1200" spc="-5" dirty="0">
                <a:latin typeface="Times New Roman"/>
                <a:cs typeface="Times New Roman"/>
              </a:rPr>
              <a:t>most</a:t>
            </a:r>
            <a:r>
              <a:rPr sz="1200" spc="65" dirty="0">
                <a:latin typeface="Times New Roman"/>
                <a:cs typeface="Times New Roman"/>
              </a:rPr>
              <a:t> </a:t>
            </a:r>
            <a:r>
              <a:rPr sz="1200" spc="-5" dirty="0">
                <a:latin typeface="Times New Roman"/>
                <a:cs typeface="Times New Roman"/>
              </a:rPr>
              <a:t>active</a:t>
            </a:r>
            <a:r>
              <a:rPr sz="1200" spc="55" dirty="0">
                <a:latin typeface="Times New Roman"/>
                <a:cs typeface="Times New Roman"/>
              </a:rPr>
              <a:t> </a:t>
            </a:r>
            <a:r>
              <a:rPr sz="1200" spc="-5" dirty="0">
                <a:latin typeface="Times New Roman"/>
                <a:cs typeface="Times New Roman"/>
              </a:rPr>
              <a:t>users</a:t>
            </a:r>
            <a:r>
              <a:rPr sz="1200" spc="55" dirty="0">
                <a:latin typeface="Times New Roman"/>
                <a:cs typeface="Times New Roman"/>
              </a:rPr>
              <a:t> </a:t>
            </a:r>
            <a:r>
              <a:rPr sz="1200" spc="-5" dirty="0">
                <a:latin typeface="Times New Roman"/>
                <a:cs typeface="Times New Roman"/>
              </a:rPr>
              <a:t>of</a:t>
            </a:r>
            <a:r>
              <a:rPr sz="1200" spc="55" dirty="0">
                <a:latin typeface="Times New Roman"/>
                <a:cs typeface="Times New Roman"/>
              </a:rPr>
              <a:t> </a:t>
            </a:r>
            <a:r>
              <a:rPr sz="1200" spc="-5" dirty="0">
                <a:latin typeface="Times New Roman"/>
                <a:cs typeface="Times New Roman"/>
              </a:rPr>
              <a:t>smartphones,</a:t>
            </a:r>
            <a:r>
              <a:rPr sz="1200" spc="55" dirty="0">
                <a:latin typeface="Times New Roman"/>
                <a:cs typeface="Times New Roman"/>
              </a:rPr>
              <a:t> </a:t>
            </a:r>
            <a:r>
              <a:rPr sz="1200" dirty="0">
                <a:latin typeface="Times New Roman"/>
                <a:cs typeface="Times New Roman"/>
              </a:rPr>
              <a:t>particularly</a:t>
            </a:r>
            <a:r>
              <a:rPr sz="1200" spc="-40" dirty="0">
                <a:latin typeface="Times New Roman"/>
                <a:cs typeface="Times New Roman"/>
              </a:rPr>
              <a:t> </a:t>
            </a:r>
            <a:r>
              <a:rPr sz="1200" spc="-5" dirty="0">
                <a:latin typeface="Times New Roman"/>
                <a:cs typeface="Times New Roman"/>
              </a:rPr>
              <a:t>Android</a:t>
            </a:r>
            <a:r>
              <a:rPr sz="1200" spc="55" dirty="0">
                <a:latin typeface="Times New Roman"/>
                <a:cs typeface="Times New Roman"/>
              </a:rPr>
              <a:t> </a:t>
            </a:r>
            <a:r>
              <a:rPr sz="1200" spc="-5" dirty="0">
                <a:latin typeface="Times New Roman"/>
                <a:cs typeface="Times New Roman"/>
              </a:rPr>
              <a:t>devices.</a:t>
            </a:r>
            <a:r>
              <a:rPr sz="1200" spc="75" dirty="0">
                <a:latin typeface="Times New Roman"/>
                <a:cs typeface="Times New Roman"/>
              </a:rPr>
              <a:t> </a:t>
            </a:r>
            <a:r>
              <a:rPr sz="1200" spc="-10" dirty="0">
                <a:latin typeface="Times New Roman"/>
                <a:cs typeface="Times New Roman"/>
              </a:rPr>
              <a:t>In</a:t>
            </a:r>
            <a:r>
              <a:rPr sz="1200" spc="70" dirty="0">
                <a:latin typeface="Times New Roman"/>
                <a:cs typeface="Times New Roman"/>
              </a:rPr>
              <a:t> </a:t>
            </a:r>
            <a:r>
              <a:rPr sz="1200" spc="-5" dirty="0">
                <a:latin typeface="Times New Roman"/>
                <a:cs typeface="Times New Roman"/>
              </a:rPr>
              <a:t>recent</a:t>
            </a:r>
            <a:r>
              <a:rPr sz="1200" spc="75" dirty="0">
                <a:latin typeface="Times New Roman"/>
                <a:cs typeface="Times New Roman"/>
              </a:rPr>
              <a:t> </a:t>
            </a:r>
            <a:r>
              <a:rPr sz="1200" spc="-10" dirty="0">
                <a:latin typeface="Times New Roman"/>
                <a:cs typeface="Times New Roman"/>
              </a:rPr>
              <a:t>years, </a:t>
            </a:r>
            <a:r>
              <a:rPr sz="1200" spc="-285" dirty="0">
                <a:latin typeface="Times New Roman"/>
                <a:cs typeface="Times New Roman"/>
              </a:rPr>
              <a:t> </a:t>
            </a:r>
            <a:r>
              <a:rPr sz="1200" spc="-5" dirty="0">
                <a:latin typeface="Times New Roman"/>
                <a:cs typeface="Times New Roman"/>
              </a:rPr>
              <a:t>around </a:t>
            </a:r>
            <a:r>
              <a:rPr sz="1200" dirty="0">
                <a:latin typeface="Times New Roman"/>
                <a:cs typeface="Times New Roman"/>
              </a:rPr>
              <a:t>80-90%</a:t>
            </a:r>
            <a:r>
              <a:rPr sz="1200" spc="-5" dirty="0">
                <a:latin typeface="Times New Roman"/>
                <a:cs typeface="Times New Roman"/>
              </a:rPr>
              <a:t> of</a:t>
            </a:r>
            <a:r>
              <a:rPr sz="1200" spc="5" dirty="0">
                <a:latin typeface="Times New Roman"/>
                <a:cs typeface="Times New Roman"/>
              </a:rPr>
              <a:t> </a:t>
            </a:r>
            <a:r>
              <a:rPr sz="1200" spc="-5" dirty="0">
                <a:latin typeface="Times New Roman"/>
                <a:cs typeface="Times New Roman"/>
              </a:rPr>
              <a:t>teens</a:t>
            </a:r>
            <a:r>
              <a:rPr sz="1200" spc="10" dirty="0">
                <a:latin typeface="Times New Roman"/>
                <a:cs typeface="Times New Roman"/>
              </a:rPr>
              <a:t> </a:t>
            </a:r>
            <a:r>
              <a:rPr sz="1200" spc="-5" dirty="0">
                <a:latin typeface="Times New Roman"/>
                <a:cs typeface="Times New Roman"/>
              </a:rPr>
              <a:t>have been</a:t>
            </a:r>
            <a:r>
              <a:rPr sz="1200" spc="5" dirty="0">
                <a:latin typeface="Times New Roman"/>
                <a:cs typeface="Times New Roman"/>
              </a:rPr>
              <a:t> </a:t>
            </a:r>
            <a:r>
              <a:rPr sz="1200" spc="-5" dirty="0">
                <a:latin typeface="Times New Roman"/>
                <a:cs typeface="Times New Roman"/>
              </a:rPr>
              <a:t>reported</a:t>
            </a:r>
            <a:r>
              <a:rPr sz="1200" spc="5" dirty="0">
                <a:latin typeface="Times New Roman"/>
                <a:cs typeface="Times New Roman"/>
              </a:rPr>
              <a:t> </a:t>
            </a:r>
            <a:r>
              <a:rPr sz="1200" spc="-5" dirty="0">
                <a:latin typeface="Times New Roman"/>
                <a:cs typeface="Times New Roman"/>
              </a:rPr>
              <a:t>to</a:t>
            </a:r>
            <a:r>
              <a:rPr sz="1200" dirty="0">
                <a:latin typeface="Times New Roman"/>
                <a:cs typeface="Times New Roman"/>
              </a:rPr>
              <a:t> own</a:t>
            </a:r>
            <a:r>
              <a:rPr sz="1200" spc="10" dirty="0">
                <a:latin typeface="Times New Roman"/>
                <a:cs typeface="Times New Roman"/>
              </a:rPr>
              <a:t> </a:t>
            </a:r>
            <a:r>
              <a:rPr sz="1200" spc="-5" dirty="0">
                <a:latin typeface="Times New Roman"/>
                <a:cs typeface="Times New Roman"/>
              </a:rPr>
              <a:t>smartphones, with</a:t>
            </a:r>
            <a:r>
              <a:rPr sz="1200" spc="10" dirty="0">
                <a:latin typeface="Times New Roman"/>
                <a:cs typeface="Times New Roman"/>
              </a:rPr>
              <a:t> </a:t>
            </a:r>
            <a:r>
              <a:rPr sz="1200" spc="-5" dirty="0">
                <a:latin typeface="Times New Roman"/>
                <a:cs typeface="Times New Roman"/>
              </a:rPr>
              <a:t>a significant</a:t>
            </a:r>
            <a:r>
              <a:rPr sz="1200" dirty="0">
                <a:latin typeface="Times New Roman"/>
                <a:cs typeface="Times New Roman"/>
              </a:rPr>
              <a:t> </a:t>
            </a:r>
            <a:r>
              <a:rPr sz="1200" spc="-5" dirty="0">
                <a:latin typeface="Times New Roman"/>
                <a:cs typeface="Times New Roman"/>
              </a:rPr>
              <a:t>portion</a:t>
            </a:r>
            <a:r>
              <a:rPr sz="1200" dirty="0">
                <a:latin typeface="Times New Roman"/>
                <a:cs typeface="Times New Roman"/>
              </a:rPr>
              <a:t> using</a:t>
            </a:r>
            <a:r>
              <a:rPr sz="1200" spc="-75" dirty="0">
                <a:latin typeface="Times New Roman"/>
                <a:cs typeface="Times New Roman"/>
              </a:rPr>
              <a:t> </a:t>
            </a:r>
            <a:r>
              <a:rPr sz="1200" dirty="0">
                <a:latin typeface="Times New Roman"/>
                <a:cs typeface="Times New Roman"/>
              </a:rPr>
              <a:t>Android-</a:t>
            </a:r>
          </a:p>
          <a:p>
            <a:pPr marL="18415" marR="10795">
              <a:lnSpc>
                <a:spcPts val="2090"/>
              </a:lnSpc>
              <a:spcBef>
                <a:spcPts val="10"/>
              </a:spcBef>
            </a:pPr>
            <a:r>
              <a:rPr sz="1200" spc="-5" dirty="0">
                <a:latin typeface="Times New Roman"/>
                <a:cs typeface="Times New Roman"/>
              </a:rPr>
              <a:t>based</a:t>
            </a:r>
            <a:r>
              <a:rPr sz="1200" spc="245" dirty="0">
                <a:latin typeface="Times New Roman"/>
                <a:cs typeface="Times New Roman"/>
              </a:rPr>
              <a:t> </a:t>
            </a:r>
            <a:r>
              <a:rPr sz="1200" spc="-5" dirty="0">
                <a:latin typeface="Times New Roman"/>
                <a:cs typeface="Times New Roman"/>
              </a:rPr>
              <a:t>devices.</a:t>
            </a:r>
            <a:endParaRPr sz="1200" dirty="0">
              <a:latin typeface="Times New Roman"/>
              <a:cs typeface="Times New Roman"/>
            </a:endParaRPr>
          </a:p>
          <a:p>
            <a:pPr marL="12700">
              <a:lnSpc>
                <a:spcPct val="100000"/>
              </a:lnSpc>
              <a:spcBef>
                <a:spcPts val="505"/>
              </a:spcBef>
            </a:pPr>
            <a:r>
              <a:rPr sz="1400" b="1" spc="-90" dirty="0">
                <a:latin typeface="Times New Roman"/>
                <a:cs typeface="Times New Roman"/>
              </a:rPr>
              <a:t>A</a:t>
            </a:r>
            <a:r>
              <a:rPr sz="1400" b="1" spc="-5" dirty="0">
                <a:latin typeface="Times New Roman"/>
                <a:cs typeface="Times New Roman"/>
              </a:rPr>
              <a:t>ve</a:t>
            </a:r>
            <a:r>
              <a:rPr sz="1400" b="1" spc="-10" dirty="0">
                <a:latin typeface="Times New Roman"/>
                <a:cs typeface="Times New Roman"/>
              </a:rPr>
              <a:t>r</a:t>
            </a:r>
            <a:r>
              <a:rPr sz="1400" b="1" spc="-5" dirty="0">
                <a:latin typeface="Times New Roman"/>
                <a:cs typeface="Times New Roman"/>
              </a:rPr>
              <a:t>age </a:t>
            </a:r>
            <a:r>
              <a:rPr sz="1400" b="1" dirty="0">
                <a:latin typeface="Times New Roman"/>
                <a:cs typeface="Times New Roman"/>
              </a:rPr>
              <a:t>Sc</a:t>
            </a:r>
            <a:r>
              <a:rPr sz="1400" b="1" spc="-35" dirty="0">
                <a:latin typeface="Times New Roman"/>
                <a:cs typeface="Times New Roman"/>
              </a:rPr>
              <a:t>r</a:t>
            </a:r>
            <a:r>
              <a:rPr sz="1400" b="1" spc="-10" dirty="0">
                <a:latin typeface="Times New Roman"/>
                <a:cs typeface="Times New Roman"/>
              </a:rPr>
              <a:t>e</a:t>
            </a:r>
            <a:r>
              <a:rPr sz="1400" b="1" spc="-5" dirty="0">
                <a:latin typeface="Times New Roman"/>
                <a:cs typeface="Times New Roman"/>
              </a:rPr>
              <a:t>en</a:t>
            </a:r>
            <a:r>
              <a:rPr sz="1400" b="1" spc="-25" dirty="0">
                <a:latin typeface="Times New Roman"/>
                <a:cs typeface="Times New Roman"/>
              </a:rPr>
              <a:t> T</a:t>
            </a:r>
            <a:r>
              <a:rPr sz="1400" b="1" spc="5" dirty="0">
                <a:latin typeface="Times New Roman"/>
                <a:cs typeface="Times New Roman"/>
              </a:rPr>
              <a:t>i</a:t>
            </a:r>
            <a:r>
              <a:rPr sz="1400" b="1" spc="-5" dirty="0">
                <a:latin typeface="Times New Roman"/>
                <a:cs typeface="Times New Roman"/>
              </a:rPr>
              <a:t>me </a:t>
            </a:r>
            <a:r>
              <a:rPr sz="1400" b="1" spc="5" dirty="0">
                <a:latin typeface="Times New Roman"/>
                <a:cs typeface="Times New Roman"/>
              </a:rPr>
              <a:t>a</a:t>
            </a:r>
            <a:r>
              <a:rPr sz="1400" b="1" spc="-5" dirty="0">
                <a:latin typeface="Times New Roman"/>
                <a:cs typeface="Times New Roman"/>
              </a:rPr>
              <a:t>nd</a:t>
            </a:r>
            <a:r>
              <a:rPr sz="1400" b="1" spc="-70" dirty="0">
                <a:latin typeface="Times New Roman"/>
                <a:cs typeface="Times New Roman"/>
              </a:rPr>
              <a:t> </a:t>
            </a:r>
            <a:r>
              <a:rPr sz="1400" b="1" spc="-5" dirty="0">
                <a:latin typeface="Times New Roman"/>
                <a:cs typeface="Times New Roman"/>
              </a:rPr>
              <a:t>Activ</a:t>
            </a:r>
            <a:r>
              <a:rPr sz="1400" b="1" spc="10" dirty="0">
                <a:latin typeface="Times New Roman"/>
                <a:cs typeface="Times New Roman"/>
              </a:rPr>
              <a:t>i</a:t>
            </a:r>
            <a:r>
              <a:rPr sz="1400" b="1" spc="-5" dirty="0">
                <a:latin typeface="Times New Roman"/>
                <a:cs typeface="Times New Roman"/>
              </a:rPr>
              <a:t>ties</a:t>
            </a:r>
            <a:endParaRPr sz="1400" dirty="0">
              <a:latin typeface="Times New Roman"/>
              <a:cs typeface="Times New Roman"/>
            </a:endParaRPr>
          </a:p>
          <a:p>
            <a:pPr marL="18415" marR="5080" indent="-6350">
              <a:lnSpc>
                <a:spcPts val="2090"/>
              </a:lnSpc>
              <a:spcBef>
                <a:spcPts val="155"/>
              </a:spcBef>
            </a:pPr>
            <a:r>
              <a:rPr sz="1200" spc="-15" dirty="0">
                <a:latin typeface="Times New Roman"/>
                <a:cs typeface="Times New Roman"/>
              </a:rPr>
              <a:t>Teenagers</a:t>
            </a:r>
            <a:r>
              <a:rPr sz="1200" spc="-20" dirty="0">
                <a:latin typeface="Times New Roman"/>
                <a:cs typeface="Times New Roman"/>
              </a:rPr>
              <a:t> </a:t>
            </a:r>
            <a:r>
              <a:rPr sz="1200" dirty="0">
                <a:latin typeface="Times New Roman"/>
                <a:cs typeface="Times New Roman"/>
              </a:rPr>
              <a:t>typically</a:t>
            </a:r>
            <a:r>
              <a:rPr sz="1200" spc="-50" dirty="0">
                <a:latin typeface="Times New Roman"/>
                <a:cs typeface="Times New Roman"/>
              </a:rPr>
              <a:t> </a:t>
            </a:r>
            <a:r>
              <a:rPr sz="1200" dirty="0">
                <a:latin typeface="Times New Roman"/>
                <a:cs typeface="Times New Roman"/>
              </a:rPr>
              <a:t>spend</a:t>
            </a:r>
            <a:r>
              <a:rPr sz="1200" spc="-15" dirty="0">
                <a:latin typeface="Times New Roman"/>
                <a:cs typeface="Times New Roman"/>
              </a:rPr>
              <a:t> </a:t>
            </a:r>
            <a:r>
              <a:rPr sz="1200" spc="-5" dirty="0">
                <a:latin typeface="Times New Roman"/>
                <a:cs typeface="Times New Roman"/>
              </a:rPr>
              <a:t>an</a:t>
            </a:r>
            <a:r>
              <a:rPr sz="1200" spc="-15" dirty="0">
                <a:latin typeface="Times New Roman"/>
                <a:cs typeface="Times New Roman"/>
              </a:rPr>
              <a:t> </a:t>
            </a:r>
            <a:r>
              <a:rPr sz="1200" spc="-5" dirty="0">
                <a:latin typeface="Times New Roman"/>
                <a:cs typeface="Times New Roman"/>
              </a:rPr>
              <a:t>average</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dirty="0">
                <a:latin typeface="Times New Roman"/>
                <a:cs typeface="Times New Roman"/>
              </a:rPr>
              <a:t>7-9</a:t>
            </a:r>
            <a:r>
              <a:rPr sz="1200" spc="-15" dirty="0">
                <a:latin typeface="Times New Roman"/>
                <a:cs typeface="Times New Roman"/>
              </a:rPr>
              <a:t> </a:t>
            </a:r>
            <a:r>
              <a:rPr sz="1200" spc="-5" dirty="0">
                <a:latin typeface="Times New Roman"/>
                <a:cs typeface="Times New Roman"/>
              </a:rPr>
              <a:t>hours</a:t>
            </a:r>
            <a:r>
              <a:rPr sz="1200" spc="-10" dirty="0">
                <a:latin typeface="Times New Roman"/>
                <a:cs typeface="Times New Roman"/>
              </a:rPr>
              <a:t> </a:t>
            </a:r>
            <a:r>
              <a:rPr sz="1200" spc="-5" dirty="0">
                <a:latin typeface="Times New Roman"/>
                <a:cs typeface="Times New Roman"/>
              </a:rPr>
              <a:t>per</a:t>
            </a:r>
            <a:r>
              <a:rPr sz="1200" spc="-20" dirty="0">
                <a:latin typeface="Times New Roman"/>
                <a:cs typeface="Times New Roman"/>
              </a:rPr>
              <a:t> </a:t>
            </a:r>
            <a:r>
              <a:rPr sz="1200" spc="-5" dirty="0">
                <a:latin typeface="Times New Roman"/>
                <a:cs typeface="Times New Roman"/>
              </a:rPr>
              <a:t>day</a:t>
            </a:r>
            <a:r>
              <a:rPr sz="1200" spc="-45"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spc="-5" dirty="0">
                <a:latin typeface="Times New Roman"/>
                <a:cs typeface="Times New Roman"/>
              </a:rPr>
              <a:t>their</a:t>
            </a:r>
            <a:r>
              <a:rPr sz="1200" spc="-20" dirty="0">
                <a:latin typeface="Times New Roman"/>
                <a:cs typeface="Times New Roman"/>
              </a:rPr>
              <a:t> </a:t>
            </a:r>
            <a:r>
              <a:rPr sz="1200" spc="-5" dirty="0">
                <a:latin typeface="Times New Roman"/>
                <a:cs typeface="Times New Roman"/>
              </a:rPr>
              <a:t>smartphones.</a:t>
            </a:r>
            <a:r>
              <a:rPr sz="1200" spc="-40" dirty="0">
                <a:latin typeface="Times New Roman"/>
                <a:cs typeface="Times New Roman"/>
              </a:rPr>
              <a:t> </a:t>
            </a:r>
            <a:r>
              <a:rPr sz="1200" spc="-5" dirty="0">
                <a:latin typeface="Times New Roman"/>
                <a:cs typeface="Times New Roman"/>
              </a:rPr>
              <a:t>This</a:t>
            </a:r>
            <a:r>
              <a:rPr sz="1200" spc="-10" dirty="0">
                <a:latin typeface="Times New Roman"/>
                <a:cs typeface="Times New Roman"/>
              </a:rPr>
              <a:t> </a:t>
            </a:r>
            <a:r>
              <a:rPr sz="1200" spc="-5" dirty="0">
                <a:latin typeface="Times New Roman"/>
                <a:cs typeface="Times New Roman"/>
              </a:rPr>
              <a:t>screen</a:t>
            </a:r>
            <a:r>
              <a:rPr sz="1200" spc="-15" dirty="0">
                <a:latin typeface="Times New Roman"/>
                <a:cs typeface="Times New Roman"/>
              </a:rPr>
              <a:t> </a:t>
            </a:r>
            <a:r>
              <a:rPr sz="1200" spc="-5" dirty="0">
                <a:latin typeface="Times New Roman"/>
                <a:cs typeface="Times New Roman"/>
              </a:rPr>
              <a:t>time</a:t>
            </a:r>
            <a:r>
              <a:rPr sz="1200" spc="-1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largely </a:t>
            </a:r>
            <a:r>
              <a:rPr sz="1200" spc="-285" dirty="0">
                <a:latin typeface="Times New Roman"/>
                <a:cs typeface="Times New Roman"/>
              </a:rPr>
              <a:t> </a:t>
            </a:r>
            <a:r>
              <a:rPr sz="1200" spc="-5" dirty="0">
                <a:latin typeface="Times New Roman"/>
                <a:cs typeface="Times New Roman"/>
              </a:rPr>
              <a:t>dominated</a:t>
            </a:r>
            <a:r>
              <a:rPr sz="1200" spc="5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spc="-5" dirty="0">
                <a:latin typeface="Times New Roman"/>
                <a:cs typeface="Times New Roman"/>
              </a:rPr>
              <a:t>social</a:t>
            </a:r>
            <a:r>
              <a:rPr sz="1200" spc="55" dirty="0">
                <a:latin typeface="Times New Roman"/>
                <a:cs typeface="Times New Roman"/>
              </a:rPr>
              <a:t> </a:t>
            </a:r>
            <a:r>
              <a:rPr sz="1200" spc="-5" dirty="0">
                <a:latin typeface="Times New Roman"/>
                <a:cs typeface="Times New Roman"/>
              </a:rPr>
              <a:t>media,</a:t>
            </a:r>
            <a:r>
              <a:rPr sz="1200" spc="60" dirty="0">
                <a:latin typeface="Times New Roman"/>
                <a:cs typeface="Times New Roman"/>
              </a:rPr>
              <a:t> </a:t>
            </a:r>
            <a:r>
              <a:rPr sz="1200" spc="-5" dirty="0">
                <a:latin typeface="Times New Roman"/>
                <a:cs typeface="Times New Roman"/>
              </a:rPr>
              <a:t>with</a:t>
            </a:r>
            <a:r>
              <a:rPr sz="1200" spc="65" dirty="0">
                <a:latin typeface="Times New Roman"/>
                <a:cs typeface="Times New Roman"/>
              </a:rPr>
              <a:t> </a:t>
            </a:r>
            <a:r>
              <a:rPr sz="1200" spc="-5" dirty="0">
                <a:latin typeface="Times New Roman"/>
                <a:cs typeface="Times New Roman"/>
              </a:rPr>
              <a:t>platforms</a:t>
            </a:r>
            <a:r>
              <a:rPr sz="1200" spc="60" dirty="0">
                <a:latin typeface="Times New Roman"/>
                <a:cs typeface="Times New Roman"/>
              </a:rPr>
              <a:t> </a:t>
            </a:r>
            <a:r>
              <a:rPr sz="1200" spc="-5" dirty="0">
                <a:latin typeface="Times New Roman"/>
                <a:cs typeface="Times New Roman"/>
              </a:rPr>
              <a:t>like</a:t>
            </a:r>
            <a:r>
              <a:rPr sz="1200" spc="65" dirty="0">
                <a:latin typeface="Times New Roman"/>
                <a:cs typeface="Times New Roman"/>
              </a:rPr>
              <a:t> </a:t>
            </a:r>
            <a:r>
              <a:rPr sz="1200" spc="-5" dirty="0">
                <a:latin typeface="Times New Roman"/>
                <a:cs typeface="Times New Roman"/>
              </a:rPr>
              <a:t>Instagram,</a:t>
            </a:r>
            <a:r>
              <a:rPr sz="1200" spc="60" dirty="0">
                <a:latin typeface="Times New Roman"/>
                <a:cs typeface="Times New Roman"/>
              </a:rPr>
              <a:t> </a:t>
            </a:r>
            <a:r>
              <a:rPr sz="1200" spc="-5" dirty="0">
                <a:latin typeface="Times New Roman"/>
                <a:cs typeface="Times New Roman"/>
              </a:rPr>
              <a:t>Snapchat,</a:t>
            </a:r>
            <a:r>
              <a:rPr sz="1200" spc="65"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25" dirty="0">
                <a:latin typeface="Times New Roman"/>
                <a:cs typeface="Times New Roman"/>
              </a:rPr>
              <a:t>TikTok</a:t>
            </a:r>
            <a:r>
              <a:rPr sz="1200" spc="65" dirty="0">
                <a:latin typeface="Times New Roman"/>
                <a:cs typeface="Times New Roman"/>
              </a:rPr>
              <a:t> </a:t>
            </a:r>
            <a:r>
              <a:rPr sz="1200" spc="-5" dirty="0">
                <a:latin typeface="Times New Roman"/>
                <a:cs typeface="Times New Roman"/>
              </a:rPr>
              <a:t>being</a:t>
            </a:r>
            <a:r>
              <a:rPr sz="1200" spc="55" dirty="0">
                <a:latin typeface="Times New Roman"/>
                <a:cs typeface="Times New Roman"/>
              </a:rPr>
              <a:t> </a:t>
            </a:r>
            <a:r>
              <a:rPr sz="1200" spc="-5" dirty="0">
                <a:latin typeface="Times New Roman"/>
                <a:cs typeface="Times New Roman"/>
              </a:rPr>
              <a:t>the</a:t>
            </a:r>
            <a:r>
              <a:rPr sz="1200" spc="55" dirty="0">
                <a:latin typeface="Times New Roman"/>
                <a:cs typeface="Times New Roman"/>
              </a:rPr>
              <a:t> </a:t>
            </a:r>
            <a:r>
              <a:rPr sz="1200" spc="-5" dirty="0">
                <a:latin typeface="Times New Roman"/>
                <a:cs typeface="Times New Roman"/>
              </a:rPr>
              <a:t>most</a:t>
            </a:r>
            <a:r>
              <a:rPr sz="1200" spc="65" dirty="0">
                <a:latin typeface="Times New Roman"/>
                <a:cs typeface="Times New Roman"/>
              </a:rPr>
              <a:t> </a:t>
            </a:r>
            <a:r>
              <a:rPr sz="1200" spc="-15" dirty="0">
                <a:latin typeface="Times New Roman"/>
                <a:cs typeface="Times New Roman"/>
              </a:rPr>
              <a:t>popular.</a:t>
            </a:r>
            <a:endParaRPr sz="1200" dirty="0">
              <a:latin typeface="Times New Roman"/>
              <a:cs typeface="Times New Roman"/>
            </a:endParaRPr>
          </a:p>
          <a:p>
            <a:pPr marL="18415" marR="6350">
              <a:lnSpc>
                <a:spcPts val="2090"/>
              </a:lnSpc>
              <a:spcBef>
                <a:spcPts val="5"/>
              </a:spcBef>
            </a:pPr>
            <a:r>
              <a:rPr sz="1200" spc="-20" dirty="0">
                <a:latin typeface="Times New Roman"/>
                <a:cs typeface="Times New Roman"/>
              </a:rPr>
              <a:t>Teens</a:t>
            </a:r>
            <a:r>
              <a:rPr sz="1200" spc="-45" dirty="0">
                <a:latin typeface="Times New Roman"/>
                <a:cs typeface="Times New Roman"/>
              </a:rPr>
              <a:t> </a:t>
            </a:r>
            <a:r>
              <a:rPr sz="1200" spc="-5" dirty="0">
                <a:latin typeface="Times New Roman"/>
                <a:cs typeface="Times New Roman"/>
              </a:rPr>
              <a:t>often</a:t>
            </a:r>
            <a:r>
              <a:rPr sz="1200" spc="-40" dirty="0">
                <a:latin typeface="Times New Roman"/>
                <a:cs typeface="Times New Roman"/>
              </a:rPr>
              <a:t> </a:t>
            </a:r>
            <a:r>
              <a:rPr sz="1200" dirty="0">
                <a:latin typeface="Times New Roman"/>
                <a:cs typeface="Times New Roman"/>
              </a:rPr>
              <a:t>spend</a:t>
            </a:r>
            <a:r>
              <a:rPr sz="1200" spc="-40" dirty="0">
                <a:latin typeface="Times New Roman"/>
                <a:cs typeface="Times New Roman"/>
              </a:rPr>
              <a:t> </a:t>
            </a:r>
            <a:r>
              <a:rPr sz="1200" spc="-5" dirty="0">
                <a:latin typeface="Times New Roman"/>
                <a:cs typeface="Times New Roman"/>
              </a:rPr>
              <a:t>2-3</a:t>
            </a:r>
            <a:r>
              <a:rPr sz="1200" spc="-40" dirty="0">
                <a:latin typeface="Times New Roman"/>
                <a:cs typeface="Times New Roman"/>
              </a:rPr>
              <a:t> </a:t>
            </a:r>
            <a:r>
              <a:rPr sz="1200" dirty="0">
                <a:latin typeface="Times New Roman"/>
                <a:cs typeface="Times New Roman"/>
              </a:rPr>
              <a:t>hours</a:t>
            </a:r>
            <a:r>
              <a:rPr sz="1200" spc="-40" dirty="0">
                <a:latin typeface="Times New Roman"/>
                <a:cs typeface="Times New Roman"/>
              </a:rPr>
              <a:t> </a:t>
            </a:r>
            <a:r>
              <a:rPr sz="1200" spc="-5" dirty="0">
                <a:latin typeface="Times New Roman"/>
                <a:cs typeface="Times New Roman"/>
              </a:rPr>
              <a:t>per</a:t>
            </a:r>
            <a:r>
              <a:rPr sz="1200" spc="-45" dirty="0">
                <a:latin typeface="Times New Roman"/>
                <a:cs typeface="Times New Roman"/>
              </a:rPr>
              <a:t> </a:t>
            </a:r>
            <a:r>
              <a:rPr sz="1200" dirty="0">
                <a:latin typeface="Times New Roman"/>
                <a:cs typeface="Times New Roman"/>
              </a:rPr>
              <a:t>day</a:t>
            </a:r>
            <a:r>
              <a:rPr sz="1200" spc="-50" dirty="0">
                <a:latin typeface="Times New Roman"/>
                <a:cs typeface="Times New Roman"/>
              </a:rPr>
              <a:t> </a:t>
            </a:r>
            <a:r>
              <a:rPr sz="1200" spc="-5" dirty="0">
                <a:latin typeface="Times New Roman"/>
                <a:cs typeface="Times New Roman"/>
              </a:rPr>
              <a:t>on</a:t>
            </a:r>
            <a:r>
              <a:rPr sz="1200" spc="-40" dirty="0">
                <a:latin typeface="Times New Roman"/>
                <a:cs typeface="Times New Roman"/>
              </a:rPr>
              <a:t> </a:t>
            </a:r>
            <a:r>
              <a:rPr sz="1200" spc="-5" dirty="0">
                <a:latin typeface="Times New Roman"/>
                <a:cs typeface="Times New Roman"/>
              </a:rPr>
              <a:t>social</a:t>
            </a:r>
            <a:r>
              <a:rPr sz="1200" spc="-40" dirty="0">
                <a:latin typeface="Times New Roman"/>
                <a:cs typeface="Times New Roman"/>
              </a:rPr>
              <a:t> </a:t>
            </a:r>
            <a:r>
              <a:rPr sz="1200" dirty="0">
                <a:latin typeface="Times New Roman"/>
                <a:cs typeface="Times New Roman"/>
              </a:rPr>
              <a:t>media,</a:t>
            </a:r>
            <a:r>
              <a:rPr sz="1200" spc="-40" dirty="0">
                <a:latin typeface="Times New Roman"/>
                <a:cs typeface="Times New Roman"/>
              </a:rPr>
              <a:t> </a:t>
            </a:r>
            <a:r>
              <a:rPr sz="1200" spc="-5" dirty="0">
                <a:latin typeface="Times New Roman"/>
                <a:cs typeface="Times New Roman"/>
              </a:rPr>
              <a:t>engaging</a:t>
            </a:r>
            <a:r>
              <a:rPr sz="1200" spc="-50" dirty="0">
                <a:latin typeface="Times New Roman"/>
                <a:cs typeface="Times New Roman"/>
              </a:rPr>
              <a:t> </a:t>
            </a:r>
            <a:r>
              <a:rPr sz="1200" spc="-5" dirty="0">
                <a:latin typeface="Times New Roman"/>
                <a:cs typeface="Times New Roman"/>
              </a:rPr>
              <a:t>in</a:t>
            </a:r>
            <a:r>
              <a:rPr sz="1200" spc="-35" dirty="0">
                <a:latin typeface="Times New Roman"/>
                <a:cs typeface="Times New Roman"/>
              </a:rPr>
              <a:t> </a:t>
            </a:r>
            <a:r>
              <a:rPr sz="1200" spc="-5" dirty="0">
                <a:latin typeface="Times New Roman"/>
                <a:cs typeface="Times New Roman"/>
              </a:rPr>
              <a:t>activities</a:t>
            </a:r>
            <a:r>
              <a:rPr sz="1200" spc="-40" dirty="0">
                <a:latin typeface="Times New Roman"/>
                <a:cs typeface="Times New Roman"/>
              </a:rPr>
              <a:t> </a:t>
            </a:r>
            <a:r>
              <a:rPr sz="1200" spc="-5" dirty="0">
                <a:latin typeface="Times New Roman"/>
                <a:cs typeface="Times New Roman"/>
              </a:rPr>
              <a:t>such</a:t>
            </a:r>
            <a:r>
              <a:rPr sz="1200" spc="-40" dirty="0">
                <a:latin typeface="Times New Roman"/>
                <a:cs typeface="Times New Roman"/>
              </a:rPr>
              <a:t> </a:t>
            </a:r>
            <a:r>
              <a:rPr sz="1200" spc="-5" dirty="0">
                <a:latin typeface="Times New Roman"/>
                <a:cs typeface="Times New Roman"/>
              </a:rPr>
              <a:t>as</a:t>
            </a:r>
            <a:r>
              <a:rPr sz="1200" spc="-40" dirty="0">
                <a:latin typeface="Times New Roman"/>
                <a:cs typeface="Times New Roman"/>
              </a:rPr>
              <a:t> </a:t>
            </a:r>
            <a:r>
              <a:rPr sz="1200" spc="-5" dirty="0">
                <a:latin typeface="Times New Roman"/>
                <a:cs typeface="Times New Roman"/>
              </a:rPr>
              <a:t>posting</a:t>
            </a:r>
            <a:r>
              <a:rPr sz="1200" spc="-50" dirty="0">
                <a:latin typeface="Times New Roman"/>
                <a:cs typeface="Times New Roman"/>
              </a:rPr>
              <a:t> </a:t>
            </a:r>
            <a:r>
              <a:rPr sz="1200" spc="-5" dirty="0">
                <a:latin typeface="Times New Roman"/>
                <a:cs typeface="Times New Roman"/>
              </a:rPr>
              <a:t>updates,</a:t>
            </a:r>
            <a:r>
              <a:rPr sz="1200" spc="-40" dirty="0">
                <a:latin typeface="Times New Roman"/>
                <a:cs typeface="Times New Roman"/>
              </a:rPr>
              <a:t> </a:t>
            </a:r>
            <a:r>
              <a:rPr sz="1200" spc="-5" dirty="0">
                <a:latin typeface="Times New Roman"/>
                <a:cs typeface="Times New Roman"/>
              </a:rPr>
              <a:t>sharing </a:t>
            </a:r>
            <a:r>
              <a:rPr sz="1200" spc="-285" dirty="0">
                <a:latin typeface="Times New Roman"/>
                <a:cs typeface="Times New Roman"/>
              </a:rPr>
              <a:t> </a:t>
            </a:r>
            <a:r>
              <a:rPr sz="1200" spc="-5" dirty="0">
                <a:latin typeface="Times New Roman"/>
                <a:cs typeface="Times New Roman"/>
              </a:rPr>
              <a:t>content,</a:t>
            </a:r>
            <a:r>
              <a:rPr sz="1200" spc="2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messaging</a:t>
            </a:r>
            <a:r>
              <a:rPr sz="1200" spc="10" dirty="0">
                <a:latin typeface="Times New Roman"/>
                <a:cs typeface="Times New Roman"/>
              </a:rPr>
              <a:t> </a:t>
            </a:r>
            <a:r>
              <a:rPr sz="1200" spc="-5" dirty="0">
                <a:latin typeface="Times New Roman"/>
                <a:cs typeface="Times New Roman"/>
              </a:rPr>
              <a:t>friends.</a:t>
            </a:r>
            <a:r>
              <a:rPr sz="1200" spc="-15" dirty="0">
                <a:latin typeface="Times New Roman"/>
                <a:cs typeface="Times New Roman"/>
              </a:rPr>
              <a:t> </a:t>
            </a:r>
            <a:r>
              <a:rPr sz="1200" spc="-20" dirty="0">
                <a:latin typeface="Times New Roman"/>
                <a:cs typeface="Times New Roman"/>
              </a:rPr>
              <a:t>Video</a:t>
            </a:r>
            <a:r>
              <a:rPr sz="1200" spc="20" dirty="0">
                <a:latin typeface="Times New Roman"/>
                <a:cs typeface="Times New Roman"/>
              </a:rPr>
              <a:t> </a:t>
            </a:r>
            <a:r>
              <a:rPr sz="1200" spc="-5" dirty="0">
                <a:latin typeface="Times New Roman"/>
                <a:cs typeface="Times New Roman"/>
              </a:rPr>
              <a:t>streaming</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5" dirty="0">
                <a:latin typeface="Times New Roman"/>
                <a:cs typeface="Times New Roman"/>
              </a:rPr>
              <a:t>another</a:t>
            </a:r>
            <a:r>
              <a:rPr sz="1200" spc="15" dirty="0">
                <a:latin typeface="Times New Roman"/>
                <a:cs typeface="Times New Roman"/>
              </a:rPr>
              <a:t> </a:t>
            </a:r>
            <a:r>
              <a:rPr sz="1200" spc="-5" dirty="0">
                <a:latin typeface="Times New Roman"/>
                <a:cs typeface="Times New Roman"/>
              </a:rPr>
              <a:t>major</a:t>
            </a:r>
            <a:r>
              <a:rPr sz="1200" spc="20" dirty="0">
                <a:latin typeface="Times New Roman"/>
                <a:cs typeface="Times New Roman"/>
              </a:rPr>
              <a:t> </a:t>
            </a:r>
            <a:r>
              <a:rPr sz="1200" spc="-15" dirty="0">
                <a:latin typeface="Times New Roman"/>
                <a:cs typeface="Times New Roman"/>
              </a:rPr>
              <a:t>activity,</a:t>
            </a:r>
            <a:r>
              <a:rPr sz="1200" spc="30" dirty="0">
                <a:latin typeface="Times New Roman"/>
                <a:cs typeface="Times New Roman"/>
              </a:rPr>
              <a:t> </a:t>
            </a:r>
            <a:r>
              <a:rPr sz="1200" spc="-5" dirty="0">
                <a:latin typeface="Times New Roman"/>
                <a:cs typeface="Times New Roman"/>
              </a:rPr>
              <a:t>with</a:t>
            </a:r>
            <a:r>
              <a:rPr sz="1200" spc="30" dirty="0">
                <a:latin typeface="Times New Roman"/>
                <a:cs typeface="Times New Roman"/>
              </a:rPr>
              <a:t> </a:t>
            </a:r>
            <a:r>
              <a:rPr sz="1200" spc="-5" dirty="0">
                <a:latin typeface="Times New Roman"/>
                <a:cs typeface="Times New Roman"/>
              </a:rPr>
              <a:t>teens</a:t>
            </a:r>
            <a:r>
              <a:rPr sz="1200" spc="30" dirty="0">
                <a:latin typeface="Times New Roman"/>
                <a:cs typeface="Times New Roman"/>
              </a:rPr>
              <a:t> </a:t>
            </a:r>
            <a:r>
              <a:rPr sz="1200" spc="-5" dirty="0">
                <a:latin typeface="Times New Roman"/>
                <a:cs typeface="Times New Roman"/>
              </a:rPr>
              <a:t>dedicating</a:t>
            </a:r>
            <a:r>
              <a:rPr sz="1200" spc="10" dirty="0">
                <a:latin typeface="Times New Roman"/>
                <a:cs typeface="Times New Roman"/>
              </a:rPr>
              <a:t> 1-2</a:t>
            </a:r>
            <a:r>
              <a:rPr sz="1200" spc="35" dirty="0">
                <a:latin typeface="Times New Roman"/>
                <a:cs typeface="Times New Roman"/>
              </a:rPr>
              <a:t> </a:t>
            </a:r>
            <a:r>
              <a:rPr sz="1200" spc="-5" dirty="0">
                <a:latin typeface="Times New Roman"/>
                <a:cs typeface="Times New Roman"/>
              </a:rPr>
              <a:t>hours</a:t>
            </a:r>
            <a:endParaRPr sz="1200" dirty="0">
              <a:latin typeface="Times New Roman"/>
              <a:cs typeface="Times New Roman"/>
            </a:endParaRPr>
          </a:p>
          <a:p>
            <a:pPr marL="18415" marR="6985">
              <a:lnSpc>
                <a:spcPts val="2090"/>
              </a:lnSpc>
              <a:spcBef>
                <a:spcPts val="10"/>
              </a:spcBef>
            </a:pPr>
            <a:r>
              <a:rPr sz="1200" dirty="0">
                <a:latin typeface="Times New Roman"/>
                <a:cs typeface="Times New Roman"/>
              </a:rPr>
              <a:t>daily</a:t>
            </a:r>
            <a:r>
              <a:rPr sz="1200" spc="-40"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watching</a:t>
            </a:r>
            <a:r>
              <a:rPr sz="1200" spc="-15" dirty="0">
                <a:latin typeface="Times New Roman"/>
                <a:cs typeface="Times New Roman"/>
              </a:rPr>
              <a:t> </a:t>
            </a:r>
            <a:r>
              <a:rPr sz="1200" spc="-5" dirty="0">
                <a:latin typeface="Times New Roman"/>
                <a:cs typeface="Times New Roman"/>
              </a:rPr>
              <a:t>content</a:t>
            </a:r>
            <a:r>
              <a:rPr sz="1200" dirty="0">
                <a:latin typeface="Times New Roman"/>
                <a:cs typeface="Times New Roman"/>
              </a:rPr>
              <a:t> </a:t>
            </a:r>
            <a:r>
              <a:rPr sz="1200" spc="-5" dirty="0">
                <a:latin typeface="Times New Roman"/>
                <a:cs typeface="Times New Roman"/>
              </a:rPr>
              <a:t>on</a:t>
            </a:r>
            <a:r>
              <a:rPr sz="1200" spc="-65" dirty="0">
                <a:latin typeface="Times New Roman"/>
                <a:cs typeface="Times New Roman"/>
              </a:rPr>
              <a:t> </a:t>
            </a:r>
            <a:r>
              <a:rPr sz="1200" spc="-25" dirty="0">
                <a:latin typeface="Times New Roman"/>
                <a:cs typeface="Times New Roman"/>
              </a:rPr>
              <a:t>YouTube,</a:t>
            </a:r>
            <a:r>
              <a:rPr sz="1200" spc="-10" dirty="0">
                <a:latin typeface="Times New Roman"/>
                <a:cs typeface="Times New Roman"/>
              </a:rPr>
              <a:t> </a:t>
            </a:r>
            <a:r>
              <a:rPr sz="1200" dirty="0">
                <a:latin typeface="Times New Roman"/>
                <a:cs typeface="Times New Roman"/>
              </a:rPr>
              <a:t>Netflix,</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similar</a:t>
            </a:r>
            <a:r>
              <a:rPr sz="1200" spc="-15" dirty="0">
                <a:latin typeface="Times New Roman"/>
                <a:cs typeface="Times New Roman"/>
              </a:rPr>
              <a:t> </a:t>
            </a:r>
            <a:r>
              <a:rPr sz="1200" spc="-5" dirty="0">
                <a:latin typeface="Times New Roman"/>
                <a:cs typeface="Times New Roman"/>
              </a:rPr>
              <a:t>platforms.</a:t>
            </a:r>
            <a:r>
              <a:rPr sz="1200" spc="-15" dirty="0">
                <a:latin typeface="Times New Roman"/>
                <a:cs typeface="Times New Roman"/>
              </a:rPr>
              <a:t> </a:t>
            </a:r>
            <a:r>
              <a:rPr sz="1200" spc="-5" dirty="0">
                <a:latin typeface="Times New Roman"/>
                <a:cs typeface="Times New Roman"/>
              </a:rPr>
              <a:t>Gaming</a:t>
            </a:r>
            <a:r>
              <a:rPr sz="1200" spc="-20" dirty="0">
                <a:latin typeface="Times New Roman"/>
                <a:cs typeface="Times New Roman"/>
              </a:rPr>
              <a:t> </a:t>
            </a:r>
            <a:r>
              <a:rPr sz="1200" dirty="0">
                <a:latin typeface="Times New Roman"/>
                <a:cs typeface="Times New Roman"/>
              </a:rPr>
              <a:t>also</a:t>
            </a:r>
            <a:r>
              <a:rPr sz="1200" spc="-15" dirty="0">
                <a:latin typeface="Times New Roman"/>
                <a:cs typeface="Times New Roman"/>
              </a:rPr>
              <a:t> </a:t>
            </a:r>
            <a:r>
              <a:rPr sz="1200" spc="-5" dirty="0">
                <a:latin typeface="Times New Roman"/>
                <a:cs typeface="Times New Roman"/>
              </a:rPr>
              <a:t>plays</a:t>
            </a:r>
            <a:r>
              <a:rPr sz="1200" spc="5" dirty="0">
                <a:latin typeface="Times New Roman"/>
                <a:cs typeface="Times New Roman"/>
              </a:rPr>
              <a:t> </a:t>
            </a:r>
            <a:r>
              <a:rPr sz="1200" spc="-5" dirty="0">
                <a:latin typeface="Times New Roman"/>
                <a:cs typeface="Times New Roman"/>
              </a:rPr>
              <a:t>a</a:t>
            </a:r>
            <a:r>
              <a:rPr sz="1200" spc="-20" dirty="0">
                <a:latin typeface="Times New Roman"/>
                <a:cs typeface="Times New Roman"/>
              </a:rPr>
              <a:t> </a:t>
            </a:r>
            <a:r>
              <a:rPr sz="1200" spc="-5" dirty="0">
                <a:latin typeface="Times New Roman"/>
                <a:cs typeface="Times New Roman"/>
              </a:rPr>
              <a:t>significant</a:t>
            </a:r>
            <a:r>
              <a:rPr sz="1200" spc="-10" dirty="0">
                <a:latin typeface="Times New Roman"/>
                <a:cs typeface="Times New Roman"/>
              </a:rPr>
              <a:t> </a:t>
            </a:r>
            <a:r>
              <a:rPr sz="1200" spc="-5" dirty="0">
                <a:latin typeface="Times New Roman"/>
                <a:cs typeface="Times New Roman"/>
              </a:rPr>
              <a:t>role, </a:t>
            </a:r>
            <a:r>
              <a:rPr sz="1200" spc="-285" dirty="0">
                <a:latin typeface="Times New Roman"/>
                <a:cs typeface="Times New Roman"/>
              </a:rPr>
              <a:t> </a:t>
            </a:r>
            <a:r>
              <a:rPr sz="1200" spc="-5" dirty="0">
                <a:latin typeface="Times New Roman"/>
                <a:cs typeface="Times New Roman"/>
              </a:rPr>
              <a:t>with</a:t>
            </a:r>
            <a:r>
              <a:rPr sz="1200" spc="-40" dirty="0">
                <a:latin typeface="Times New Roman"/>
                <a:cs typeface="Times New Roman"/>
              </a:rPr>
              <a:t> </a:t>
            </a:r>
            <a:r>
              <a:rPr sz="1200" spc="-5" dirty="0">
                <a:latin typeface="Times New Roman"/>
                <a:cs typeface="Times New Roman"/>
              </a:rPr>
              <a:t>popular</a:t>
            </a:r>
            <a:r>
              <a:rPr sz="1200" spc="-30" dirty="0">
                <a:latin typeface="Times New Roman"/>
                <a:cs typeface="Times New Roman"/>
              </a:rPr>
              <a:t> </a:t>
            </a:r>
            <a:r>
              <a:rPr sz="1200" spc="-5" dirty="0">
                <a:latin typeface="Times New Roman"/>
                <a:cs typeface="Times New Roman"/>
              </a:rPr>
              <a:t>games</a:t>
            </a:r>
            <a:r>
              <a:rPr sz="1200" spc="-40" dirty="0">
                <a:latin typeface="Times New Roman"/>
                <a:cs typeface="Times New Roman"/>
              </a:rPr>
              <a:t> </a:t>
            </a:r>
            <a:r>
              <a:rPr sz="1200" spc="-5" dirty="0">
                <a:latin typeface="Times New Roman"/>
                <a:cs typeface="Times New Roman"/>
              </a:rPr>
              <a:t>like</a:t>
            </a:r>
            <a:r>
              <a:rPr sz="1200" spc="-20" dirty="0">
                <a:latin typeface="Times New Roman"/>
                <a:cs typeface="Times New Roman"/>
              </a:rPr>
              <a:t> </a:t>
            </a:r>
            <a:r>
              <a:rPr sz="1200" spc="-5" dirty="0">
                <a:latin typeface="Times New Roman"/>
                <a:cs typeface="Times New Roman"/>
              </a:rPr>
              <a:t>Fortnite,</a:t>
            </a:r>
            <a:r>
              <a:rPr sz="1200" spc="-40" dirty="0">
                <a:latin typeface="Times New Roman"/>
                <a:cs typeface="Times New Roman"/>
              </a:rPr>
              <a:t> </a:t>
            </a:r>
            <a:r>
              <a:rPr sz="1200" spc="-5" dirty="0">
                <a:latin typeface="Times New Roman"/>
                <a:cs typeface="Times New Roman"/>
              </a:rPr>
              <a:t>PUBG</a:t>
            </a:r>
            <a:r>
              <a:rPr sz="1200" spc="-40" dirty="0">
                <a:latin typeface="Times New Roman"/>
                <a:cs typeface="Times New Roman"/>
              </a:rPr>
              <a:t> </a:t>
            </a:r>
            <a:r>
              <a:rPr sz="1200" spc="-5" dirty="0">
                <a:latin typeface="Times New Roman"/>
                <a:cs typeface="Times New Roman"/>
              </a:rPr>
              <a:t>Mobile,</a:t>
            </a:r>
            <a:r>
              <a:rPr sz="1200" spc="-20" dirty="0">
                <a:latin typeface="Times New Roman"/>
                <a:cs typeface="Times New Roman"/>
              </a:rPr>
              <a:t> </a:t>
            </a:r>
            <a:r>
              <a:rPr sz="1200" spc="-5" dirty="0">
                <a:latin typeface="Times New Roman"/>
                <a:cs typeface="Times New Roman"/>
              </a:rPr>
              <a:t>and</a:t>
            </a:r>
            <a:r>
              <a:rPr sz="1200" spc="-105" dirty="0">
                <a:latin typeface="Times New Roman"/>
                <a:cs typeface="Times New Roman"/>
              </a:rPr>
              <a:t> </a:t>
            </a:r>
            <a:r>
              <a:rPr sz="1200" dirty="0">
                <a:latin typeface="Times New Roman"/>
                <a:cs typeface="Times New Roman"/>
              </a:rPr>
              <a:t>Among</a:t>
            </a:r>
            <a:r>
              <a:rPr sz="1200" spc="-40" dirty="0">
                <a:latin typeface="Times New Roman"/>
                <a:cs typeface="Times New Roman"/>
              </a:rPr>
              <a:t> </a:t>
            </a:r>
            <a:r>
              <a:rPr sz="1200" spc="-5" dirty="0">
                <a:latin typeface="Times New Roman"/>
                <a:cs typeface="Times New Roman"/>
              </a:rPr>
              <a:t>Us</a:t>
            </a:r>
            <a:r>
              <a:rPr sz="1200" spc="-25" dirty="0">
                <a:latin typeface="Times New Roman"/>
                <a:cs typeface="Times New Roman"/>
              </a:rPr>
              <a:t> </a:t>
            </a:r>
            <a:r>
              <a:rPr sz="1200" spc="-5" dirty="0">
                <a:latin typeface="Times New Roman"/>
                <a:cs typeface="Times New Roman"/>
              </a:rPr>
              <a:t>capturing</a:t>
            </a:r>
            <a:r>
              <a:rPr sz="1200" spc="-40" dirty="0">
                <a:latin typeface="Times New Roman"/>
                <a:cs typeface="Times New Roman"/>
              </a:rPr>
              <a:t> </a:t>
            </a:r>
            <a:r>
              <a:rPr sz="1200" spc="5" dirty="0">
                <a:latin typeface="Times New Roman"/>
                <a:cs typeface="Times New Roman"/>
              </a:rPr>
              <a:t>1-2</a:t>
            </a:r>
            <a:r>
              <a:rPr sz="1200" spc="-40" dirty="0">
                <a:latin typeface="Times New Roman"/>
                <a:cs typeface="Times New Roman"/>
              </a:rPr>
              <a:t> </a:t>
            </a:r>
            <a:r>
              <a:rPr sz="1200" spc="-5" dirty="0">
                <a:latin typeface="Times New Roman"/>
                <a:cs typeface="Times New Roman"/>
              </a:rPr>
              <a:t>hours</a:t>
            </a:r>
            <a:r>
              <a:rPr sz="1200" spc="-35" dirty="0">
                <a:latin typeface="Times New Roman"/>
                <a:cs typeface="Times New Roman"/>
              </a:rPr>
              <a:t> </a:t>
            </a:r>
            <a:r>
              <a:rPr sz="1200" spc="-5" dirty="0">
                <a:latin typeface="Times New Roman"/>
                <a:cs typeface="Times New Roman"/>
              </a:rPr>
              <a:t>of</a:t>
            </a:r>
            <a:r>
              <a:rPr sz="1200" spc="-40"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spc="-5" dirty="0">
                <a:latin typeface="Times New Roman"/>
                <a:cs typeface="Times New Roman"/>
              </a:rPr>
              <a:t>time</a:t>
            </a:r>
            <a:r>
              <a:rPr sz="1200" spc="-30" dirty="0">
                <a:latin typeface="Times New Roman"/>
                <a:cs typeface="Times New Roman"/>
              </a:rPr>
              <a:t> </a:t>
            </a:r>
            <a:r>
              <a:rPr sz="1200" spc="-5" dirty="0">
                <a:latin typeface="Times New Roman"/>
                <a:cs typeface="Times New Roman"/>
              </a:rPr>
              <a:t>each</a:t>
            </a:r>
            <a:r>
              <a:rPr sz="1200" spc="-40" dirty="0">
                <a:latin typeface="Times New Roman"/>
                <a:cs typeface="Times New Roman"/>
              </a:rPr>
              <a:t> </a:t>
            </a:r>
            <a:r>
              <a:rPr sz="1200" spc="-25" dirty="0">
                <a:latin typeface="Times New Roman"/>
                <a:cs typeface="Times New Roman"/>
              </a:rPr>
              <a:t>day.</a:t>
            </a:r>
            <a:endParaRPr sz="1200" dirty="0">
              <a:latin typeface="Times New Roman"/>
              <a:cs typeface="Times New Roman"/>
            </a:endParaRPr>
          </a:p>
          <a:p>
            <a:pPr marL="12700">
              <a:lnSpc>
                <a:spcPct val="100000"/>
              </a:lnSpc>
              <a:spcBef>
                <a:spcPts val="490"/>
              </a:spcBef>
            </a:pPr>
            <a:r>
              <a:rPr sz="1400" b="1" spc="-5" dirty="0">
                <a:latin typeface="Times New Roman"/>
                <a:cs typeface="Times New Roman"/>
              </a:rPr>
              <a:t>App Usage</a:t>
            </a:r>
            <a:r>
              <a:rPr sz="1400" b="1" spc="-15"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10" dirty="0">
                <a:latin typeface="Times New Roman"/>
                <a:cs typeface="Times New Roman"/>
              </a:rPr>
              <a:t>Preferences</a:t>
            </a:r>
            <a:endParaRPr sz="1400" dirty="0">
              <a:latin typeface="Times New Roman"/>
              <a:cs typeface="Times New Roman"/>
            </a:endParaRPr>
          </a:p>
          <a:p>
            <a:pPr marL="18415" marR="10160" indent="-6350" algn="just">
              <a:lnSpc>
                <a:spcPts val="2090"/>
              </a:lnSpc>
              <a:spcBef>
                <a:spcPts val="170"/>
              </a:spcBef>
            </a:pP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app</a:t>
            </a:r>
            <a:r>
              <a:rPr sz="1200" dirty="0">
                <a:latin typeface="Times New Roman"/>
                <a:cs typeface="Times New Roman"/>
              </a:rPr>
              <a:t> </a:t>
            </a:r>
            <a:r>
              <a:rPr sz="1200" spc="-5" dirty="0">
                <a:latin typeface="Times New Roman"/>
                <a:cs typeface="Times New Roman"/>
              </a:rPr>
              <a:t>usage</a:t>
            </a:r>
            <a:r>
              <a:rPr sz="1200" dirty="0">
                <a:latin typeface="Times New Roman"/>
                <a:cs typeface="Times New Roman"/>
              </a:rPr>
              <a:t> </a:t>
            </a:r>
            <a:r>
              <a:rPr sz="1200" spc="-5" dirty="0">
                <a:latin typeface="Times New Roman"/>
                <a:cs typeface="Times New Roman"/>
              </a:rPr>
              <a:t>patterns</a:t>
            </a:r>
            <a:r>
              <a:rPr sz="1200" dirty="0">
                <a:latin typeface="Times New Roman"/>
                <a:cs typeface="Times New Roman"/>
              </a:rPr>
              <a:t>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teenagers</a:t>
            </a:r>
            <a:r>
              <a:rPr sz="1200" dirty="0">
                <a:latin typeface="Times New Roman"/>
                <a:cs typeface="Times New Roman"/>
              </a:rPr>
              <a:t> </a:t>
            </a:r>
            <a:r>
              <a:rPr sz="1200" spc="-5" dirty="0">
                <a:latin typeface="Times New Roman"/>
                <a:cs typeface="Times New Roman"/>
              </a:rPr>
              <a:t>reveal</a:t>
            </a:r>
            <a:r>
              <a:rPr sz="1200" dirty="0">
                <a:latin typeface="Times New Roman"/>
                <a:cs typeface="Times New Roman"/>
              </a:rPr>
              <a:t> </a:t>
            </a:r>
            <a:r>
              <a:rPr sz="1200" spc="-5" dirty="0">
                <a:latin typeface="Times New Roman"/>
                <a:cs typeface="Times New Roman"/>
              </a:rPr>
              <a:t>a</a:t>
            </a:r>
            <a:r>
              <a:rPr sz="1200" dirty="0">
                <a:latin typeface="Times New Roman"/>
                <a:cs typeface="Times New Roman"/>
              </a:rPr>
              <a:t> </a:t>
            </a:r>
            <a:r>
              <a:rPr sz="1200" spc="-5" dirty="0">
                <a:latin typeface="Times New Roman"/>
                <a:cs typeface="Times New Roman"/>
              </a:rPr>
              <a:t>strong</a:t>
            </a:r>
            <a:r>
              <a:rPr sz="1200" dirty="0">
                <a:latin typeface="Times New Roman"/>
                <a:cs typeface="Times New Roman"/>
              </a:rPr>
              <a:t> </a:t>
            </a:r>
            <a:r>
              <a:rPr sz="1200" spc="-5" dirty="0">
                <a:latin typeface="Times New Roman"/>
                <a:cs typeface="Times New Roman"/>
              </a:rPr>
              <a:t>preference</a:t>
            </a:r>
            <a:r>
              <a:rPr sz="1200" dirty="0">
                <a:latin typeface="Times New Roman"/>
                <a:cs typeface="Times New Roman"/>
              </a:rPr>
              <a:t> </a:t>
            </a:r>
            <a:r>
              <a:rPr sz="1200" spc="-5" dirty="0">
                <a:latin typeface="Times New Roman"/>
                <a:cs typeface="Times New Roman"/>
              </a:rPr>
              <a:t>for</a:t>
            </a:r>
            <a:r>
              <a:rPr sz="1200" dirty="0">
                <a:latin typeface="Times New Roman"/>
                <a:cs typeface="Times New Roman"/>
              </a:rPr>
              <a:t> </a:t>
            </a:r>
            <a:r>
              <a:rPr sz="1200" spc="-5" dirty="0">
                <a:latin typeface="Times New Roman"/>
                <a:cs typeface="Times New Roman"/>
              </a:rPr>
              <a:t>social</a:t>
            </a:r>
            <a:r>
              <a:rPr sz="1200" dirty="0">
                <a:latin typeface="Times New Roman"/>
                <a:cs typeface="Times New Roman"/>
              </a:rPr>
              <a:t> </a:t>
            </a:r>
            <a:r>
              <a:rPr sz="1200" spc="-5" dirty="0">
                <a:latin typeface="Times New Roman"/>
                <a:cs typeface="Times New Roman"/>
              </a:rPr>
              <a:t>media,</a:t>
            </a:r>
            <a:r>
              <a:rPr sz="1200" dirty="0">
                <a:latin typeface="Times New Roman"/>
                <a:cs typeface="Times New Roman"/>
              </a:rPr>
              <a:t> </a:t>
            </a:r>
            <a:r>
              <a:rPr sz="1200" spc="-5" dirty="0">
                <a:latin typeface="Times New Roman"/>
                <a:cs typeface="Times New Roman"/>
              </a:rPr>
              <a:t>messaging,</a:t>
            </a:r>
            <a:r>
              <a:rPr sz="1200" dirty="0">
                <a:latin typeface="Times New Roman"/>
                <a:cs typeface="Times New Roman"/>
              </a:rPr>
              <a:t> </a:t>
            </a:r>
            <a:r>
              <a:rPr sz="1200" spc="-5" dirty="0">
                <a:latin typeface="Times New Roman"/>
                <a:cs typeface="Times New Roman"/>
              </a:rPr>
              <a:t>and </a:t>
            </a:r>
            <a:r>
              <a:rPr sz="1200" dirty="0">
                <a:latin typeface="Times New Roman"/>
                <a:cs typeface="Times New Roman"/>
              </a:rPr>
              <a:t> </a:t>
            </a:r>
            <a:r>
              <a:rPr sz="1200" spc="-5" dirty="0">
                <a:latin typeface="Times New Roman"/>
                <a:cs typeface="Times New Roman"/>
              </a:rPr>
              <a:t>entertainment</a:t>
            </a:r>
            <a:r>
              <a:rPr sz="1200" spc="5" dirty="0">
                <a:latin typeface="Times New Roman"/>
                <a:cs typeface="Times New Roman"/>
              </a:rPr>
              <a:t> </a:t>
            </a:r>
            <a:r>
              <a:rPr sz="1200" spc="-5" dirty="0">
                <a:latin typeface="Times New Roman"/>
                <a:cs typeface="Times New Roman"/>
              </a:rPr>
              <a:t>apps.</a:t>
            </a:r>
            <a:r>
              <a:rPr sz="1200" spc="25" dirty="0">
                <a:latin typeface="Times New Roman"/>
                <a:cs typeface="Times New Roman"/>
              </a:rPr>
              <a:t> </a:t>
            </a:r>
            <a:r>
              <a:rPr sz="1200" spc="-5" dirty="0">
                <a:latin typeface="Times New Roman"/>
                <a:cs typeface="Times New Roman"/>
              </a:rPr>
              <a:t>Instagram,</a:t>
            </a:r>
            <a:r>
              <a:rPr sz="1200" spc="10" dirty="0">
                <a:latin typeface="Times New Roman"/>
                <a:cs typeface="Times New Roman"/>
              </a:rPr>
              <a:t> </a:t>
            </a:r>
            <a:r>
              <a:rPr sz="1200" spc="-5" dirty="0">
                <a:latin typeface="Times New Roman"/>
                <a:cs typeface="Times New Roman"/>
              </a:rPr>
              <a:t>Snapchat,</a:t>
            </a:r>
            <a:r>
              <a:rPr sz="1200" spc="5" dirty="0">
                <a:latin typeface="Times New Roman"/>
                <a:cs typeface="Times New Roman"/>
              </a:rPr>
              <a:t> </a:t>
            </a:r>
            <a:r>
              <a:rPr sz="1200" spc="-5" dirty="0">
                <a:latin typeface="Times New Roman"/>
                <a:cs typeface="Times New Roman"/>
              </a:rPr>
              <a:t>and </a:t>
            </a:r>
            <a:r>
              <a:rPr sz="1200" spc="-25" dirty="0">
                <a:latin typeface="Times New Roman"/>
                <a:cs typeface="Times New Roman"/>
              </a:rPr>
              <a:t>TikTok</a:t>
            </a:r>
            <a:r>
              <a:rPr sz="1200" spc="10" dirty="0">
                <a:latin typeface="Times New Roman"/>
                <a:cs typeface="Times New Roman"/>
              </a:rPr>
              <a:t> </a:t>
            </a:r>
            <a:r>
              <a:rPr sz="1200" spc="-5" dirty="0">
                <a:latin typeface="Times New Roman"/>
                <a:cs typeface="Times New Roman"/>
              </a:rPr>
              <a:t>are </a:t>
            </a:r>
            <a:r>
              <a:rPr sz="1200" dirty="0">
                <a:latin typeface="Times New Roman"/>
                <a:cs typeface="Times New Roman"/>
              </a:rPr>
              <a:t>among</a:t>
            </a:r>
            <a:r>
              <a:rPr sz="1200" spc="-5" dirty="0">
                <a:latin typeface="Times New Roman"/>
                <a:cs typeface="Times New Roman"/>
              </a:rPr>
              <a:t> the</a:t>
            </a:r>
            <a:r>
              <a:rPr sz="1200" spc="5" dirty="0">
                <a:latin typeface="Times New Roman"/>
                <a:cs typeface="Times New Roman"/>
              </a:rPr>
              <a:t> </a:t>
            </a:r>
            <a:r>
              <a:rPr sz="1200" spc="-5" dirty="0">
                <a:latin typeface="Times New Roman"/>
                <a:cs typeface="Times New Roman"/>
              </a:rPr>
              <a:t>most</a:t>
            </a:r>
            <a:r>
              <a:rPr sz="1200" spc="15" dirty="0">
                <a:latin typeface="Times New Roman"/>
                <a:cs typeface="Times New Roman"/>
              </a:rPr>
              <a:t> </a:t>
            </a:r>
            <a:r>
              <a:rPr sz="1200" dirty="0">
                <a:latin typeface="Times New Roman"/>
                <a:cs typeface="Times New Roman"/>
              </a:rPr>
              <a:t>frequently</a:t>
            </a:r>
            <a:r>
              <a:rPr sz="1200" spc="-25" dirty="0">
                <a:latin typeface="Times New Roman"/>
                <a:cs typeface="Times New Roman"/>
              </a:rPr>
              <a:t> </a:t>
            </a:r>
            <a:r>
              <a:rPr sz="1200" dirty="0">
                <a:latin typeface="Times New Roman"/>
                <a:cs typeface="Times New Roman"/>
              </a:rPr>
              <a:t>used</a:t>
            </a:r>
            <a:r>
              <a:rPr sz="1200" spc="5" dirty="0">
                <a:latin typeface="Times New Roman"/>
                <a:cs typeface="Times New Roman"/>
              </a:rPr>
              <a:t> </a:t>
            </a:r>
            <a:r>
              <a:rPr sz="1200" spc="-5" dirty="0">
                <a:latin typeface="Times New Roman"/>
                <a:cs typeface="Times New Roman"/>
              </a:rPr>
              <a:t>apps,</a:t>
            </a:r>
            <a:r>
              <a:rPr sz="1200" spc="10" dirty="0">
                <a:latin typeface="Times New Roman"/>
                <a:cs typeface="Times New Roman"/>
              </a:rPr>
              <a:t> </a:t>
            </a:r>
            <a:r>
              <a:rPr sz="1200" spc="-5" dirty="0">
                <a:latin typeface="Times New Roman"/>
                <a:cs typeface="Times New Roman"/>
              </a:rPr>
              <a:t>with</a:t>
            </a:r>
            <a:r>
              <a:rPr sz="1200" spc="20" dirty="0">
                <a:latin typeface="Times New Roman"/>
                <a:cs typeface="Times New Roman"/>
              </a:rPr>
              <a:t> </a:t>
            </a:r>
            <a:r>
              <a:rPr sz="1200" spc="-5" dirty="0">
                <a:latin typeface="Times New Roman"/>
                <a:cs typeface="Times New Roman"/>
              </a:rPr>
              <a:t>teens</a:t>
            </a:r>
            <a:endParaRPr sz="1200" dirty="0">
              <a:latin typeface="Times New Roman"/>
              <a:cs typeface="Times New Roman"/>
            </a:endParaRPr>
          </a:p>
          <a:p>
            <a:pPr marL="18415" marR="8890" algn="just">
              <a:lnSpc>
                <a:spcPts val="2090"/>
              </a:lnSpc>
              <a:spcBef>
                <a:spcPts val="5"/>
              </a:spcBef>
            </a:pPr>
            <a:r>
              <a:rPr sz="1200" spc="-5" dirty="0">
                <a:latin typeface="Times New Roman"/>
                <a:cs typeface="Times New Roman"/>
              </a:rPr>
              <a:t>checking</a:t>
            </a:r>
            <a:r>
              <a:rPr sz="1200" spc="-60" dirty="0">
                <a:latin typeface="Times New Roman"/>
                <a:cs typeface="Times New Roman"/>
              </a:rPr>
              <a:t> </a:t>
            </a:r>
            <a:r>
              <a:rPr sz="1200" dirty="0">
                <a:latin typeface="Times New Roman"/>
                <a:cs typeface="Times New Roman"/>
              </a:rPr>
              <a:t>these</a:t>
            </a:r>
            <a:r>
              <a:rPr sz="1200" spc="-50" dirty="0">
                <a:latin typeface="Times New Roman"/>
                <a:cs typeface="Times New Roman"/>
              </a:rPr>
              <a:t> </a:t>
            </a:r>
            <a:r>
              <a:rPr sz="1200" spc="-5" dirty="0">
                <a:latin typeface="Times New Roman"/>
                <a:cs typeface="Times New Roman"/>
              </a:rPr>
              <a:t>platforms</a:t>
            </a:r>
            <a:r>
              <a:rPr sz="1200" spc="-35" dirty="0">
                <a:latin typeface="Times New Roman"/>
                <a:cs typeface="Times New Roman"/>
              </a:rPr>
              <a:t> </a:t>
            </a:r>
            <a:r>
              <a:rPr sz="1200" spc="-5" dirty="0">
                <a:latin typeface="Times New Roman"/>
                <a:cs typeface="Times New Roman"/>
              </a:rPr>
              <a:t>multiple</a:t>
            </a:r>
            <a:r>
              <a:rPr sz="1200" spc="-50" dirty="0">
                <a:latin typeface="Times New Roman"/>
                <a:cs typeface="Times New Roman"/>
              </a:rPr>
              <a:t> </a:t>
            </a:r>
            <a:r>
              <a:rPr sz="1200" spc="-5" dirty="0">
                <a:latin typeface="Times New Roman"/>
                <a:cs typeface="Times New Roman"/>
              </a:rPr>
              <a:t>times</a:t>
            </a:r>
            <a:r>
              <a:rPr sz="1200" spc="-45" dirty="0">
                <a:latin typeface="Times New Roman"/>
                <a:cs typeface="Times New Roman"/>
              </a:rPr>
              <a:t> </a:t>
            </a:r>
            <a:r>
              <a:rPr sz="1200" spc="-5" dirty="0">
                <a:latin typeface="Times New Roman"/>
                <a:cs typeface="Times New Roman"/>
              </a:rPr>
              <a:t>per</a:t>
            </a:r>
            <a:r>
              <a:rPr sz="1200" spc="-55" dirty="0">
                <a:latin typeface="Times New Roman"/>
                <a:cs typeface="Times New Roman"/>
              </a:rPr>
              <a:t> </a:t>
            </a:r>
            <a:r>
              <a:rPr sz="1200" spc="-20" dirty="0">
                <a:latin typeface="Times New Roman"/>
                <a:cs typeface="Times New Roman"/>
              </a:rPr>
              <a:t>hour.</a:t>
            </a:r>
            <a:r>
              <a:rPr sz="1200" spc="-35" dirty="0">
                <a:latin typeface="Times New Roman"/>
                <a:cs typeface="Times New Roman"/>
              </a:rPr>
              <a:t> </a:t>
            </a:r>
            <a:r>
              <a:rPr sz="1200" spc="-5" dirty="0">
                <a:latin typeface="Times New Roman"/>
                <a:cs typeface="Times New Roman"/>
              </a:rPr>
              <a:t>Messaging</a:t>
            </a:r>
            <a:r>
              <a:rPr sz="1200" spc="-50" dirty="0">
                <a:latin typeface="Times New Roman"/>
                <a:cs typeface="Times New Roman"/>
              </a:rPr>
              <a:t> </a:t>
            </a:r>
            <a:r>
              <a:rPr sz="1200" spc="-5" dirty="0">
                <a:latin typeface="Times New Roman"/>
                <a:cs typeface="Times New Roman"/>
              </a:rPr>
              <a:t>apps</a:t>
            </a:r>
            <a:r>
              <a:rPr sz="1200" spc="-45" dirty="0">
                <a:latin typeface="Times New Roman"/>
                <a:cs typeface="Times New Roman"/>
              </a:rPr>
              <a:t> </a:t>
            </a:r>
            <a:r>
              <a:rPr sz="1200" spc="-5" dirty="0">
                <a:latin typeface="Times New Roman"/>
                <a:cs typeface="Times New Roman"/>
              </a:rPr>
              <a:t>like</a:t>
            </a:r>
            <a:r>
              <a:rPr sz="1200" spc="-75" dirty="0">
                <a:latin typeface="Times New Roman"/>
                <a:cs typeface="Times New Roman"/>
              </a:rPr>
              <a:t> </a:t>
            </a:r>
            <a:r>
              <a:rPr sz="1200" dirty="0">
                <a:latin typeface="Times New Roman"/>
                <a:cs typeface="Times New Roman"/>
              </a:rPr>
              <a:t>WhatsApp</a:t>
            </a:r>
            <a:r>
              <a:rPr sz="1200" spc="-45" dirty="0">
                <a:latin typeface="Times New Roman"/>
                <a:cs typeface="Times New Roman"/>
              </a:rPr>
              <a:t> </a:t>
            </a:r>
            <a:r>
              <a:rPr sz="1200" spc="-5" dirty="0">
                <a:latin typeface="Times New Roman"/>
                <a:cs typeface="Times New Roman"/>
              </a:rPr>
              <a:t>and</a:t>
            </a:r>
            <a:r>
              <a:rPr sz="1200" spc="-45" dirty="0">
                <a:latin typeface="Times New Roman"/>
                <a:cs typeface="Times New Roman"/>
              </a:rPr>
              <a:t> </a:t>
            </a:r>
            <a:r>
              <a:rPr sz="1200" spc="-5" dirty="0">
                <a:latin typeface="Times New Roman"/>
                <a:cs typeface="Times New Roman"/>
              </a:rPr>
              <a:t>Facebook</a:t>
            </a:r>
            <a:r>
              <a:rPr sz="1200" spc="-50" dirty="0">
                <a:latin typeface="Times New Roman"/>
                <a:cs typeface="Times New Roman"/>
              </a:rPr>
              <a:t> </a:t>
            </a:r>
            <a:r>
              <a:rPr sz="1200" spc="-5" dirty="0">
                <a:latin typeface="Times New Roman"/>
                <a:cs typeface="Times New Roman"/>
              </a:rPr>
              <a:t>Messenger </a:t>
            </a:r>
            <a:r>
              <a:rPr sz="1200" spc="-285" dirty="0">
                <a:latin typeface="Times New Roman"/>
                <a:cs typeface="Times New Roman"/>
              </a:rPr>
              <a:t> </a:t>
            </a:r>
            <a:r>
              <a:rPr sz="1200" spc="-5" dirty="0">
                <a:latin typeface="Times New Roman"/>
                <a:cs typeface="Times New Roman"/>
              </a:rPr>
              <a:t>are also integral to their </a:t>
            </a:r>
            <a:r>
              <a:rPr sz="1200" dirty="0">
                <a:latin typeface="Times New Roman"/>
                <a:cs typeface="Times New Roman"/>
              </a:rPr>
              <a:t>daily </a:t>
            </a:r>
            <a:r>
              <a:rPr sz="1200" spc="-5" dirty="0">
                <a:latin typeface="Times New Roman"/>
                <a:cs typeface="Times New Roman"/>
              </a:rPr>
              <a:t>communication. </a:t>
            </a:r>
            <a:r>
              <a:rPr sz="1200" spc="-10" dirty="0">
                <a:latin typeface="Times New Roman"/>
                <a:cs typeface="Times New Roman"/>
              </a:rPr>
              <a:t>In </a:t>
            </a:r>
            <a:r>
              <a:rPr sz="1200" dirty="0">
                <a:latin typeface="Times New Roman"/>
                <a:cs typeface="Times New Roman"/>
              </a:rPr>
              <a:t>terms </a:t>
            </a:r>
            <a:r>
              <a:rPr sz="1200" spc="-5" dirty="0">
                <a:latin typeface="Times New Roman"/>
                <a:cs typeface="Times New Roman"/>
              </a:rPr>
              <a:t>of entertainment, </a:t>
            </a:r>
            <a:r>
              <a:rPr sz="1200" spc="-25" dirty="0">
                <a:latin typeface="Times New Roman"/>
                <a:cs typeface="Times New Roman"/>
              </a:rPr>
              <a:t>YouTube </a:t>
            </a:r>
            <a:r>
              <a:rPr sz="1200" spc="-5" dirty="0">
                <a:latin typeface="Times New Roman"/>
                <a:cs typeface="Times New Roman"/>
              </a:rPr>
              <a:t>and Netflix are favored </a:t>
            </a:r>
            <a:r>
              <a:rPr sz="1200" dirty="0">
                <a:latin typeface="Times New Roman"/>
                <a:cs typeface="Times New Roman"/>
              </a:rPr>
              <a:t> </a:t>
            </a:r>
            <a:r>
              <a:rPr sz="1200" spc="-5" dirty="0">
                <a:latin typeface="Times New Roman"/>
                <a:cs typeface="Times New Roman"/>
              </a:rPr>
              <a:t>for</a:t>
            </a:r>
            <a:r>
              <a:rPr sz="1200" spc="20" dirty="0">
                <a:latin typeface="Times New Roman"/>
                <a:cs typeface="Times New Roman"/>
              </a:rPr>
              <a:t> </a:t>
            </a:r>
            <a:r>
              <a:rPr sz="1200" spc="-5" dirty="0">
                <a:latin typeface="Times New Roman"/>
                <a:cs typeface="Times New Roman"/>
              </a:rPr>
              <a:t>video</a:t>
            </a:r>
            <a:r>
              <a:rPr sz="1200" spc="30" dirty="0">
                <a:latin typeface="Times New Roman"/>
                <a:cs typeface="Times New Roman"/>
              </a:rPr>
              <a:t> </a:t>
            </a:r>
            <a:r>
              <a:rPr sz="1200" spc="-5" dirty="0">
                <a:latin typeface="Times New Roman"/>
                <a:cs typeface="Times New Roman"/>
              </a:rPr>
              <a:t>streaming,</a:t>
            </a:r>
            <a:r>
              <a:rPr sz="1200" spc="40" dirty="0">
                <a:latin typeface="Times New Roman"/>
                <a:cs typeface="Times New Roman"/>
              </a:rPr>
              <a:t> </a:t>
            </a:r>
            <a:r>
              <a:rPr sz="1200" spc="-5" dirty="0">
                <a:latin typeface="Times New Roman"/>
                <a:cs typeface="Times New Roman"/>
              </a:rPr>
              <a:t>while</a:t>
            </a:r>
            <a:r>
              <a:rPr sz="1200" spc="30" dirty="0">
                <a:latin typeface="Times New Roman"/>
                <a:cs typeface="Times New Roman"/>
              </a:rPr>
              <a:t> </a:t>
            </a:r>
            <a:r>
              <a:rPr sz="1200" dirty="0">
                <a:latin typeface="Times New Roman"/>
                <a:cs typeface="Times New Roman"/>
              </a:rPr>
              <a:t>Spotify</a:t>
            </a:r>
            <a:r>
              <a:rPr sz="1200" spc="5" dirty="0">
                <a:latin typeface="Times New Roman"/>
                <a:cs typeface="Times New Roman"/>
              </a:rPr>
              <a:t> </a:t>
            </a:r>
            <a:r>
              <a:rPr sz="1200" spc="-5" dirty="0">
                <a:latin typeface="Times New Roman"/>
                <a:cs typeface="Times New Roman"/>
              </a:rPr>
              <a:t>is</a:t>
            </a:r>
            <a:r>
              <a:rPr sz="1200" spc="35" dirty="0">
                <a:latin typeface="Times New Roman"/>
                <a:cs typeface="Times New Roman"/>
              </a:rPr>
              <a:t> </a:t>
            </a:r>
            <a:r>
              <a:rPr sz="1200" dirty="0">
                <a:latin typeface="Times New Roman"/>
                <a:cs typeface="Times New Roman"/>
              </a:rPr>
              <a:t>commonly</a:t>
            </a:r>
            <a:r>
              <a:rPr sz="1200" spc="5" dirty="0">
                <a:latin typeface="Times New Roman"/>
                <a:cs typeface="Times New Roman"/>
              </a:rPr>
              <a:t> </a:t>
            </a:r>
            <a:r>
              <a:rPr sz="1200" dirty="0">
                <a:latin typeface="Times New Roman"/>
                <a:cs typeface="Times New Roman"/>
              </a:rPr>
              <a:t>used</a:t>
            </a:r>
            <a:r>
              <a:rPr sz="1200" spc="30" dirty="0">
                <a:latin typeface="Times New Roman"/>
                <a:cs typeface="Times New Roman"/>
              </a:rPr>
              <a:t> </a:t>
            </a:r>
            <a:r>
              <a:rPr sz="1200" spc="-5" dirty="0">
                <a:latin typeface="Times New Roman"/>
                <a:cs typeface="Times New Roman"/>
              </a:rPr>
              <a:t>for</a:t>
            </a:r>
            <a:r>
              <a:rPr sz="1200" spc="20" dirty="0">
                <a:latin typeface="Times New Roman"/>
                <a:cs typeface="Times New Roman"/>
              </a:rPr>
              <a:t> </a:t>
            </a:r>
            <a:r>
              <a:rPr sz="1200" spc="-5" dirty="0">
                <a:latin typeface="Times New Roman"/>
                <a:cs typeface="Times New Roman"/>
              </a:rPr>
              <a:t>music.</a:t>
            </a:r>
            <a:r>
              <a:rPr sz="1200" spc="10" dirty="0">
                <a:latin typeface="Times New Roman"/>
                <a:cs typeface="Times New Roman"/>
              </a:rPr>
              <a:t> </a:t>
            </a:r>
            <a:r>
              <a:rPr sz="1200" spc="-5" dirty="0">
                <a:latin typeface="Times New Roman"/>
                <a:cs typeface="Times New Roman"/>
              </a:rPr>
              <a:t>When</a:t>
            </a:r>
            <a:r>
              <a:rPr sz="1200" spc="25" dirty="0">
                <a:latin typeface="Times New Roman"/>
                <a:cs typeface="Times New Roman"/>
              </a:rPr>
              <a:t> </a:t>
            </a:r>
            <a:r>
              <a:rPr sz="1200" spc="-5" dirty="0">
                <a:latin typeface="Times New Roman"/>
                <a:cs typeface="Times New Roman"/>
              </a:rPr>
              <a:t>it</a:t>
            </a:r>
            <a:r>
              <a:rPr sz="1200" spc="35" dirty="0">
                <a:latin typeface="Times New Roman"/>
                <a:cs typeface="Times New Roman"/>
              </a:rPr>
              <a:t> </a:t>
            </a:r>
            <a:r>
              <a:rPr sz="1200" spc="-5" dirty="0">
                <a:latin typeface="Times New Roman"/>
                <a:cs typeface="Times New Roman"/>
              </a:rPr>
              <a:t>comes</a:t>
            </a:r>
            <a:r>
              <a:rPr sz="1200" spc="35" dirty="0">
                <a:latin typeface="Times New Roman"/>
                <a:cs typeface="Times New Roman"/>
              </a:rPr>
              <a:t> </a:t>
            </a:r>
            <a:r>
              <a:rPr sz="1200" spc="-5" dirty="0">
                <a:latin typeface="Times New Roman"/>
                <a:cs typeface="Times New Roman"/>
              </a:rPr>
              <a:t>to</a:t>
            </a:r>
            <a:r>
              <a:rPr sz="1200" spc="30" dirty="0">
                <a:latin typeface="Times New Roman"/>
                <a:cs typeface="Times New Roman"/>
              </a:rPr>
              <a:t> </a:t>
            </a:r>
            <a:r>
              <a:rPr sz="1200" spc="-5" dirty="0">
                <a:latin typeface="Times New Roman"/>
                <a:cs typeface="Times New Roman"/>
              </a:rPr>
              <a:t>gaming,</a:t>
            </a:r>
            <a:r>
              <a:rPr sz="1200" spc="30" dirty="0">
                <a:latin typeface="Times New Roman"/>
                <a:cs typeface="Times New Roman"/>
              </a:rPr>
              <a:t> </a:t>
            </a:r>
            <a:r>
              <a:rPr sz="1200" spc="-5" dirty="0">
                <a:latin typeface="Times New Roman"/>
                <a:cs typeface="Times New Roman"/>
              </a:rPr>
              <a:t>mobile</a:t>
            </a:r>
            <a:r>
              <a:rPr sz="1200" spc="40" dirty="0">
                <a:latin typeface="Times New Roman"/>
                <a:cs typeface="Times New Roman"/>
              </a:rPr>
              <a:t> </a:t>
            </a:r>
            <a:r>
              <a:rPr sz="1200" spc="-5" dirty="0">
                <a:latin typeface="Times New Roman"/>
                <a:cs typeface="Times New Roman"/>
              </a:rPr>
              <a:t>games</a:t>
            </a:r>
            <a:endParaRPr sz="1200" dirty="0">
              <a:latin typeface="Times New Roman"/>
              <a:cs typeface="Times New Roman"/>
            </a:endParaRPr>
          </a:p>
          <a:p>
            <a:pPr marL="18415">
              <a:lnSpc>
                <a:spcPct val="100000"/>
              </a:lnSpc>
              <a:spcBef>
                <a:spcPts val="480"/>
              </a:spcBef>
            </a:pPr>
            <a:r>
              <a:rPr sz="1200" spc="-5" dirty="0">
                <a:latin typeface="Times New Roman"/>
                <a:cs typeface="Times New Roman"/>
              </a:rPr>
              <a:t>are</a:t>
            </a:r>
            <a:r>
              <a:rPr sz="1200" dirty="0">
                <a:latin typeface="Times New Roman"/>
                <a:cs typeface="Times New Roman"/>
              </a:rPr>
              <a:t> highly</a:t>
            </a:r>
            <a:r>
              <a:rPr sz="1200" spc="-20" dirty="0">
                <a:latin typeface="Times New Roman"/>
                <a:cs typeface="Times New Roman"/>
              </a:rPr>
              <a:t> </a:t>
            </a:r>
            <a:r>
              <a:rPr sz="1200" spc="-10" dirty="0">
                <a:latin typeface="Times New Roman"/>
                <a:cs typeface="Times New Roman"/>
              </a:rPr>
              <a:t>popular,</a:t>
            </a:r>
            <a:r>
              <a:rPr sz="1200" spc="10" dirty="0">
                <a:latin typeface="Times New Roman"/>
                <a:cs typeface="Times New Roman"/>
              </a:rPr>
              <a:t> </a:t>
            </a:r>
            <a:r>
              <a:rPr sz="1200" spc="-5" dirty="0">
                <a:latin typeface="Times New Roman"/>
                <a:cs typeface="Times New Roman"/>
              </a:rPr>
              <a:t>with</a:t>
            </a:r>
            <a:r>
              <a:rPr sz="1200" spc="30" dirty="0">
                <a:latin typeface="Times New Roman"/>
                <a:cs typeface="Times New Roman"/>
              </a:rPr>
              <a:t> </a:t>
            </a:r>
            <a:r>
              <a:rPr sz="1200" dirty="0">
                <a:latin typeface="Times New Roman"/>
                <a:cs typeface="Times New Roman"/>
              </a:rPr>
              <a:t>many</a:t>
            </a:r>
            <a:r>
              <a:rPr sz="1200" spc="-15" dirty="0">
                <a:latin typeface="Times New Roman"/>
                <a:cs typeface="Times New Roman"/>
              </a:rPr>
              <a:t> </a:t>
            </a:r>
            <a:r>
              <a:rPr sz="1200" spc="-5" dirty="0">
                <a:latin typeface="Times New Roman"/>
                <a:cs typeface="Times New Roman"/>
              </a:rPr>
              <a:t>teens</a:t>
            </a:r>
            <a:r>
              <a:rPr sz="1200" spc="10" dirty="0">
                <a:latin typeface="Times New Roman"/>
                <a:cs typeface="Times New Roman"/>
              </a:rPr>
              <a:t> </a:t>
            </a:r>
            <a:r>
              <a:rPr sz="1200" dirty="0">
                <a:latin typeface="Times New Roman"/>
                <a:cs typeface="Times New Roman"/>
              </a:rPr>
              <a:t>making</a:t>
            </a:r>
            <a:r>
              <a:rPr sz="1200" spc="-5" dirty="0">
                <a:latin typeface="Times New Roman"/>
                <a:cs typeface="Times New Roman"/>
              </a:rPr>
              <a:t> </a:t>
            </a:r>
            <a:r>
              <a:rPr sz="1200" dirty="0">
                <a:latin typeface="Times New Roman"/>
                <a:cs typeface="Times New Roman"/>
              </a:rPr>
              <a:t>in-app</a:t>
            </a:r>
            <a:r>
              <a:rPr sz="1200" spc="10" dirty="0">
                <a:latin typeface="Times New Roman"/>
                <a:cs typeface="Times New Roman"/>
              </a:rPr>
              <a:t> </a:t>
            </a:r>
            <a:r>
              <a:rPr sz="1200" spc="-5" dirty="0">
                <a:latin typeface="Times New Roman"/>
                <a:cs typeface="Times New Roman"/>
              </a:rPr>
              <a:t>purchases</a:t>
            </a:r>
            <a:r>
              <a:rPr sz="1200" spc="10" dirty="0">
                <a:latin typeface="Times New Roman"/>
                <a:cs typeface="Times New Roman"/>
              </a:rPr>
              <a:t> </a:t>
            </a:r>
            <a:r>
              <a:rPr sz="1200" spc="-5" dirty="0">
                <a:latin typeface="Times New Roman"/>
                <a:cs typeface="Times New Roman"/>
              </a:rPr>
              <a:t>to</a:t>
            </a:r>
            <a:r>
              <a:rPr sz="1200" spc="25" dirty="0">
                <a:latin typeface="Times New Roman"/>
                <a:cs typeface="Times New Roman"/>
              </a:rPr>
              <a:t> </a:t>
            </a:r>
            <a:r>
              <a:rPr sz="1200" spc="-5" dirty="0">
                <a:latin typeface="Times New Roman"/>
                <a:cs typeface="Times New Roman"/>
              </a:rPr>
              <a:t>enhance</a:t>
            </a:r>
            <a:r>
              <a:rPr sz="1200" spc="5"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gaming</a:t>
            </a:r>
            <a:r>
              <a:rPr sz="1200" spc="10" dirty="0">
                <a:latin typeface="Times New Roman"/>
                <a:cs typeface="Times New Roman"/>
              </a:rPr>
              <a:t> </a:t>
            </a:r>
            <a:r>
              <a:rPr sz="1200" spc="-5" dirty="0">
                <a:latin typeface="Times New Roman"/>
                <a:cs typeface="Times New Roman"/>
              </a:rPr>
              <a:t>experience.</a:t>
            </a:r>
            <a:endParaRPr sz="1200" dirty="0">
              <a:latin typeface="Times New Roman"/>
              <a:cs typeface="Times New Roman"/>
            </a:endParaRPr>
          </a:p>
          <a:p>
            <a:pPr marL="12700">
              <a:lnSpc>
                <a:spcPct val="100000"/>
              </a:lnSpc>
              <a:spcBef>
                <a:spcPts val="675"/>
              </a:spcBef>
            </a:pPr>
            <a:r>
              <a:rPr lang="en-IN" sz="1400" b="1" dirty="0">
                <a:latin typeface="Times New Roman"/>
                <a:cs typeface="Times New Roman"/>
              </a:rPr>
              <a:t>Online</a:t>
            </a:r>
            <a:r>
              <a:rPr lang="en-IN" sz="1400" b="1" spc="-15" dirty="0">
                <a:latin typeface="Times New Roman"/>
                <a:cs typeface="Times New Roman"/>
              </a:rPr>
              <a:t> </a:t>
            </a:r>
            <a:r>
              <a:rPr lang="en-IN" sz="1400" b="1" spc="-5" dirty="0" err="1">
                <a:latin typeface="Times New Roman"/>
                <a:cs typeface="Times New Roman"/>
              </a:rPr>
              <a:t>Behavior</a:t>
            </a:r>
            <a:r>
              <a:rPr lang="en-IN" sz="1400" b="1" spc="-5" dirty="0">
                <a:latin typeface="Times New Roman"/>
                <a:cs typeface="Times New Roman"/>
              </a:rPr>
              <a:t> &amp;</a:t>
            </a:r>
            <a:r>
              <a:rPr lang="en-IN" sz="1400" b="1" spc="-30" dirty="0">
                <a:latin typeface="Times New Roman"/>
                <a:cs typeface="Times New Roman"/>
              </a:rPr>
              <a:t> </a:t>
            </a:r>
            <a:r>
              <a:rPr lang="en-IN" sz="1400" b="1" spc="-10" dirty="0">
                <a:latin typeface="Times New Roman"/>
                <a:cs typeface="Times New Roman"/>
              </a:rPr>
              <a:t>Parental</a:t>
            </a:r>
            <a:r>
              <a:rPr sz="1400" b="1" spc="-5" dirty="0">
                <a:latin typeface="Times New Roman"/>
                <a:cs typeface="Times New Roman"/>
              </a:rPr>
              <a:t> Controls</a:t>
            </a:r>
            <a:endParaRPr sz="1400" dirty="0">
              <a:latin typeface="Times New Roman"/>
              <a:cs typeface="Times New Roman"/>
            </a:endParaRPr>
          </a:p>
          <a:p>
            <a:pPr marL="18415" indent="-6350">
              <a:lnSpc>
                <a:spcPct val="100000"/>
              </a:lnSpc>
              <a:spcBef>
                <a:spcPts val="635"/>
              </a:spcBef>
            </a:pPr>
            <a:r>
              <a:rPr sz="1200" spc="-20" dirty="0">
                <a:latin typeface="Times New Roman"/>
                <a:cs typeface="Times New Roman"/>
              </a:rPr>
              <a:t>Teens</a:t>
            </a:r>
            <a:r>
              <a:rPr sz="1200" spc="-50" dirty="0">
                <a:latin typeface="Times New Roman"/>
                <a:cs typeface="Times New Roman"/>
              </a:rPr>
              <a:t> </a:t>
            </a:r>
            <a:r>
              <a:rPr sz="1200" dirty="0">
                <a:latin typeface="Times New Roman"/>
                <a:cs typeface="Times New Roman"/>
              </a:rPr>
              <a:t>are</a:t>
            </a:r>
            <a:r>
              <a:rPr sz="1200" spc="-60" dirty="0">
                <a:latin typeface="Times New Roman"/>
                <a:cs typeface="Times New Roman"/>
              </a:rPr>
              <a:t> </a:t>
            </a:r>
            <a:r>
              <a:rPr sz="1200" dirty="0">
                <a:latin typeface="Times New Roman"/>
                <a:cs typeface="Times New Roman"/>
              </a:rPr>
              <a:t>highly</a:t>
            </a:r>
            <a:r>
              <a:rPr sz="1200" spc="-75" dirty="0">
                <a:latin typeface="Times New Roman"/>
                <a:cs typeface="Times New Roman"/>
              </a:rPr>
              <a:t> </a:t>
            </a:r>
            <a:r>
              <a:rPr sz="1200" spc="-5" dirty="0">
                <a:latin typeface="Times New Roman"/>
                <a:cs typeface="Times New Roman"/>
              </a:rPr>
              <a:t>engaged</a:t>
            </a:r>
            <a:r>
              <a:rPr sz="1200" spc="-40" dirty="0">
                <a:latin typeface="Times New Roman"/>
                <a:cs typeface="Times New Roman"/>
              </a:rPr>
              <a:t> </a:t>
            </a:r>
            <a:r>
              <a:rPr sz="1200" spc="-5" dirty="0">
                <a:latin typeface="Times New Roman"/>
                <a:cs typeface="Times New Roman"/>
              </a:rPr>
              <a:t>on</a:t>
            </a:r>
            <a:r>
              <a:rPr sz="1200" spc="-45" dirty="0">
                <a:latin typeface="Times New Roman"/>
                <a:cs typeface="Times New Roman"/>
              </a:rPr>
              <a:t> </a:t>
            </a:r>
            <a:r>
              <a:rPr sz="1200" spc="-5" dirty="0">
                <a:latin typeface="Times New Roman"/>
                <a:cs typeface="Times New Roman"/>
              </a:rPr>
              <a:t>social</a:t>
            </a:r>
            <a:r>
              <a:rPr sz="1200" spc="-50" dirty="0">
                <a:latin typeface="Times New Roman"/>
                <a:cs typeface="Times New Roman"/>
              </a:rPr>
              <a:t> </a:t>
            </a:r>
            <a:r>
              <a:rPr sz="1200" spc="-5" dirty="0">
                <a:latin typeface="Times New Roman"/>
                <a:cs typeface="Times New Roman"/>
              </a:rPr>
              <a:t>media,</a:t>
            </a:r>
            <a:r>
              <a:rPr sz="1200" spc="-50" dirty="0">
                <a:latin typeface="Times New Roman"/>
                <a:cs typeface="Times New Roman"/>
              </a:rPr>
              <a:t> </a:t>
            </a:r>
            <a:r>
              <a:rPr sz="1200" dirty="0">
                <a:latin typeface="Times New Roman"/>
                <a:cs typeface="Times New Roman"/>
              </a:rPr>
              <a:t>frequently</a:t>
            </a:r>
            <a:r>
              <a:rPr sz="1200" spc="-75" dirty="0">
                <a:latin typeface="Times New Roman"/>
                <a:cs typeface="Times New Roman"/>
              </a:rPr>
              <a:t> </a:t>
            </a:r>
            <a:r>
              <a:rPr sz="1200" spc="-5" dirty="0">
                <a:latin typeface="Times New Roman"/>
                <a:cs typeface="Times New Roman"/>
              </a:rPr>
              <a:t>posting</a:t>
            </a:r>
            <a:r>
              <a:rPr sz="1200" spc="-40" dirty="0">
                <a:latin typeface="Times New Roman"/>
                <a:cs typeface="Times New Roman"/>
              </a:rPr>
              <a:t> </a:t>
            </a:r>
            <a:r>
              <a:rPr sz="1200" spc="-5" dirty="0">
                <a:latin typeface="Times New Roman"/>
                <a:cs typeface="Times New Roman"/>
              </a:rPr>
              <a:t>content,</a:t>
            </a:r>
            <a:r>
              <a:rPr sz="1200" spc="-35" dirty="0">
                <a:latin typeface="Times New Roman"/>
                <a:cs typeface="Times New Roman"/>
              </a:rPr>
              <a:t> </a:t>
            </a:r>
            <a:r>
              <a:rPr sz="1200" spc="-5" dirty="0">
                <a:latin typeface="Times New Roman"/>
                <a:cs typeface="Times New Roman"/>
              </a:rPr>
              <a:t>commenting</a:t>
            </a:r>
            <a:r>
              <a:rPr sz="1200" spc="-60" dirty="0">
                <a:latin typeface="Times New Roman"/>
                <a:cs typeface="Times New Roman"/>
              </a:rPr>
              <a:t> </a:t>
            </a:r>
            <a:r>
              <a:rPr sz="1200" spc="-5" dirty="0">
                <a:latin typeface="Times New Roman"/>
                <a:cs typeface="Times New Roman"/>
              </a:rPr>
              <a:t>on</a:t>
            </a:r>
            <a:r>
              <a:rPr sz="1200" spc="-45" dirty="0">
                <a:latin typeface="Times New Roman"/>
                <a:cs typeface="Times New Roman"/>
              </a:rPr>
              <a:t> </a:t>
            </a:r>
            <a:r>
              <a:rPr sz="1200" spc="-5" dirty="0">
                <a:latin typeface="Times New Roman"/>
                <a:cs typeface="Times New Roman"/>
              </a:rPr>
              <a:t>posts,</a:t>
            </a:r>
            <a:r>
              <a:rPr sz="1200" spc="-50" dirty="0">
                <a:latin typeface="Times New Roman"/>
                <a:cs typeface="Times New Roman"/>
              </a:rPr>
              <a:t> </a:t>
            </a:r>
            <a:r>
              <a:rPr sz="1200" spc="-5" dirty="0">
                <a:latin typeface="Times New Roman"/>
                <a:cs typeface="Times New Roman"/>
              </a:rPr>
              <a:t>and</a:t>
            </a:r>
            <a:r>
              <a:rPr sz="1200" spc="-40" dirty="0">
                <a:latin typeface="Times New Roman"/>
                <a:cs typeface="Times New Roman"/>
              </a:rPr>
              <a:t> </a:t>
            </a:r>
            <a:r>
              <a:rPr sz="1200" spc="-5" dirty="0">
                <a:latin typeface="Times New Roman"/>
                <a:cs typeface="Times New Roman"/>
              </a:rPr>
              <a:t>interacting</a:t>
            </a:r>
            <a:endParaRPr sz="1200" dirty="0">
              <a:latin typeface="Times New Roman"/>
              <a:cs typeface="Times New Roman"/>
            </a:endParaRPr>
          </a:p>
          <a:p>
            <a:pPr marL="18415" marR="8255">
              <a:lnSpc>
                <a:spcPct val="145000"/>
              </a:lnSpc>
              <a:spcBef>
                <a:spcPts val="5"/>
              </a:spcBef>
            </a:pPr>
            <a:r>
              <a:rPr sz="1200" spc="-5" dirty="0">
                <a:latin typeface="Times New Roman"/>
                <a:cs typeface="Times New Roman"/>
              </a:rPr>
              <a:t>with</a:t>
            </a:r>
            <a:r>
              <a:rPr sz="1200" spc="-25" dirty="0">
                <a:latin typeface="Times New Roman"/>
                <a:cs typeface="Times New Roman"/>
              </a:rPr>
              <a:t> </a:t>
            </a:r>
            <a:r>
              <a:rPr sz="1200" spc="-5" dirty="0">
                <a:latin typeface="Times New Roman"/>
                <a:cs typeface="Times New Roman"/>
              </a:rPr>
              <a:t>peers.</a:t>
            </a:r>
            <a:r>
              <a:rPr sz="1200" spc="-40" dirty="0">
                <a:latin typeface="Times New Roman"/>
                <a:cs typeface="Times New Roman"/>
              </a:rPr>
              <a:t> </a:t>
            </a:r>
            <a:r>
              <a:rPr sz="1200" spc="-5" dirty="0">
                <a:latin typeface="Times New Roman"/>
                <a:cs typeface="Times New Roman"/>
              </a:rPr>
              <a:t>This</a:t>
            </a:r>
            <a:r>
              <a:rPr sz="1200" spc="-25" dirty="0">
                <a:latin typeface="Times New Roman"/>
                <a:cs typeface="Times New Roman"/>
              </a:rPr>
              <a:t> </a:t>
            </a:r>
            <a:r>
              <a:rPr sz="1200" spc="-5" dirty="0">
                <a:latin typeface="Times New Roman"/>
                <a:cs typeface="Times New Roman"/>
              </a:rPr>
              <a:t>high</a:t>
            </a:r>
            <a:r>
              <a:rPr sz="1200" spc="-20" dirty="0">
                <a:latin typeface="Times New Roman"/>
                <a:cs typeface="Times New Roman"/>
              </a:rPr>
              <a:t> </a:t>
            </a:r>
            <a:r>
              <a:rPr sz="1200" spc="-5" dirty="0">
                <a:latin typeface="Times New Roman"/>
                <a:cs typeface="Times New Roman"/>
              </a:rPr>
              <a:t>level</a:t>
            </a:r>
            <a:r>
              <a:rPr sz="1200" spc="-25"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spc="-5" dirty="0">
                <a:latin typeface="Times New Roman"/>
                <a:cs typeface="Times New Roman"/>
              </a:rPr>
              <a:t>engagement</a:t>
            </a:r>
            <a:r>
              <a:rPr sz="1200" spc="-20" dirty="0">
                <a:latin typeface="Times New Roman"/>
                <a:cs typeface="Times New Roman"/>
              </a:rPr>
              <a:t> </a:t>
            </a:r>
            <a:r>
              <a:rPr sz="1200" spc="-5" dirty="0">
                <a:latin typeface="Times New Roman"/>
                <a:cs typeface="Times New Roman"/>
              </a:rPr>
              <a:t>reflects</a:t>
            </a:r>
            <a:r>
              <a:rPr sz="1200" spc="-25" dirty="0">
                <a:latin typeface="Times New Roman"/>
                <a:cs typeface="Times New Roman"/>
              </a:rPr>
              <a:t> </a:t>
            </a:r>
            <a:r>
              <a:rPr sz="1200" spc="-5" dirty="0">
                <a:latin typeface="Times New Roman"/>
                <a:cs typeface="Times New Roman"/>
              </a:rPr>
              <a:t>the</a:t>
            </a:r>
            <a:r>
              <a:rPr sz="1200" spc="-20" dirty="0">
                <a:latin typeface="Times New Roman"/>
                <a:cs typeface="Times New Roman"/>
              </a:rPr>
              <a:t> </a:t>
            </a:r>
            <a:r>
              <a:rPr sz="1200" spc="-5" dirty="0">
                <a:latin typeface="Times New Roman"/>
                <a:cs typeface="Times New Roman"/>
              </a:rPr>
              <a:t>importance</a:t>
            </a:r>
            <a:r>
              <a:rPr sz="1200" spc="-25" dirty="0">
                <a:latin typeface="Times New Roman"/>
                <a:cs typeface="Times New Roman"/>
              </a:rPr>
              <a:t> </a:t>
            </a:r>
            <a:r>
              <a:rPr sz="1200" spc="-5" dirty="0">
                <a:latin typeface="Times New Roman"/>
                <a:cs typeface="Times New Roman"/>
              </a:rPr>
              <a:t>of</a:t>
            </a:r>
            <a:r>
              <a:rPr sz="1200" spc="-30" dirty="0">
                <a:latin typeface="Times New Roman"/>
                <a:cs typeface="Times New Roman"/>
              </a:rPr>
              <a:t> </a:t>
            </a:r>
            <a:r>
              <a:rPr sz="1200"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media</a:t>
            </a:r>
            <a:r>
              <a:rPr sz="1200" spc="-30" dirty="0">
                <a:latin typeface="Times New Roman"/>
                <a:cs typeface="Times New Roman"/>
              </a:rPr>
              <a:t> </a:t>
            </a:r>
            <a:r>
              <a:rPr sz="1200" spc="-5" dirty="0">
                <a:latin typeface="Times New Roman"/>
                <a:cs typeface="Times New Roman"/>
              </a:rPr>
              <a:t>in</a:t>
            </a:r>
            <a:r>
              <a:rPr sz="1200" spc="-25" dirty="0">
                <a:latin typeface="Times New Roman"/>
                <a:cs typeface="Times New Roman"/>
              </a:rPr>
              <a:t> </a:t>
            </a:r>
            <a:r>
              <a:rPr sz="1200" spc="-5" dirty="0">
                <a:latin typeface="Times New Roman"/>
                <a:cs typeface="Times New Roman"/>
              </a:rPr>
              <a:t>their</a:t>
            </a:r>
            <a:r>
              <a:rPr sz="1200" spc="-25" dirty="0">
                <a:latin typeface="Times New Roman"/>
                <a:cs typeface="Times New Roman"/>
              </a:rPr>
              <a:t> </a:t>
            </a:r>
            <a:r>
              <a:rPr sz="1200" spc="-5" dirty="0">
                <a:latin typeface="Times New Roman"/>
                <a:cs typeface="Times New Roman"/>
              </a:rPr>
              <a:t>lives</a:t>
            </a:r>
            <a:r>
              <a:rPr sz="1200" spc="-15" dirty="0">
                <a:latin typeface="Times New Roman"/>
                <a:cs typeface="Times New Roman"/>
              </a:rPr>
              <a:t> </a:t>
            </a:r>
            <a:r>
              <a:rPr sz="1200" spc="-5" dirty="0">
                <a:latin typeface="Times New Roman"/>
                <a:cs typeface="Times New Roman"/>
              </a:rPr>
              <a:t>as</a:t>
            </a:r>
            <a:r>
              <a:rPr sz="1200" spc="-30" dirty="0">
                <a:latin typeface="Times New Roman"/>
                <a:cs typeface="Times New Roman"/>
              </a:rPr>
              <a:t> </a:t>
            </a:r>
            <a:r>
              <a:rPr sz="1200" spc="-5" dirty="0">
                <a:latin typeface="Times New Roman"/>
                <a:cs typeface="Times New Roman"/>
              </a:rPr>
              <a:t>a</a:t>
            </a:r>
            <a:r>
              <a:rPr sz="1200" spc="-15" dirty="0">
                <a:latin typeface="Times New Roman"/>
                <a:cs typeface="Times New Roman"/>
              </a:rPr>
              <a:t> </a:t>
            </a:r>
            <a:r>
              <a:rPr sz="1200" dirty="0">
                <a:latin typeface="Times New Roman"/>
                <a:cs typeface="Times New Roman"/>
              </a:rPr>
              <a:t>primary </a:t>
            </a:r>
            <a:r>
              <a:rPr sz="1200" spc="-285" dirty="0">
                <a:latin typeface="Times New Roman"/>
                <a:cs typeface="Times New Roman"/>
              </a:rPr>
              <a:t> </a:t>
            </a:r>
            <a:r>
              <a:rPr sz="1200" spc="-5" dirty="0">
                <a:latin typeface="Times New Roman"/>
                <a:cs typeface="Times New Roman"/>
              </a:rPr>
              <a:t>means</a:t>
            </a:r>
            <a:r>
              <a:rPr sz="1200" spc="290" dirty="0">
                <a:latin typeface="Times New Roman"/>
                <a:cs typeface="Times New Roman"/>
              </a:rPr>
              <a:t> </a:t>
            </a:r>
            <a:r>
              <a:rPr sz="1200" spc="-5" dirty="0">
                <a:latin typeface="Times New Roman"/>
                <a:cs typeface="Times New Roman"/>
              </a:rPr>
              <a:t>of</a:t>
            </a:r>
            <a:r>
              <a:rPr sz="1200" spc="285" dirty="0">
                <a:latin typeface="Times New Roman"/>
                <a:cs typeface="Times New Roman"/>
              </a:rPr>
              <a:t> </a:t>
            </a:r>
            <a:r>
              <a:rPr sz="1200" spc="-5" dirty="0">
                <a:latin typeface="Times New Roman"/>
                <a:cs typeface="Times New Roman"/>
              </a:rPr>
              <a:t>social</a:t>
            </a:r>
            <a:r>
              <a:rPr sz="1200" spc="285" dirty="0">
                <a:latin typeface="Times New Roman"/>
                <a:cs typeface="Times New Roman"/>
              </a:rPr>
              <a:t> </a:t>
            </a:r>
            <a:r>
              <a:rPr sz="1200" spc="-5" dirty="0">
                <a:latin typeface="Times New Roman"/>
                <a:cs typeface="Times New Roman"/>
              </a:rPr>
              <a:t>interaction.  </a:t>
            </a:r>
            <a:r>
              <a:rPr lang="en-US" sz="1200" spc="-10" dirty="0">
                <a:latin typeface="Times New Roman"/>
                <a:cs typeface="Times New Roman"/>
              </a:rPr>
              <a:t>However , </a:t>
            </a:r>
            <a:r>
              <a:rPr sz="1200" spc="-5" dirty="0">
                <a:latin typeface="Times New Roman"/>
                <a:cs typeface="Times New Roman"/>
              </a:rPr>
              <a:t>parental</a:t>
            </a:r>
            <a:r>
              <a:rPr sz="1200" spc="295" dirty="0">
                <a:latin typeface="Times New Roman"/>
                <a:cs typeface="Times New Roman"/>
              </a:rPr>
              <a:t> </a:t>
            </a:r>
            <a:r>
              <a:rPr sz="1200" spc="-5" dirty="0">
                <a:latin typeface="Times New Roman"/>
                <a:cs typeface="Times New Roman"/>
              </a:rPr>
              <a:t>controls</a:t>
            </a:r>
            <a:r>
              <a:rPr sz="1200" spc="295" dirty="0">
                <a:latin typeface="Times New Roman"/>
                <a:cs typeface="Times New Roman"/>
              </a:rPr>
              <a:t> </a:t>
            </a:r>
            <a:r>
              <a:rPr sz="1200" spc="-5" dirty="0">
                <a:latin typeface="Times New Roman"/>
                <a:cs typeface="Times New Roman"/>
              </a:rPr>
              <a:t>are</a:t>
            </a:r>
            <a:r>
              <a:rPr sz="1200" spc="295" dirty="0">
                <a:latin typeface="Times New Roman"/>
                <a:cs typeface="Times New Roman"/>
              </a:rPr>
              <a:t> </a:t>
            </a:r>
            <a:r>
              <a:rPr sz="1200" spc="-5" dirty="0">
                <a:latin typeface="Times New Roman"/>
                <a:cs typeface="Times New Roman"/>
              </a:rPr>
              <a:t>a</a:t>
            </a:r>
            <a:r>
              <a:rPr sz="1200" spc="280" dirty="0">
                <a:latin typeface="Times New Roman"/>
                <a:cs typeface="Times New Roman"/>
              </a:rPr>
              <a:t> </a:t>
            </a:r>
            <a:r>
              <a:rPr sz="1200" spc="-5" dirty="0">
                <a:latin typeface="Times New Roman"/>
                <a:cs typeface="Times New Roman"/>
              </a:rPr>
              <a:t>common</a:t>
            </a:r>
            <a:r>
              <a:rPr sz="1200" spc="300" dirty="0">
                <a:latin typeface="Times New Roman"/>
                <a:cs typeface="Times New Roman"/>
              </a:rPr>
              <a:t> </a:t>
            </a:r>
            <a:r>
              <a:rPr sz="1200" spc="-5" dirty="0">
                <a:latin typeface="Times New Roman"/>
                <a:cs typeface="Times New Roman"/>
              </a:rPr>
              <a:t>feature</a:t>
            </a:r>
            <a:r>
              <a:rPr sz="1200" spc="285" dirty="0">
                <a:latin typeface="Times New Roman"/>
                <a:cs typeface="Times New Roman"/>
              </a:rPr>
              <a:t> </a:t>
            </a:r>
            <a:r>
              <a:rPr sz="1200" spc="-5" dirty="0">
                <a:latin typeface="Times New Roman"/>
                <a:cs typeface="Times New Roman"/>
              </a:rPr>
              <a:t>in</a:t>
            </a:r>
            <a:r>
              <a:rPr sz="1200" spc="290" dirty="0">
                <a:latin typeface="Times New Roman"/>
                <a:cs typeface="Times New Roman"/>
              </a:rPr>
              <a:t> </a:t>
            </a:r>
            <a:r>
              <a:rPr sz="1200" dirty="0">
                <a:latin typeface="Times New Roman"/>
                <a:cs typeface="Times New Roman"/>
              </a:rPr>
              <a:t>many</a:t>
            </a:r>
            <a:r>
              <a:rPr sz="1200" spc="265" dirty="0">
                <a:latin typeface="Times New Roman"/>
                <a:cs typeface="Times New Roman"/>
              </a:rPr>
              <a:t> </a:t>
            </a:r>
            <a:r>
              <a:rPr sz="1200" spc="-5" dirty="0">
                <a:latin typeface="Times New Roman"/>
                <a:cs typeface="Times New Roman"/>
              </a:rPr>
              <a:t>households,</a:t>
            </a:r>
            <a:endParaRPr sz="1200" dirty="0">
              <a:latin typeface="Times New Roman"/>
              <a:cs typeface="Times New Roman"/>
            </a:endParaRPr>
          </a:p>
          <a:p>
            <a:pPr marL="18415" marR="6985">
              <a:lnSpc>
                <a:spcPct val="145000"/>
              </a:lnSpc>
              <a:spcBef>
                <a:spcPts val="10"/>
              </a:spcBef>
            </a:pPr>
            <a:r>
              <a:rPr sz="1200" dirty="0">
                <a:latin typeface="Times New Roman"/>
                <a:cs typeface="Times New Roman"/>
              </a:rPr>
              <a:t>particularly</a:t>
            </a:r>
            <a:r>
              <a:rPr sz="1200" spc="-45"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spc="-5" dirty="0">
                <a:latin typeface="Times New Roman"/>
                <a:cs typeface="Times New Roman"/>
              </a:rPr>
              <a:t>younger</a:t>
            </a:r>
            <a:r>
              <a:rPr sz="1200" spc="-20" dirty="0">
                <a:latin typeface="Times New Roman"/>
                <a:cs typeface="Times New Roman"/>
              </a:rPr>
              <a:t> </a:t>
            </a:r>
            <a:r>
              <a:rPr sz="1200" spc="-5" dirty="0">
                <a:latin typeface="Times New Roman"/>
                <a:cs typeface="Times New Roman"/>
              </a:rPr>
              <a:t>teens.</a:t>
            </a:r>
            <a:r>
              <a:rPr sz="1200" spc="-80" dirty="0">
                <a:latin typeface="Times New Roman"/>
                <a:cs typeface="Times New Roman"/>
              </a:rPr>
              <a:t> </a:t>
            </a:r>
            <a:r>
              <a:rPr sz="1200" spc="-5" dirty="0">
                <a:latin typeface="Times New Roman"/>
                <a:cs typeface="Times New Roman"/>
              </a:rPr>
              <a:t>Approximately</a:t>
            </a:r>
            <a:r>
              <a:rPr sz="1200" spc="-40" dirty="0">
                <a:latin typeface="Times New Roman"/>
                <a:cs typeface="Times New Roman"/>
              </a:rPr>
              <a:t> </a:t>
            </a:r>
            <a:r>
              <a:rPr sz="1200" dirty="0">
                <a:latin typeface="Times New Roman"/>
                <a:cs typeface="Times New Roman"/>
              </a:rPr>
              <a:t>30-40%</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teens have</a:t>
            </a:r>
            <a:r>
              <a:rPr sz="1200" spc="-20" dirty="0">
                <a:latin typeface="Times New Roman"/>
                <a:cs typeface="Times New Roman"/>
              </a:rPr>
              <a:t> </a:t>
            </a:r>
            <a:r>
              <a:rPr sz="1200" spc="-5" dirty="0">
                <a:latin typeface="Times New Roman"/>
                <a:cs typeface="Times New Roman"/>
              </a:rPr>
              <a:t>some form</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parental</a:t>
            </a:r>
            <a:r>
              <a:rPr sz="1200" spc="-15" dirty="0">
                <a:latin typeface="Times New Roman"/>
                <a:cs typeface="Times New Roman"/>
              </a:rPr>
              <a:t> </a:t>
            </a:r>
            <a:r>
              <a:rPr sz="1200" spc="-5" dirty="0">
                <a:latin typeface="Times New Roman"/>
                <a:cs typeface="Times New Roman"/>
              </a:rPr>
              <a:t>control</a:t>
            </a:r>
            <a:r>
              <a:rPr sz="1200" spc="-15"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spc="-5" dirty="0">
                <a:latin typeface="Times New Roman"/>
                <a:cs typeface="Times New Roman"/>
              </a:rPr>
              <a:t>their </a:t>
            </a:r>
            <a:r>
              <a:rPr sz="1200" spc="-285" dirty="0">
                <a:latin typeface="Times New Roman"/>
                <a:cs typeface="Times New Roman"/>
              </a:rPr>
              <a:t> </a:t>
            </a:r>
            <a:r>
              <a:rPr sz="1200" spc="-5" dirty="0">
                <a:latin typeface="Times New Roman"/>
                <a:cs typeface="Times New Roman"/>
              </a:rPr>
              <a:t>devices,</a:t>
            </a:r>
            <a:r>
              <a:rPr sz="1200" dirty="0">
                <a:latin typeface="Times New Roman"/>
                <a:cs typeface="Times New Roman"/>
              </a:rPr>
              <a:t> </a:t>
            </a:r>
            <a:r>
              <a:rPr sz="1200" spc="-5" dirty="0">
                <a:latin typeface="Times New Roman"/>
                <a:cs typeface="Times New Roman"/>
              </a:rPr>
              <a:t>with</a:t>
            </a:r>
            <a:r>
              <a:rPr sz="1200" dirty="0">
                <a:latin typeface="Times New Roman"/>
                <a:cs typeface="Times New Roman"/>
              </a:rPr>
              <a:t> </a:t>
            </a:r>
            <a:r>
              <a:rPr sz="1200" spc="-5" dirty="0">
                <a:latin typeface="Times New Roman"/>
                <a:cs typeface="Times New Roman"/>
              </a:rPr>
              <a:t>screen</a:t>
            </a:r>
            <a:r>
              <a:rPr sz="1200" dirty="0">
                <a:latin typeface="Times New Roman"/>
                <a:cs typeface="Times New Roman"/>
              </a:rPr>
              <a:t> </a:t>
            </a:r>
            <a:r>
              <a:rPr sz="1200" spc="-5" dirty="0">
                <a:latin typeface="Times New Roman"/>
                <a:cs typeface="Times New Roman"/>
              </a:rPr>
              <a:t>time</a:t>
            </a:r>
            <a:r>
              <a:rPr sz="1200" spc="5" dirty="0">
                <a:latin typeface="Times New Roman"/>
                <a:cs typeface="Times New Roman"/>
              </a:rPr>
              <a:t> </a:t>
            </a:r>
            <a:r>
              <a:rPr sz="1200" spc="-5" dirty="0">
                <a:latin typeface="Times New Roman"/>
                <a:cs typeface="Times New Roman"/>
              </a:rPr>
              <a:t>limits</a:t>
            </a:r>
            <a:r>
              <a:rPr sz="1200" dirty="0">
                <a:latin typeface="Times New Roman"/>
                <a:cs typeface="Times New Roman"/>
              </a:rPr>
              <a:t> </a:t>
            </a:r>
            <a:r>
              <a:rPr sz="1200" spc="-5" dirty="0">
                <a:latin typeface="Times New Roman"/>
                <a:cs typeface="Times New Roman"/>
              </a:rPr>
              <a:t>being more prevalent</a:t>
            </a:r>
            <a:r>
              <a:rPr sz="1200" dirty="0">
                <a:latin typeface="Times New Roman"/>
                <a:cs typeface="Times New Roman"/>
              </a:rPr>
              <a:t> among</a:t>
            </a:r>
            <a:r>
              <a:rPr sz="1200" spc="-10" dirty="0">
                <a:latin typeface="Times New Roman"/>
                <a:cs typeface="Times New Roman"/>
              </a:rPr>
              <a:t> </a:t>
            </a:r>
            <a:r>
              <a:rPr sz="1200" spc="-5" dirty="0">
                <a:latin typeface="Times New Roman"/>
                <a:cs typeface="Times New Roman"/>
              </a:rPr>
              <a:t>those</a:t>
            </a:r>
            <a:r>
              <a:rPr sz="1200" spc="10" dirty="0">
                <a:latin typeface="Times New Roman"/>
                <a:cs typeface="Times New Roman"/>
              </a:rPr>
              <a:t> </a:t>
            </a:r>
            <a:r>
              <a:rPr sz="1200" spc="-5" dirty="0">
                <a:latin typeface="Times New Roman"/>
                <a:cs typeface="Times New Roman"/>
              </a:rPr>
              <a:t>aged</a:t>
            </a:r>
            <a:r>
              <a:rPr sz="1200" spc="5" dirty="0">
                <a:latin typeface="Times New Roman"/>
                <a:cs typeface="Times New Roman"/>
              </a:rPr>
              <a:t> </a:t>
            </a:r>
            <a:r>
              <a:rPr sz="1200" dirty="0">
                <a:latin typeface="Times New Roman"/>
                <a:cs typeface="Times New Roman"/>
              </a:rPr>
              <a:t>13-15.</a:t>
            </a:r>
            <a:endParaRPr lang="en-US" sz="1200" dirty="0">
              <a:latin typeface="Times New Roman"/>
              <a:cs typeface="Times New Roman"/>
            </a:endParaRPr>
          </a:p>
          <a:p>
            <a:pPr marL="18415" marR="6985">
              <a:lnSpc>
                <a:spcPct val="145000"/>
              </a:lnSpc>
              <a:spcBef>
                <a:spcPts val="10"/>
              </a:spcBef>
            </a:pPr>
            <a:r>
              <a:rPr sz="1400" b="1" spc="-10" dirty="0">
                <a:latin typeface="Times New Roman"/>
                <a:cs typeface="Times New Roman"/>
              </a:rPr>
              <a:t>Security,</a:t>
            </a:r>
            <a:r>
              <a:rPr sz="1400" b="1" spc="5" dirty="0">
                <a:latin typeface="Times New Roman"/>
                <a:cs typeface="Times New Roman"/>
              </a:rPr>
              <a:t> </a:t>
            </a:r>
            <a:r>
              <a:rPr sz="1400" b="1" spc="-15" dirty="0">
                <a:latin typeface="Times New Roman"/>
                <a:cs typeface="Times New Roman"/>
              </a:rPr>
              <a:t>Privacy,</a:t>
            </a:r>
            <a:r>
              <a:rPr sz="1400" b="1"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5" dirty="0">
                <a:latin typeface="Times New Roman"/>
                <a:cs typeface="Times New Roman"/>
              </a:rPr>
              <a:t>Mental</a:t>
            </a:r>
            <a:r>
              <a:rPr sz="1400" b="1" dirty="0">
                <a:latin typeface="Times New Roman"/>
                <a:cs typeface="Times New Roman"/>
              </a:rPr>
              <a:t> </a:t>
            </a:r>
            <a:r>
              <a:rPr sz="1400" b="1" spc="-5" dirty="0">
                <a:latin typeface="Times New Roman"/>
                <a:cs typeface="Times New Roman"/>
              </a:rPr>
              <a:t>Health</a:t>
            </a:r>
            <a:endParaRPr sz="1400" dirty="0">
              <a:latin typeface="Times New Roman"/>
              <a:cs typeface="Times New Roman"/>
            </a:endParaRPr>
          </a:p>
          <a:p>
            <a:pPr marL="18415" marR="6985" indent="-6350">
              <a:lnSpc>
                <a:spcPts val="2090"/>
              </a:lnSpc>
              <a:spcBef>
                <a:spcPts val="150"/>
              </a:spcBef>
            </a:pPr>
            <a:r>
              <a:rPr sz="1200" spc="-5" dirty="0">
                <a:latin typeface="Times New Roman"/>
                <a:cs typeface="Times New Roman"/>
              </a:rPr>
              <a:t>While</a:t>
            </a:r>
            <a:r>
              <a:rPr sz="1200" spc="15" dirty="0">
                <a:latin typeface="Times New Roman"/>
                <a:cs typeface="Times New Roman"/>
              </a:rPr>
              <a:t> </a:t>
            </a:r>
            <a:r>
              <a:rPr sz="1200" spc="-5" dirty="0">
                <a:latin typeface="Times New Roman"/>
                <a:cs typeface="Times New Roman"/>
              </a:rPr>
              <a:t>teenagers</a:t>
            </a:r>
            <a:r>
              <a:rPr sz="1200" spc="25"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spc="-5" dirty="0">
                <a:latin typeface="Times New Roman"/>
                <a:cs typeface="Times New Roman"/>
              </a:rPr>
              <a:t>generally </a:t>
            </a:r>
            <a:r>
              <a:rPr sz="1200" dirty="0">
                <a:latin typeface="Times New Roman"/>
                <a:cs typeface="Times New Roman"/>
              </a:rPr>
              <a:t>aware</a:t>
            </a:r>
            <a:r>
              <a:rPr sz="1200" spc="20"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dirty="0">
                <a:latin typeface="Times New Roman"/>
                <a:cs typeface="Times New Roman"/>
              </a:rPr>
              <a:t>privacy </a:t>
            </a:r>
            <a:r>
              <a:rPr sz="1200" spc="-5" dirty="0">
                <a:latin typeface="Times New Roman"/>
                <a:cs typeface="Times New Roman"/>
              </a:rPr>
              <a:t>issues</a:t>
            </a:r>
            <a:r>
              <a:rPr sz="1200" spc="25" dirty="0">
                <a:latin typeface="Times New Roman"/>
                <a:cs typeface="Times New Roman"/>
              </a:rPr>
              <a:t> </a:t>
            </a:r>
            <a:r>
              <a:rPr sz="1200" spc="-5" dirty="0">
                <a:latin typeface="Times New Roman"/>
                <a:cs typeface="Times New Roman"/>
              </a:rPr>
              <a:t>related</a:t>
            </a:r>
            <a:r>
              <a:rPr sz="1200" spc="15" dirty="0">
                <a:latin typeface="Times New Roman"/>
                <a:cs typeface="Times New Roman"/>
              </a:rPr>
              <a:t> </a:t>
            </a:r>
            <a:r>
              <a:rPr sz="1200" spc="-5" dirty="0">
                <a:latin typeface="Times New Roman"/>
                <a:cs typeface="Times New Roman"/>
              </a:rPr>
              <a:t>to</a:t>
            </a:r>
            <a:r>
              <a:rPr sz="1200" spc="30" dirty="0">
                <a:latin typeface="Times New Roman"/>
                <a:cs typeface="Times New Roman"/>
              </a:rPr>
              <a:t> </a:t>
            </a:r>
            <a:r>
              <a:rPr sz="1200" spc="-5" dirty="0">
                <a:latin typeface="Times New Roman"/>
                <a:cs typeface="Times New Roman"/>
              </a:rPr>
              <a:t>their</a:t>
            </a:r>
            <a:r>
              <a:rPr sz="1200" spc="20" dirty="0">
                <a:latin typeface="Times New Roman"/>
                <a:cs typeface="Times New Roman"/>
              </a:rPr>
              <a:t> </a:t>
            </a:r>
            <a:r>
              <a:rPr sz="1200" spc="-5" dirty="0">
                <a:latin typeface="Times New Roman"/>
                <a:cs typeface="Times New Roman"/>
              </a:rPr>
              <a:t>online</a:t>
            </a:r>
            <a:r>
              <a:rPr sz="1200" spc="15" dirty="0">
                <a:latin typeface="Times New Roman"/>
                <a:cs typeface="Times New Roman"/>
              </a:rPr>
              <a:t> </a:t>
            </a:r>
            <a:r>
              <a:rPr sz="1200" spc="-5" dirty="0">
                <a:latin typeface="Times New Roman"/>
                <a:cs typeface="Times New Roman"/>
              </a:rPr>
              <a:t>activities,</a:t>
            </a:r>
            <a:r>
              <a:rPr sz="1200" spc="25" dirty="0">
                <a:latin typeface="Times New Roman"/>
                <a:cs typeface="Times New Roman"/>
              </a:rPr>
              <a:t> </a:t>
            </a:r>
            <a:r>
              <a:rPr sz="1200" spc="-5" dirty="0">
                <a:latin typeface="Times New Roman"/>
                <a:cs typeface="Times New Roman"/>
              </a:rPr>
              <a:t>their</a:t>
            </a:r>
            <a:r>
              <a:rPr sz="1200" spc="25" dirty="0">
                <a:latin typeface="Times New Roman"/>
                <a:cs typeface="Times New Roman"/>
              </a:rPr>
              <a:t> </a:t>
            </a:r>
            <a:r>
              <a:rPr sz="1200" spc="-5" dirty="0">
                <a:latin typeface="Times New Roman"/>
                <a:cs typeface="Times New Roman"/>
              </a:rPr>
              <a:t>understanding </a:t>
            </a:r>
            <a:r>
              <a:rPr sz="1200" spc="-285" dirty="0">
                <a:latin typeface="Times New Roman"/>
                <a:cs typeface="Times New Roman"/>
              </a:rPr>
              <a:t> </a:t>
            </a:r>
            <a:r>
              <a:rPr sz="1200" spc="-5" dirty="0">
                <a:latin typeface="Times New Roman"/>
                <a:cs typeface="Times New Roman"/>
              </a:rPr>
              <a:t>of</a:t>
            </a:r>
            <a:r>
              <a:rPr sz="1200" spc="-65" dirty="0">
                <a:latin typeface="Times New Roman"/>
                <a:cs typeface="Times New Roman"/>
              </a:rPr>
              <a:t> </a:t>
            </a:r>
            <a:r>
              <a:rPr sz="1200" spc="-5" dirty="0">
                <a:latin typeface="Times New Roman"/>
                <a:cs typeface="Times New Roman"/>
              </a:rPr>
              <a:t>the</a:t>
            </a:r>
            <a:r>
              <a:rPr sz="1200" spc="-65" dirty="0">
                <a:latin typeface="Times New Roman"/>
                <a:cs typeface="Times New Roman"/>
              </a:rPr>
              <a:t> </a:t>
            </a:r>
            <a:r>
              <a:rPr sz="1200" spc="-5" dirty="0">
                <a:latin typeface="Times New Roman"/>
                <a:cs typeface="Times New Roman"/>
              </a:rPr>
              <a:t>full</a:t>
            </a:r>
            <a:r>
              <a:rPr sz="1200" spc="-55" dirty="0">
                <a:latin typeface="Times New Roman"/>
                <a:cs typeface="Times New Roman"/>
              </a:rPr>
              <a:t> </a:t>
            </a:r>
            <a:r>
              <a:rPr sz="1200" spc="-5" dirty="0">
                <a:latin typeface="Times New Roman"/>
                <a:cs typeface="Times New Roman"/>
              </a:rPr>
              <a:t>implications</a:t>
            </a:r>
            <a:r>
              <a:rPr sz="1200" spc="-65" dirty="0">
                <a:latin typeface="Times New Roman"/>
                <a:cs typeface="Times New Roman"/>
              </a:rPr>
              <a:t> </a:t>
            </a:r>
            <a:r>
              <a:rPr sz="1200" spc="-5" dirty="0">
                <a:latin typeface="Times New Roman"/>
                <a:cs typeface="Times New Roman"/>
              </a:rPr>
              <a:t>is</a:t>
            </a:r>
            <a:r>
              <a:rPr sz="1200" spc="-65" dirty="0">
                <a:latin typeface="Times New Roman"/>
                <a:cs typeface="Times New Roman"/>
              </a:rPr>
              <a:t> </a:t>
            </a:r>
            <a:r>
              <a:rPr sz="1200" spc="-5" dirty="0">
                <a:latin typeface="Times New Roman"/>
                <a:cs typeface="Times New Roman"/>
              </a:rPr>
              <a:t>often</a:t>
            </a:r>
            <a:r>
              <a:rPr sz="1200" spc="-65" dirty="0">
                <a:latin typeface="Times New Roman"/>
                <a:cs typeface="Times New Roman"/>
              </a:rPr>
              <a:t> </a:t>
            </a:r>
            <a:r>
              <a:rPr sz="1200" spc="-5" dirty="0">
                <a:latin typeface="Times New Roman"/>
                <a:cs typeface="Times New Roman"/>
              </a:rPr>
              <a:t>limited.</a:t>
            </a:r>
            <a:r>
              <a:rPr sz="1200" spc="-125" dirty="0">
                <a:latin typeface="Times New Roman"/>
                <a:cs typeface="Times New Roman"/>
              </a:rPr>
              <a:t> </a:t>
            </a:r>
            <a:r>
              <a:rPr sz="1200" spc="-5" dirty="0">
                <a:latin typeface="Times New Roman"/>
                <a:cs typeface="Times New Roman"/>
              </a:rPr>
              <a:t>As</a:t>
            </a:r>
            <a:r>
              <a:rPr sz="1200" spc="-65" dirty="0">
                <a:latin typeface="Times New Roman"/>
                <a:cs typeface="Times New Roman"/>
              </a:rPr>
              <a:t> </a:t>
            </a:r>
            <a:r>
              <a:rPr sz="1200" spc="-5" dirty="0">
                <a:latin typeface="Times New Roman"/>
                <a:cs typeface="Times New Roman"/>
              </a:rPr>
              <a:t>a</a:t>
            </a:r>
            <a:r>
              <a:rPr sz="1200" spc="-70" dirty="0">
                <a:latin typeface="Times New Roman"/>
                <a:cs typeface="Times New Roman"/>
              </a:rPr>
              <a:t> </a:t>
            </a:r>
            <a:r>
              <a:rPr sz="1200" spc="-5" dirty="0">
                <a:latin typeface="Times New Roman"/>
                <a:cs typeface="Times New Roman"/>
              </a:rPr>
              <a:t>result,</a:t>
            </a:r>
            <a:r>
              <a:rPr sz="1200" spc="-60" dirty="0">
                <a:latin typeface="Times New Roman"/>
                <a:cs typeface="Times New Roman"/>
              </a:rPr>
              <a:t> </a:t>
            </a:r>
            <a:r>
              <a:rPr sz="1200" dirty="0">
                <a:latin typeface="Times New Roman"/>
                <a:cs typeface="Times New Roman"/>
              </a:rPr>
              <a:t>security</a:t>
            </a:r>
            <a:r>
              <a:rPr sz="1200" spc="-85" dirty="0">
                <a:latin typeface="Times New Roman"/>
                <a:cs typeface="Times New Roman"/>
              </a:rPr>
              <a:t> </a:t>
            </a:r>
            <a:r>
              <a:rPr sz="1200" spc="-5" dirty="0">
                <a:latin typeface="Times New Roman"/>
                <a:cs typeface="Times New Roman"/>
              </a:rPr>
              <a:t>features</a:t>
            </a:r>
            <a:r>
              <a:rPr sz="1200" spc="-55" dirty="0">
                <a:latin typeface="Times New Roman"/>
                <a:cs typeface="Times New Roman"/>
              </a:rPr>
              <a:t> </a:t>
            </a:r>
            <a:r>
              <a:rPr sz="1200" spc="-5" dirty="0">
                <a:latin typeface="Times New Roman"/>
                <a:cs typeface="Times New Roman"/>
              </a:rPr>
              <a:t>such</a:t>
            </a:r>
            <a:r>
              <a:rPr sz="1200" spc="-65" dirty="0">
                <a:latin typeface="Times New Roman"/>
                <a:cs typeface="Times New Roman"/>
              </a:rPr>
              <a:t> </a:t>
            </a:r>
            <a:r>
              <a:rPr sz="1200" spc="-5" dirty="0">
                <a:latin typeface="Times New Roman"/>
                <a:cs typeface="Times New Roman"/>
              </a:rPr>
              <a:t>as</a:t>
            </a:r>
            <a:r>
              <a:rPr sz="1200" spc="-65" dirty="0">
                <a:latin typeface="Times New Roman"/>
                <a:cs typeface="Times New Roman"/>
              </a:rPr>
              <a:t> </a:t>
            </a:r>
            <a:r>
              <a:rPr sz="1200" dirty="0">
                <a:latin typeface="Times New Roman"/>
                <a:cs typeface="Times New Roman"/>
              </a:rPr>
              <a:t>fingerprint</a:t>
            </a:r>
            <a:r>
              <a:rPr sz="1200" spc="-55" dirty="0">
                <a:latin typeface="Times New Roman"/>
                <a:cs typeface="Times New Roman"/>
              </a:rPr>
              <a:t> </a:t>
            </a:r>
            <a:r>
              <a:rPr sz="1200" spc="-5" dirty="0">
                <a:latin typeface="Times New Roman"/>
                <a:cs typeface="Times New Roman"/>
              </a:rPr>
              <a:t>or</a:t>
            </a:r>
            <a:r>
              <a:rPr sz="1200" spc="-65" dirty="0">
                <a:latin typeface="Times New Roman"/>
                <a:cs typeface="Times New Roman"/>
              </a:rPr>
              <a:t> </a:t>
            </a:r>
            <a:r>
              <a:rPr sz="1200" spc="-5" dirty="0">
                <a:latin typeface="Times New Roman"/>
                <a:cs typeface="Times New Roman"/>
              </a:rPr>
              <a:t>facial</a:t>
            </a:r>
            <a:r>
              <a:rPr sz="1200" spc="-55" dirty="0">
                <a:latin typeface="Times New Roman"/>
                <a:cs typeface="Times New Roman"/>
              </a:rPr>
              <a:t> </a:t>
            </a:r>
            <a:r>
              <a:rPr sz="1200" spc="-5" dirty="0">
                <a:latin typeface="Times New Roman"/>
                <a:cs typeface="Times New Roman"/>
              </a:rPr>
              <a:t>recognition,</a:t>
            </a:r>
            <a:endParaRPr sz="1200" dirty="0">
              <a:latin typeface="Times New Roman"/>
              <a:cs typeface="Times New Roman"/>
            </a:endParaRPr>
          </a:p>
          <a:p>
            <a:pPr marL="18415" marR="12700">
              <a:lnSpc>
                <a:spcPts val="2090"/>
              </a:lnSpc>
            </a:pPr>
            <a:r>
              <a:rPr sz="1200" spc="-5" dirty="0">
                <a:latin typeface="Times New Roman"/>
                <a:cs typeface="Times New Roman"/>
              </a:rPr>
              <a:t>app</a:t>
            </a:r>
            <a:r>
              <a:rPr sz="1200" spc="15" dirty="0">
                <a:latin typeface="Times New Roman"/>
                <a:cs typeface="Times New Roman"/>
              </a:rPr>
              <a:t> </a:t>
            </a:r>
            <a:r>
              <a:rPr sz="1200" spc="-5" dirty="0">
                <a:latin typeface="Times New Roman"/>
                <a:cs typeface="Times New Roman"/>
              </a:rPr>
              <a:t>locks</a:t>
            </a:r>
            <a:r>
              <a:rPr lang="en-US" sz="1200" spc="-5" dirty="0">
                <a:latin typeface="Times New Roman"/>
                <a:cs typeface="Times New Roman"/>
              </a:rPr>
              <a:t>.</a:t>
            </a:r>
            <a:endParaRPr sz="1200" dirty="0">
              <a:latin typeface="Times New Roman"/>
              <a:cs typeface="Times New Roman"/>
            </a:endParaRPr>
          </a:p>
        </p:txBody>
      </p:sp>
      <p:sp>
        <p:nvSpPr>
          <p:cNvPr id="3" name="object 3"/>
          <p:cNvSpPr txBox="1">
            <a:spLocks noGrp="1"/>
          </p:cNvSpPr>
          <p:nvPr>
            <p:ph type="ftr" sz="quarter" idx="5"/>
          </p:nvPr>
        </p:nvSpPr>
        <p:spPr>
          <a:xfrm>
            <a:off x="1412875" y="10229850"/>
            <a:ext cx="4743450" cy="180975"/>
          </a:xfrm>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4" name="TextBox 3">
            <a:extLst>
              <a:ext uri="{FF2B5EF4-FFF2-40B4-BE49-F238E27FC236}">
                <a16:creationId xmlns:a16="http://schemas.microsoft.com/office/drawing/2014/main" id="{94766F86-3B83-3F54-3521-AE26CF1C4008}"/>
              </a:ext>
            </a:extLst>
          </p:cNvPr>
          <p:cNvSpPr txBox="1"/>
          <p:nvPr/>
        </p:nvSpPr>
        <p:spPr>
          <a:xfrm>
            <a:off x="3615323" y="994912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10</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24442" y="1466850"/>
            <a:ext cx="3058795"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ACTIVITY</a:t>
            </a:r>
            <a:r>
              <a:rPr sz="1200" b="1" spc="-55" dirty="0">
                <a:latin typeface="Times New Roman"/>
                <a:cs typeface="Times New Roman"/>
              </a:rPr>
              <a:t> </a:t>
            </a:r>
            <a:r>
              <a:rPr sz="1200" b="1" spc="-5" dirty="0">
                <a:latin typeface="Times New Roman"/>
                <a:cs typeface="Times New Roman"/>
              </a:rPr>
              <a:t>LOG</a:t>
            </a:r>
            <a:r>
              <a:rPr sz="1200" b="1" dirty="0">
                <a:latin typeface="Times New Roman"/>
                <a:cs typeface="Times New Roman"/>
              </a:rPr>
              <a:t> </a:t>
            </a:r>
            <a:r>
              <a:rPr sz="1200" b="1" spc="-5" dirty="0">
                <a:latin typeface="Times New Roman"/>
                <a:cs typeface="Times New Roman"/>
              </a:rPr>
              <a:t>FOR</a:t>
            </a:r>
            <a:r>
              <a:rPr sz="1200" b="1" spc="-20" dirty="0">
                <a:latin typeface="Times New Roman"/>
                <a:cs typeface="Times New Roman"/>
              </a:rPr>
              <a:t> </a:t>
            </a:r>
            <a:r>
              <a:rPr sz="1200" b="1" spc="-5" dirty="0">
                <a:latin typeface="Times New Roman"/>
                <a:cs typeface="Times New Roman"/>
              </a:rPr>
              <a:t>THE</a:t>
            </a:r>
            <a:r>
              <a:rPr sz="1200" b="1" dirty="0">
                <a:latin typeface="Times New Roman"/>
                <a:cs typeface="Times New Roman"/>
              </a:rPr>
              <a:t> </a:t>
            </a:r>
            <a:r>
              <a:rPr sz="1200" b="1" spc="-5" dirty="0">
                <a:latin typeface="Times New Roman"/>
                <a:cs typeface="Times New Roman"/>
              </a:rPr>
              <a:t>SECOND</a:t>
            </a:r>
            <a:r>
              <a:rPr sz="1200" b="1" spc="-30" dirty="0">
                <a:latin typeface="Times New Roman"/>
                <a:cs typeface="Times New Roman"/>
              </a:rPr>
              <a:t> </a:t>
            </a:r>
            <a:r>
              <a:rPr sz="1200" b="1" spc="-10" dirty="0">
                <a:latin typeface="Times New Roman"/>
                <a:cs typeface="Times New Roman"/>
              </a:rPr>
              <a:t>WEEK</a:t>
            </a:r>
            <a:endParaRPr sz="1200"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graphicFrame>
        <p:nvGraphicFramePr>
          <p:cNvPr id="3" name="object 3"/>
          <p:cNvGraphicFramePr>
            <a:graphicFrameLocks noGrp="1"/>
          </p:cNvGraphicFramePr>
          <p:nvPr>
            <p:extLst>
              <p:ext uri="{D42A27DB-BD31-4B8C-83A1-F6EECF244321}">
                <p14:modId xmlns:p14="http://schemas.microsoft.com/office/powerpoint/2010/main" val="1868232561"/>
              </p:ext>
            </p:extLst>
          </p:nvPr>
        </p:nvGraphicFramePr>
        <p:xfrm>
          <a:off x="584200" y="2076450"/>
          <a:ext cx="6486524" cy="6143574"/>
        </p:xfrm>
        <a:graphic>
          <a:graphicData uri="http://schemas.openxmlformats.org/drawingml/2006/table">
            <a:tbl>
              <a:tblPr firstRow="1" bandRow="1">
                <a:tableStyleId>{2D5ABB26-0587-4C30-8999-92F81FD0307C}</a:tableStyleId>
              </a:tblPr>
              <a:tblGrid>
                <a:gridCol w="901065">
                  <a:extLst>
                    <a:ext uri="{9D8B030D-6E8A-4147-A177-3AD203B41FA5}">
                      <a16:colId xmlns:a16="http://schemas.microsoft.com/office/drawing/2014/main" val="20000"/>
                    </a:ext>
                  </a:extLst>
                </a:gridCol>
                <a:gridCol w="2432050">
                  <a:extLst>
                    <a:ext uri="{9D8B030D-6E8A-4147-A177-3AD203B41FA5}">
                      <a16:colId xmlns:a16="http://schemas.microsoft.com/office/drawing/2014/main" val="20001"/>
                    </a:ext>
                  </a:extLst>
                </a:gridCol>
                <a:gridCol w="2072005">
                  <a:extLst>
                    <a:ext uri="{9D8B030D-6E8A-4147-A177-3AD203B41FA5}">
                      <a16:colId xmlns:a16="http://schemas.microsoft.com/office/drawing/2014/main" val="20002"/>
                    </a:ext>
                  </a:extLst>
                </a:gridCol>
                <a:gridCol w="1081404">
                  <a:extLst>
                    <a:ext uri="{9D8B030D-6E8A-4147-A177-3AD203B41FA5}">
                      <a16:colId xmlns:a16="http://schemas.microsoft.com/office/drawing/2014/main" val="20003"/>
                    </a:ext>
                  </a:extLst>
                </a:gridCol>
              </a:tblGrid>
              <a:tr h="810881">
                <a:tc>
                  <a:txBody>
                    <a:bodyPr/>
                    <a:lstStyle/>
                    <a:p>
                      <a:pPr marL="215900" marR="208279" indent="103505">
                        <a:lnSpc>
                          <a:spcPct val="144200"/>
                        </a:lnSpc>
                        <a:spcBef>
                          <a:spcPts val="860"/>
                        </a:spcBef>
                      </a:pPr>
                      <a:r>
                        <a:rPr sz="1200" b="1" spc="-5" dirty="0">
                          <a:latin typeface="Times New Roman"/>
                          <a:cs typeface="Times New Roman"/>
                        </a:rPr>
                        <a:t>Day </a:t>
                      </a:r>
                      <a:r>
                        <a:rPr sz="1200" b="1" dirty="0">
                          <a:latin typeface="Times New Roman"/>
                          <a:cs typeface="Times New Roman"/>
                        </a:rPr>
                        <a:t> &amp;</a:t>
                      </a:r>
                      <a:r>
                        <a:rPr sz="1200" b="1" spc="-5" dirty="0">
                          <a:latin typeface="Times New Roman"/>
                          <a:cs typeface="Times New Roman"/>
                        </a:rPr>
                        <a:t> </a:t>
                      </a:r>
                      <a:r>
                        <a:rPr sz="1200" b="1" dirty="0">
                          <a:latin typeface="Times New Roman"/>
                          <a:cs typeface="Times New Roman"/>
                        </a:rPr>
                        <a:t>Da</a:t>
                      </a:r>
                      <a:r>
                        <a:rPr sz="1200" b="1" spc="-5" dirty="0">
                          <a:latin typeface="Times New Roman"/>
                          <a:cs typeface="Times New Roman"/>
                        </a:rPr>
                        <a:t>t</a:t>
                      </a:r>
                      <a:r>
                        <a:rPr sz="1200" b="1" dirty="0">
                          <a:latin typeface="Times New Roman"/>
                          <a:cs typeface="Times New Roman"/>
                        </a:rPr>
                        <a:t>e</a:t>
                      </a:r>
                      <a:endParaRPr sz="1200" dirty="0">
                        <a:latin typeface="Times New Roman"/>
                        <a:cs typeface="Times New Roman"/>
                      </a:endParaRPr>
                    </a:p>
                  </a:txBody>
                  <a:tcPr marL="0" marR="0" marT="1092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82880" marR="791845" indent="-79375">
                        <a:lnSpc>
                          <a:spcPct val="145000"/>
                        </a:lnSpc>
                        <a:spcBef>
                          <a:spcPts val="705"/>
                        </a:spcBef>
                      </a:pPr>
                      <a:r>
                        <a:rPr sz="1200" b="1" spc="-5" dirty="0">
                          <a:latin typeface="Times New Roman"/>
                          <a:cs typeface="Times New Roman"/>
                        </a:rPr>
                        <a:t>Brief Description of</a:t>
                      </a:r>
                      <a:r>
                        <a:rPr sz="1200" b="1" dirty="0">
                          <a:latin typeface="Times New Roman"/>
                          <a:cs typeface="Times New Roman"/>
                        </a:rPr>
                        <a:t> </a:t>
                      </a:r>
                      <a:r>
                        <a:rPr sz="1200" b="1" spc="-5" dirty="0">
                          <a:latin typeface="Times New Roman"/>
                          <a:cs typeface="Times New Roman"/>
                        </a:rPr>
                        <a:t>the </a:t>
                      </a:r>
                      <a:r>
                        <a:rPr sz="1200" b="1" spc="-285" dirty="0">
                          <a:latin typeface="Times New Roman"/>
                          <a:cs typeface="Times New Roman"/>
                        </a:rPr>
                        <a:t> </a:t>
                      </a:r>
                      <a:r>
                        <a:rPr sz="1200" b="1" dirty="0">
                          <a:latin typeface="Times New Roman"/>
                          <a:cs typeface="Times New Roman"/>
                        </a:rPr>
                        <a:t>Daily</a:t>
                      </a:r>
                      <a:r>
                        <a:rPr sz="1200" b="1" spc="-70" dirty="0">
                          <a:latin typeface="Times New Roman"/>
                          <a:cs typeface="Times New Roman"/>
                        </a:rPr>
                        <a:t> </a:t>
                      </a:r>
                      <a:r>
                        <a:rPr sz="1200" b="1" dirty="0">
                          <a:latin typeface="Times New Roman"/>
                          <a:cs typeface="Times New Roman"/>
                        </a:rPr>
                        <a:t>Activity</a:t>
                      </a:r>
                      <a:endParaRPr sz="1200" dirty="0">
                        <a:latin typeface="Times New Roman"/>
                        <a:cs typeface="Times New Roman"/>
                      </a:endParaRPr>
                    </a:p>
                  </a:txBody>
                  <a:tcPr marL="0" marR="0" marT="895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82880">
                        <a:lnSpc>
                          <a:spcPct val="100000"/>
                        </a:lnSpc>
                        <a:spcBef>
                          <a:spcPts val="10"/>
                        </a:spcBef>
                      </a:pPr>
                      <a:r>
                        <a:rPr sz="1200" b="1" spc="-5" dirty="0">
                          <a:latin typeface="Times New Roman"/>
                          <a:cs typeface="Times New Roman"/>
                        </a:rPr>
                        <a:t>Learning</a:t>
                      </a:r>
                      <a:r>
                        <a:rPr sz="1200" b="1" spc="-20" dirty="0">
                          <a:latin typeface="Times New Roman"/>
                          <a:cs typeface="Times New Roman"/>
                        </a:rPr>
                        <a:t> </a:t>
                      </a:r>
                      <a:r>
                        <a:rPr sz="1200" b="1" spc="-5" dirty="0">
                          <a:latin typeface="Times New Roman"/>
                          <a:cs typeface="Times New Roman"/>
                        </a:rPr>
                        <a:t>Outcome</a:t>
                      </a:r>
                      <a:r>
                        <a:rPr sz="1200" b="1" spc="-25" dirty="0">
                          <a:latin typeface="Times New Roman"/>
                          <a:cs typeface="Times New Roman"/>
                        </a:rPr>
                        <a:t> </a:t>
                      </a:r>
                      <a:r>
                        <a:rPr sz="1200" b="1" spc="-5" dirty="0">
                          <a:latin typeface="Times New Roman"/>
                          <a:cs typeface="Times New Roman"/>
                        </a:rPr>
                        <a:t>Person</a:t>
                      </a:r>
                      <a:endParaRPr sz="1200">
                        <a:latin typeface="Times New Roman"/>
                        <a:cs typeface="Times New Roman"/>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50">
                        <a:latin typeface="Times New Roman"/>
                        <a:cs typeface="Times New Roman"/>
                      </a:endParaRPr>
                    </a:p>
                    <a:p>
                      <a:pPr marL="214629" marR="225425" indent="-1905">
                        <a:lnSpc>
                          <a:spcPct val="143400"/>
                        </a:lnSpc>
                      </a:pPr>
                      <a:r>
                        <a:rPr sz="1200" b="1" dirty="0">
                          <a:latin typeface="Times New Roman"/>
                          <a:cs typeface="Times New Roman"/>
                        </a:rPr>
                        <a:t>I</a:t>
                      </a:r>
                      <a:r>
                        <a:rPr sz="1200" b="1" spc="10" dirty="0">
                          <a:latin typeface="Times New Roman"/>
                          <a:cs typeface="Times New Roman"/>
                        </a:rPr>
                        <a:t>n</a:t>
                      </a:r>
                      <a:r>
                        <a:rPr sz="1200" b="1" dirty="0">
                          <a:latin typeface="Times New Roman"/>
                          <a:cs typeface="Times New Roman"/>
                        </a:rPr>
                        <a:t>-</a:t>
                      </a:r>
                      <a:r>
                        <a:rPr sz="1200" b="1" spc="-5" dirty="0">
                          <a:latin typeface="Times New Roman"/>
                          <a:cs typeface="Times New Roman"/>
                        </a:rPr>
                        <a:t>c</a:t>
                      </a:r>
                      <a:r>
                        <a:rPr sz="1200" b="1" dirty="0">
                          <a:latin typeface="Times New Roman"/>
                          <a:cs typeface="Times New Roman"/>
                        </a:rPr>
                        <a:t>harge  </a:t>
                      </a:r>
                      <a:r>
                        <a:rPr sz="1200" b="1" spc="5" dirty="0">
                          <a:latin typeface="Times New Roman"/>
                          <a:cs typeface="Times New Roman"/>
                        </a:rPr>
                        <a:t>S</a:t>
                      </a:r>
                      <a:r>
                        <a:rPr sz="1200" b="1" dirty="0">
                          <a:latin typeface="Times New Roman"/>
                          <a:cs typeface="Times New Roman"/>
                        </a:rPr>
                        <a:t>ig</a:t>
                      </a:r>
                      <a:r>
                        <a:rPr sz="1200" b="1" spc="10" dirty="0">
                          <a:latin typeface="Times New Roman"/>
                          <a:cs typeface="Times New Roman"/>
                        </a:rPr>
                        <a:t>n</a:t>
                      </a:r>
                      <a:r>
                        <a:rPr sz="1200" b="1" dirty="0">
                          <a:latin typeface="Times New Roman"/>
                          <a:cs typeface="Times New Roman"/>
                        </a:rPr>
                        <a:t>atu</a:t>
                      </a:r>
                      <a:r>
                        <a:rPr sz="1200" b="1" spc="-30" dirty="0">
                          <a:latin typeface="Times New Roman"/>
                          <a:cs typeface="Times New Roman"/>
                        </a:rPr>
                        <a:t>r</a:t>
                      </a:r>
                      <a:r>
                        <a:rPr sz="1200" b="1" dirty="0">
                          <a:latin typeface="Times New Roman"/>
                          <a:cs typeface="Times New Roman"/>
                        </a:rPr>
                        <a:t>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41743">
                <a:tc>
                  <a:txBody>
                    <a:bodyPr/>
                    <a:lstStyle/>
                    <a:p>
                      <a:pPr>
                        <a:lnSpc>
                          <a:spcPct val="100000"/>
                        </a:lnSpc>
                      </a:pPr>
                      <a:endParaRPr sz="1300">
                        <a:latin typeface="Times New Roman"/>
                        <a:cs typeface="Times New Roman"/>
                      </a:endParaRPr>
                    </a:p>
                    <a:p>
                      <a:pPr>
                        <a:lnSpc>
                          <a:spcPct val="100000"/>
                        </a:lnSpc>
                        <a:spcBef>
                          <a:spcPts val="55"/>
                        </a:spcBef>
                      </a:pPr>
                      <a:endParaRPr sz="1250">
                        <a:latin typeface="Times New Roman"/>
                        <a:cs typeface="Times New Roman"/>
                      </a:endParaRPr>
                    </a:p>
                    <a:p>
                      <a:pPr marR="227329" algn="r">
                        <a:lnSpc>
                          <a:spcPct val="100000"/>
                        </a:lnSpc>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–1</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dirty="0">
                        <a:latin typeface="Times New Roman"/>
                        <a:cs typeface="Times New Roman"/>
                      </a:endParaRPr>
                    </a:p>
                    <a:p>
                      <a:pPr marL="734695" marR="168910" indent="-503555">
                        <a:lnSpc>
                          <a:spcPct val="103299"/>
                        </a:lnSpc>
                      </a:pPr>
                      <a:r>
                        <a:rPr sz="1200" spc="-5" dirty="0">
                          <a:latin typeface="Times New Roman"/>
                          <a:cs typeface="Times New Roman"/>
                        </a:rPr>
                        <a:t>Collect the information </a:t>
                      </a:r>
                      <a:r>
                        <a:rPr sz="1200" dirty="0">
                          <a:latin typeface="Times New Roman"/>
                          <a:cs typeface="Times New Roman"/>
                        </a:rPr>
                        <a:t>about </a:t>
                      </a:r>
                      <a:r>
                        <a:rPr sz="1200" spc="-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young</a:t>
                      </a:r>
                      <a:r>
                        <a:rPr sz="1200" spc="-15" dirty="0">
                          <a:latin typeface="Times New Roman"/>
                          <a:cs typeface="Times New Roman"/>
                        </a:rPr>
                        <a:t> </a:t>
                      </a:r>
                      <a:r>
                        <a:rPr sz="1200" spc="-5" dirty="0">
                          <a:latin typeface="Times New Roman"/>
                          <a:cs typeface="Times New Roman"/>
                        </a:rPr>
                        <a:t>members.</a:t>
                      </a:r>
                      <a:endParaRPr sz="1200" dirty="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0"/>
                        </a:spcBef>
                      </a:pPr>
                      <a:endParaRPr sz="1350" dirty="0">
                        <a:latin typeface="Times New Roman"/>
                        <a:cs typeface="Times New Roman"/>
                      </a:endParaRPr>
                    </a:p>
                    <a:p>
                      <a:pPr marL="812165" marR="200025" indent="-549275">
                        <a:lnSpc>
                          <a:spcPts val="1360"/>
                        </a:lnSpc>
                      </a:pPr>
                      <a:r>
                        <a:rPr sz="1200" spc="-5" dirty="0">
                          <a:latin typeface="Times New Roman"/>
                          <a:cs typeface="Times New Roman"/>
                        </a:rPr>
                        <a:t>Known</a:t>
                      </a:r>
                      <a:r>
                        <a:rPr sz="1200" spc="-15" dirty="0">
                          <a:latin typeface="Times New Roman"/>
                          <a:cs typeface="Times New Roman"/>
                        </a:rPr>
                        <a:t> </a:t>
                      </a:r>
                      <a:r>
                        <a:rPr sz="1200" spc="-5" dirty="0">
                          <a:latin typeface="Times New Roman"/>
                          <a:cs typeface="Times New Roman"/>
                        </a:rPr>
                        <a:t>about</a:t>
                      </a:r>
                      <a:r>
                        <a:rPr sz="1200" spc="-15" dirty="0">
                          <a:latin typeface="Times New Roman"/>
                          <a:cs typeface="Times New Roman"/>
                        </a:rPr>
                        <a:t> </a:t>
                      </a:r>
                      <a:r>
                        <a:rPr sz="1200" spc="-5" dirty="0">
                          <a:latin typeface="Times New Roman"/>
                          <a:cs typeface="Times New Roman"/>
                        </a:rPr>
                        <a:t>the</a:t>
                      </a:r>
                      <a:r>
                        <a:rPr sz="1200" spc="-15" dirty="0">
                          <a:latin typeface="Times New Roman"/>
                          <a:cs typeface="Times New Roman"/>
                        </a:rPr>
                        <a:t> </a:t>
                      </a:r>
                      <a:r>
                        <a:rPr sz="1200" dirty="0">
                          <a:latin typeface="Times New Roman"/>
                          <a:cs typeface="Times New Roman"/>
                        </a:rPr>
                        <a:t>usage</a:t>
                      </a:r>
                      <a:r>
                        <a:rPr sz="1200" spc="-20" dirty="0">
                          <a:latin typeface="Times New Roman"/>
                          <a:cs typeface="Times New Roman"/>
                        </a:rPr>
                        <a:t> </a:t>
                      </a:r>
                      <a:r>
                        <a:rPr sz="1200" dirty="0">
                          <a:latin typeface="Times New Roman"/>
                          <a:cs typeface="Times New Roman"/>
                        </a:rPr>
                        <a:t>of </a:t>
                      </a:r>
                      <a:r>
                        <a:rPr sz="1200" spc="-285" dirty="0">
                          <a:latin typeface="Times New Roman"/>
                          <a:cs typeface="Times New Roman"/>
                        </a:rPr>
                        <a:t> </a:t>
                      </a:r>
                      <a:r>
                        <a:rPr sz="1200" spc="-5" dirty="0">
                          <a:latin typeface="Times New Roman"/>
                          <a:cs typeface="Times New Roman"/>
                        </a:rPr>
                        <a:t>android.</a:t>
                      </a:r>
                      <a:endParaRPr sz="1200" dirty="0">
                        <a:latin typeface="Times New Roman"/>
                        <a:cs typeface="Times New Roman"/>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923672">
                <a:tc>
                  <a:txBody>
                    <a:bodyPr/>
                    <a:lstStyle/>
                    <a:p>
                      <a:pPr>
                        <a:lnSpc>
                          <a:spcPct val="100000"/>
                        </a:lnSpc>
                      </a:pPr>
                      <a:endParaRPr sz="1300">
                        <a:latin typeface="Times New Roman"/>
                        <a:cs typeface="Times New Roman"/>
                      </a:endParaRPr>
                    </a:p>
                    <a:p>
                      <a:pPr>
                        <a:lnSpc>
                          <a:spcPct val="100000"/>
                        </a:lnSpc>
                        <a:spcBef>
                          <a:spcPts val="55"/>
                        </a:spcBef>
                      </a:pPr>
                      <a:endParaRPr sz="1250">
                        <a:latin typeface="Times New Roman"/>
                        <a:cs typeface="Times New Roman"/>
                      </a:endParaRPr>
                    </a:p>
                    <a:p>
                      <a:pPr marR="243840" algn="r">
                        <a:lnSpc>
                          <a:spcPct val="100000"/>
                        </a:lnSpc>
                      </a:pPr>
                      <a:r>
                        <a:rPr sz="1200" b="1" spc="-5" dirty="0">
                          <a:latin typeface="Times New Roman"/>
                          <a:cs typeface="Times New Roman"/>
                        </a:rPr>
                        <a:t>Day</a:t>
                      </a:r>
                      <a:r>
                        <a:rPr sz="1200" b="1" spc="-35" dirty="0">
                          <a:latin typeface="Times New Roman"/>
                          <a:cs typeface="Times New Roman"/>
                        </a:rPr>
                        <a:t> </a:t>
                      </a:r>
                      <a:r>
                        <a:rPr sz="1200" b="1" spc="-5" dirty="0">
                          <a:latin typeface="Times New Roman"/>
                          <a:cs typeface="Times New Roman"/>
                        </a:rPr>
                        <a:t>-</a:t>
                      </a:r>
                      <a:r>
                        <a:rPr sz="1200" b="1" spc="-30" dirty="0">
                          <a:latin typeface="Times New Roman"/>
                          <a:cs typeface="Times New Roman"/>
                        </a:rPr>
                        <a:t> </a:t>
                      </a:r>
                      <a:r>
                        <a:rPr sz="1200" b="1" spc="-5" dirty="0">
                          <a:latin typeface="Times New Roman"/>
                          <a:cs typeface="Times New Roman"/>
                        </a:rPr>
                        <a:t>2</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dirty="0">
                        <a:latin typeface="Times New Roman"/>
                        <a:cs typeface="Times New Roman"/>
                      </a:endParaRPr>
                    </a:p>
                    <a:p>
                      <a:pPr marL="865505" marR="545465" indent="-610235">
                        <a:lnSpc>
                          <a:spcPct val="103299"/>
                        </a:lnSpc>
                      </a:pPr>
                      <a:r>
                        <a:rPr sz="1200" spc="-5" dirty="0">
                          <a:latin typeface="Times New Roman"/>
                          <a:cs typeface="Times New Roman"/>
                        </a:rPr>
                        <a:t>Met</a:t>
                      </a:r>
                      <a:r>
                        <a:rPr sz="1200" spc="-20" dirty="0">
                          <a:latin typeface="Times New Roman"/>
                          <a:cs typeface="Times New Roman"/>
                        </a:rPr>
                        <a:t> </a:t>
                      </a:r>
                      <a:r>
                        <a:rPr sz="1200" spc="-5" dirty="0">
                          <a:latin typeface="Times New Roman"/>
                          <a:cs typeface="Times New Roman"/>
                        </a:rPr>
                        <a:t>the</a:t>
                      </a:r>
                      <a:r>
                        <a:rPr sz="1200" spc="-20" dirty="0">
                          <a:latin typeface="Times New Roman"/>
                          <a:cs typeface="Times New Roman"/>
                        </a:rPr>
                        <a:t> </a:t>
                      </a:r>
                      <a:r>
                        <a:rPr sz="1200" spc="-5" dirty="0">
                          <a:latin typeface="Times New Roman"/>
                          <a:cs typeface="Times New Roman"/>
                        </a:rPr>
                        <a:t>each</a:t>
                      </a:r>
                      <a:r>
                        <a:rPr sz="1200" spc="-10" dirty="0">
                          <a:latin typeface="Times New Roman"/>
                          <a:cs typeface="Times New Roman"/>
                        </a:rPr>
                        <a:t> </a:t>
                      </a:r>
                      <a:r>
                        <a:rPr sz="1200" dirty="0">
                          <a:latin typeface="Times New Roman"/>
                          <a:cs typeface="Times New Roman"/>
                        </a:rPr>
                        <a:t>person</a:t>
                      </a:r>
                      <a:r>
                        <a:rPr sz="1200" spc="-15" dirty="0">
                          <a:latin typeface="Times New Roman"/>
                          <a:cs typeface="Times New Roman"/>
                        </a:rPr>
                        <a:t> </a:t>
                      </a:r>
                      <a:r>
                        <a:rPr sz="1200" spc="-5" dirty="0">
                          <a:latin typeface="Times New Roman"/>
                          <a:cs typeface="Times New Roman"/>
                        </a:rPr>
                        <a:t>in </a:t>
                      </a:r>
                      <a:r>
                        <a:rPr sz="1200" spc="5" dirty="0">
                          <a:latin typeface="Times New Roman"/>
                          <a:cs typeface="Times New Roman"/>
                        </a:rPr>
                        <a:t>my </a:t>
                      </a:r>
                      <a:r>
                        <a:rPr sz="1200" spc="-285" dirty="0">
                          <a:latin typeface="Times New Roman"/>
                          <a:cs typeface="Times New Roman"/>
                        </a:rPr>
                        <a:t> </a:t>
                      </a:r>
                      <a:r>
                        <a:rPr sz="1200" spc="-15" dirty="0">
                          <a:latin typeface="Times New Roman"/>
                          <a:cs typeface="Times New Roman"/>
                        </a:rPr>
                        <a:t>locality.</a:t>
                      </a:r>
                      <a:endParaRPr sz="1200" dirty="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300" dirty="0">
                        <a:latin typeface="Times New Roman"/>
                        <a:cs typeface="Times New Roman"/>
                      </a:endParaRPr>
                    </a:p>
                    <a:p>
                      <a:pPr marL="103505" marR="174625">
                        <a:lnSpc>
                          <a:spcPts val="1420"/>
                        </a:lnSpc>
                      </a:pPr>
                      <a:r>
                        <a:rPr sz="1200" spc="-5" dirty="0">
                          <a:latin typeface="Times New Roman"/>
                          <a:cs typeface="Times New Roman"/>
                        </a:rPr>
                        <a:t>Know about using </a:t>
                      </a:r>
                      <a:r>
                        <a:rPr sz="1200" dirty="0">
                          <a:latin typeface="Times New Roman"/>
                          <a:cs typeface="Times New Roman"/>
                        </a:rPr>
                        <a:t>of </a:t>
                      </a:r>
                      <a:r>
                        <a:rPr sz="1200" spc="-5" dirty="0">
                          <a:latin typeface="Times New Roman"/>
                          <a:cs typeface="Times New Roman"/>
                        </a:rPr>
                        <a:t>android </a:t>
                      </a:r>
                      <a:r>
                        <a:rPr sz="1200" spc="-28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members.</a:t>
                      </a:r>
                      <a:endParaRPr sz="1200" dirty="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20868">
                <a:tc>
                  <a:txBody>
                    <a:bodyPr/>
                    <a:lstStyle/>
                    <a:p>
                      <a:pPr>
                        <a:lnSpc>
                          <a:spcPct val="100000"/>
                        </a:lnSpc>
                      </a:pPr>
                      <a:endParaRPr sz="1300">
                        <a:latin typeface="Times New Roman"/>
                        <a:cs typeface="Times New Roman"/>
                      </a:endParaRPr>
                    </a:p>
                    <a:p>
                      <a:pPr marR="227329" algn="r">
                        <a:lnSpc>
                          <a:spcPct val="100000"/>
                        </a:lnSpc>
                        <a:spcBef>
                          <a:spcPts val="111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–3</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spcBef>
                          <a:spcPts val="30"/>
                        </a:spcBef>
                      </a:pPr>
                      <a:endParaRPr sz="1250" dirty="0">
                        <a:latin typeface="Times New Roman"/>
                        <a:cs typeface="Times New Roman"/>
                      </a:endParaRPr>
                    </a:p>
                    <a:p>
                      <a:pPr marL="103505">
                        <a:lnSpc>
                          <a:spcPct val="100000"/>
                        </a:lnSpc>
                      </a:pPr>
                      <a:r>
                        <a:rPr sz="1200" spc="-5" dirty="0">
                          <a:latin typeface="Times New Roman"/>
                          <a:cs typeface="Times New Roman"/>
                        </a:rPr>
                        <a:t>Note</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each and</a:t>
                      </a:r>
                      <a:r>
                        <a:rPr sz="1200" spc="5" dirty="0">
                          <a:latin typeface="Times New Roman"/>
                          <a:cs typeface="Times New Roman"/>
                        </a:rPr>
                        <a:t> </a:t>
                      </a:r>
                      <a:r>
                        <a:rPr sz="1200" dirty="0">
                          <a:latin typeface="Times New Roman"/>
                          <a:cs typeface="Times New Roman"/>
                        </a:rPr>
                        <a:t>every</a:t>
                      </a:r>
                      <a:r>
                        <a:rPr sz="1200" spc="-25" dirty="0">
                          <a:latin typeface="Times New Roman"/>
                          <a:cs typeface="Times New Roman"/>
                        </a:rPr>
                        <a:t> </a:t>
                      </a:r>
                      <a:r>
                        <a:rPr sz="1200" spc="-5" dirty="0">
                          <a:latin typeface="Times New Roman"/>
                          <a:cs typeface="Times New Roman"/>
                        </a:rPr>
                        <a:t>information.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dirty="0">
                        <a:latin typeface="Times New Roman"/>
                        <a:cs typeface="Times New Roman"/>
                      </a:endParaRPr>
                    </a:p>
                    <a:p>
                      <a:pPr>
                        <a:lnSpc>
                          <a:spcPct val="100000"/>
                        </a:lnSpc>
                      </a:pPr>
                      <a:endParaRPr sz="1250" dirty="0">
                        <a:latin typeface="Times New Roman"/>
                        <a:cs typeface="Times New Roman"/>
                      </a:endParaRPr>
                    </a:p>
                    <a:p>
                      <a:pPr marL="716280" marR="170815" indent="-503555">
                        <a:lnSpc>
                          <a:spcPts val="1370"/>
                        </a:lnSpc>
                        <a:spcBef>
                          <a:spcPts val="5"/>
                        </a:spcBef>
                      </a:pPr>
                      <a:r>
                        <a:rPr sz="1200" spc="-5" dirty="0">
                          <a:latin typeface="Times New Roman"/>
                          <a:cs typeface="Times New Roman"/>
                        </a:rPr>
                        <a:t>Know about which purpose </a:t>
                      </a:r>
                      <a:r>
                        <a:rPr sz="1200" spc="-285" dirty="0">
                          <a:latin typeface="Times New Roman"/>
                          <a:cs typeface="Times New Roman"/>
                        </a:rPr>
                        <a:t> </a:t>
                      </a:r>
                      <a:r>
                        <a:rPr sz="1200" spc="-5" dirty="0">
                          <a:latin typeface="Times New Roman"/>
                          <a:cs typeface="Times New Roman"/>
                        </a:rPr>
                        <a:t>can</a:t>
                      </a:r>
                      <a:r>
                        <a:rPr sz="1200" spc="-10" dirty="0">
                          <a:latin typeface="Times New Roman"/>
                          <a:cs typeface="Times New Roman"/>
                        </a:rPr>
                        <a:t> </a:t>
                      </a:r>
                      <a:r>
                        <a:rPr sz="1200" spc="-5" dirty="0">
                          <a:latin typeface="Times New Roman"/>
                          <a:cs typeface="Times New Roman"/>
                        </a:rPr>
                        <a:t>be</a:t>
                      </a:r>
                      <a:r>
                        <a:rPr sz="1200" spc="-10" dirty="0">
                          <a:latin typeface="Times New Roman"/>
                          <a:cs typeface="Times New Roman"/>
                        </a:rPr>
                        <a:t> </a:t>
                      </a:r>
                      <a:r>
                        <a:rPr sz="1200" spc="-5" dirty="0">
                          <a:latin typeface="Times New Roman"/>
                          <a:cs typeface="Times New Roman"/>
                        </a:rPr>
                        <a:t>use.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897761">
                <a:tc>
                  <a:txBody>
                    <a:bodyPr/>
                    <a:lstStyle/>
                    <a:p>
                      <a:pPr>
                        <a:lnSpc>
                          <a:spcPct val="100000"/>
                        </a:lnSpc>
                      </a:pPr>
                      <a:endParaRPr sz="1300">
                        <a:latin typeface="Times New Roman"/>
                        <a:cs typeface="Times New Roman"/>
                      </a:endParaRPr>
                    </a:p>
                    <a:p>
                      <a:pPr marR="227329" algn="r">
                        <a:lnSpc>
                          <a:spcPct val="100000"/>
                        </a:lnSpc>
                        <a:spcBef>
                          <a:spcPts val="112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–4</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dirty="0">
                        <a:latin typeface="Times New Roman"/>
                        <a:cs typeface="Times New Roman"/>
                      </a:endParaRPr>
                    </a:p>
                    <a:p>
                      <a:pPr marL="377825" marR="184785" indent="-131445">
                        <a:lnSpc>
                          <a:spcPct val="103299"/>
                        </a:lnSpc>
                        <a:spcBef>
                          <a:spcPts val="5"/>
                        </a:spcBef>
                      </a:pPr>
                      <a:r>
                        <a:rPr sz="1200" spc="-5" dirty="0">
                          <a:latin typeface="Times New Roman"/>
                          <a:cs typeface="Times New Roman"/>
                        </a:rPr>
                        <a:t>Collecting</a:t>
                      </a:r>
                      <a:r>
                        <a:rPr sz="1200" spc="-1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information</a:t>
                      </a:r>
                      <a:r>
                        <a:rPr sz="1200" spc="5" dirty="0">
                          <a:latin typeface="Times New Roman"/>
                          <a:cs typeface="Times New Roman"/>
                        </a:rPr>
                        <a:t> </a:t>
                      </a:r>
                      <a:r>
                        <a:rPr sz="1200" spc="-5" dirty="0">
                          <a:latin typeface="Times New Roman"/>
                          <a:cs typeface="Times New Roman"/>
                        </a:rPr>
                        <a:t>about </a:t>
                      </a:r>
                      <a:r>
                        <a:rPr sz="1200" spc="-285" dirty="0">
                          <a:latin typeface="Times New Roman"/>
                          <a:cs typeface="Times New Roman"/>
                        </a:rPr>
                        <a:t> </a:t>
                      </a:r>
                      <a:r>
                        <a:rPr sz="1200" spc="-5" dirty="0">
                          <a:latin typeface="Times New Roman"/>
                          <a:cs typeface="Times New Roman"/>
                        </a:rPr>
                        <a:t>how much</a:t>
                      </a:r>
                      <a:r>
                        <a:rPr lang="en-US" sz="1200" spc="-5" dirty="0">
                          <a:latin typeface="Times New Roman"/>
                          <a:cs typeface="Times New Roman"/>
                        </a:rPr>
                        <a:t> time</a:t>
                      </a:r>
                      <a:r>
                        <a:rPr sz="1200" spc="-5" dirty="0">
                          <a:latin typeface="Times New Roman"/>
                          <a:cs typeface="Times New Roman"/>
                        </a:rPr>
                        <a:t> spent</a:t>
                      </a:r>
                      <a:r>
                        <a:rPr sz="1200" dirty="0">
                          <a:latin typeface="Times New Roman"/>
                          <a:cs typeface="Times New Roman"/>
                        </a:rPr>
                        <a:t> </a:t>
                      </a:r>
                      <a:r>
                        <a:rPr sz="1200" spc="-5" dirty="0">
                          <a:latin typeface="Times New Roman"/>
                          <a:cs typeface="Times New Roman"/>
                        </a:rPr>
                        <a:t>on android.</a:t>
                      </a:r>
                      <a:endParaRPr sz="1200" dirty="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a:cs typeface="Times New Roman"/>
                      </a:endParaRPr>
                    </a:p>
                    <a:p>
                      <a:pPr marL="523875" marR="297180" indent="-187960">
                        <a:lnSpc>
                          <a:spcPct val="103299"/>
                        </a:lnSpc>
                        <a:spcBef>
                          <a:spcPts val="5"/>
                        </a:spcBef>
                      </a:pPr>
                      <a:r>
                        <a:rPr sz="1200" spc="-5" dirty="0">
                          <a:latin typeface="Times New Roman"/>
                          <a:cs typeface="Times New Roman"/>
                        </a:rPr>
                        <a:t>Understanding the time </a:t>
                      </a:r>
                      <a:r>
                        <a:rPr sz="1200" spc="-285" dirty="0">
                          <a:latin typeface="Times New Roman"/>
                          <a:cs typeface="Times New Roman"/>
                        </a:rPr>
                        <a:t> </a:t>
                      </a:r>
                      <a:r>
                        <a:rPr sz="1200" spc="-5" dirty="0">
                          <a:latin typeface="Times New Roman"/>
                          <a:cs typeface="Times New Roman"/>
                        </a:rPr>
                        <a:t>spent</a:t>
                      </a:r>
                      <a:r>
                        <a:rPr sz="1200" spc="-10" dirty="0">
                          <a:latin typeface="Times New Roman"/>
                          <a:cs typeface="Times New Roman"/>
                        </a:rPr>
                        <a:t> </a:t>
                      </a:r>
                      <a:r>
                        <a:rPr sz="1200" spc="-5" dirty="0">
                          <a:latin typeface="Times New Roman"/>
                          <a:cs typeface="Times New Roman"/>
                        </a:rPr>
                        <a:t>on android.</a:t>
                      </a:r>
                      <a:endParaRPr sz="120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916051">
                <a:tc>
                  <a:txBody>
                    <a:bodyPr/>
                    <a:lstStyle/>
                    <a:p>
                      <a:pPr>
                        <a:lnSpc>
                          <a:spcPct val="100000"/>
                        </a:lnSpc>
                      </a:pPr>
                      <a:endParaRPr sz="1300">
                        <a:latin typeface="Times New Roman"/>
                        <a:cs typeface="Times New Roman"/>
                      </a:endParaRPr>
                    </a:p>
                    <a:p>
                      <a:pPr marR="227329" algn="r">
                        <a:lnSpc>
                          <a:spcPct val="100000"/>
                        </a:lnSpc>
                        <a:spcBef>
                          <a:spcPts val="113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–5</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a:cs typeface="Times New Roman"/>
                      </a:endParaRPr>
                    </a:p>
                    <a:p>
                      <a:pPr marL="109220" marR="102870" indent="-6350">
                        <a:lnSpc>
                          <a:spcPct val="103299"/>
                        </a:lnSpc>
                        <a:spcBef>
                          <a:spcPts val="5"/>
                        </a:spcBef>
                      </a:pPr>
                      <a:r>
                        <a:rPr sz="1200" spc="-5" dirty="0">
                          <a:latin typeface="Times New Roman"/>
                          <a:cs typeface="Times New Roman"/>
                        </a:rPr>
                        <a:t>Collecting</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information</a:t>
                      </a:r>
                      <a:r>
                        <a:rPr sz="1200"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5" dirty="0">
                          <a:latin typeface="Times New Roman"/>
                          <a:cs typeface="Times New Roman"/>
                        </a:rPr>
                        <a:t>which </a:t>
                      </a:r>
                      <a:r>
                        <a:rPr sz="1200" spc="-285" dirty="0">
                          <a:latin typeface="Times New Roman"/>
                          <a:cs typeface="Times New Roman"/>
                        </a:rPr>
                        <a:t> </a:t>
                      </a:r>
                      <a:r>
                        <a:rPr sz="1200" dirty="0">
                          <a:latin typeface="Times New Roman"/>
                          <a:cs typeface="Times New Roman"/>
                        </a:rPr>
                        <a:t>primary</a:t>
                      </a:r>
                      <a:r>
                        <a:rPr sz="1200" spc="-30" dirty="0">
                          <a:latin typeface="Times New Roman"/>
                          <a:cs typeface="Times New Roman"/>
                        </a:rPr>
                        <a:t> </a:t>
                      </a:r>
                      <a:r>
                        <a:rPr sz="1200" spc="-5" dirty="0">
                          <a:latin typeface="Times New Roman"/>
                          <a:cs typeface="Times New Roman"/>
                        </a:rPr>
                        <a:t>purpose </a:t>
                      </a:r>
                      <a:r>
                        <a:rPr sz="1200" dirty="0">
                          <a:latin typeface="Times New Roman"/>
                          <a:cs typeface="Times New Roman"/>
                        </a:rPr>
                        <a:t>of</a:t>
                      </a:r>
                      <a:r>
                        <a:rPr sz="1200" spc="-5" dirty="0">
                          <a:latin typeface="Times New Roman"/>
                          <a:cs typeface="Times New Roman"/>
                        </a:rPr>
                        <a:t> android user</a:t>
                      </a:r>
                      <a:endParaRPr sz="120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a:cs typeface="Times New Roman"/>
                      </a:endParaRPr>
                    </a:p>
                    <a:p>
                      <a:pPr marL="137160" marR="93980" algn="ctr">
                        <a:lnSpc>
                          <a:spcPct val="103299"/>
                        </a:lnSpc>
                        <a:spcBef>
                          <a:spcPts val="5"/>
                        </a:spcBef>
                      </a:pPr>
                      <a:r>
                        <a:rPr sz="1200" spc="-5" dirty="0">
                          <a:latin typeface="Times New Roman"/>
                          <a:cs typeface="Times New Roman"/>
                        </a:rPr>
                        <a:t>Understanding</a:t>
                      </a:r>
                      <a:r>
                        <a:rPr sz="1200" spc="-1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which</a:t>
                      </a:r>
                      <a:r>
                        <a:rPr sz="1200" spc="5" dirty="0">
                          <a:latin typeface="Times New Roman"/>
                          <a:cs typeface="Times New Roman"/>
                        </a:rPr>
                        <a:t> </a:t>
                      </a:r>
                      <a:r>
                        <a:rPr sz="1200" spc="-5" dirty="0">
                          <a:latin typeface="Times New Roman"/>
                          <a:cs typeface="Times New Roman"/>
                        </a:rPr>
                        <a:t>they </a:t>
                      </a:r>
                      <a:r>
                        <a:rPr sz="1200" spc="-285" dirty="0">
                          <a:latin typeface="Times New Roman"/>
                          <a:cs typeface="Times New Roman"/>
                        </a:rPr>
                        <a:t> </a:t>
                      </a:r>
                      <a:r>
                        <a:rPr sz="1200" spc="-5" dirty="0">
                          <a:latin typeface="Times New Roman"/>
                          <a:cs typeface="Times New Roman"/>
                        </a:rPr>
                        <a:t>can be</a:t>
                      </a:r>
                      <a:r>
                        <a:rPr sz="1200" dirty="0">
                          <a:latin typeface="Times New Roman"/>
                          <a:cs typeface="Times New Roman"/>
                        </a:rPr>
                        <a:t> </a:t>
                      </a:r>
                      <a:r>
                        <a:rPr sz="1200" spc="-5" dirty="0">
                          <a:latin typeface="Times New Roman"/>
                          <a:cs typeface="Times New Roman"/>
                        </a:rPr>
                        <a:t>gave high preference </a:t>
                      </a:r>
                      <a:r>
                        <a:rPr sz="1200" dirty="0">
                          <a:latin typeface="Times New Roman"/>
                          <a:cs typeface="Times New Roman"/>
                        </a:rPr>
                        <a:t> </a:t>
                      </a:r>
                      <a:r>
                        <a:rPr sz="1200" spc="-5" dirty="0">
                          <a:latin typeface="Times New Roman"/>
                          <a:cs typeface="Times New Roman"/>
                        </a:rPr>
                        <a:t>an</a:t>
                      </a:r>
                      <a:r>
                        <a:rPr sz="1200" spc="-10"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832598">
                <a:tc>
                  <a:txBody>
                    <a:bodyPr/>
                    <a:lstStyle/>
                    <a:p>
                      <a:pPr>
                        <a:lnSpc>
                          <a:spcPct val="100000"/>
                        </a:lnSpc>
                      </a:pPr>
                      <a:endParaRPr sz="1300">
                        <a:latin typeface="Times New Roman"/>
                        <a:cs typeface="Times New Roman"/>
                      </a:endParaRPr>
                    </a:p>
                    <a:p>
                      <a:pPr marR="227329" algn="r">
                        <a:lnSpc>
                          <a:spcPct val="100000"/>
                        </a:lnSpc>
                        <a:spcBef>
                          <a:spcPts val="1110"/>
                        </a:spcBef>
                      </a:pPr>
                      <a:r>
                        <a:rPr sz="1200" b="1" spc="-5" dirty="0">
                          <a:latin typeface="Times New Roman"/>
                          <a:cs typeface="Times New Roman"/>
                        </a:rPr>
                        <a:t>Day</a:t>
                      </a:r>
                      <a:r>
                        <a:rPr sz="1200" b="1" spc="-45" dirty="0">
                          <a:latin typeface="Times New Roman"/>
                          <a:cs typeface="Times New Roman"/>
                        </a:rPr>
                        <a:t> </a:t>
                      </a:r>
                      <a:r>
                        <a:rPr sz="1200" b="1" spc="-5" dirty="0">
                          <a:latin typeface="Times New Roman"/>
                          <a:cs typeface="Times New Roman"/>
                        </a:rPr>
                        <a:t>–6</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dirty="0">
                        <a:latin typeface="Times New Roman"/>
                        <a:cs typeface="Times New Roman"/>
                      </a:endParaRPr>
                    </a:p>
                    <a:p>
                      <a:pPr marL="1001394" marR="56515" indent="-880110">
                        <a:lnSpc>
                          <a:spcPct val="103299"/>
                        </a:lnSpc>
                      </a:pPr>
                      <a:r>
                        <a:rPr sz="1200" spc="-15" dirty="0">
                          <a:latin typeface="Times New Roman"/>
                          <a:cs typeface="Times New Roman"/>
                        </a:rPr>
                        <a:t>I</a:t>
                      </a:r>
                      <a:r>
                        <a:rPr sz="1200" dirty="0">
                          <a:latin typeface="Times New Roman"/>
                          <a:cs typeface="Times New Roman"/>
                        </a:rPr>
                        <a:t>nt</a:t>
                      </a:r>
                      <a:r>
                        <a:rPr sz="1200" spc="5" dirty="0">
                          <a:latin typeface="Times New Roman"/>
                          <a:cs typeface="Times New Roman"/>
                        </a:rPr>
                        <a:t>e</a:t>
                      </a:r>
                      <a:r>
                        <a:rPr sz="1200" dirty="0">
                          <a:latin typeface="Times New Roman"/>
                          <a:cs typeface="Times New Roman"/>
                        </a:rPr>
                        <a:t>r</a:t>
                      </a:r>
                      <a:r>
                        <a:rPr sz="1200" spc="5" dirty="0">
                          <a:latin typeface="Times New Roman"/>
                          <a:cs typeface="Times New Roman"/>
                        </a:rPr>
                        <a:t>a</a:t>
                      </a:r>
                      <a:r>
                        <a:rPr sz="1200" spc="-5" dirty="0">
                          <a:latin typeface="Times New Roman"/>
                          <a:cs typeface="Times New Roman"/>
                        </a:rPr>
                        <a:t>c</a:t>
                      </a:r>
                      <a:r>
                        <a:rPr sz="1200" dirty="0">
                          <a:latin typeface="Times New Roman"/>
                          <a:cs typeface="Times New Roman"/>
                        </a:rPr>
                        <a:t>t with the</a:t>
                      </a:r>
                      <a:r>
                        <a:rPr sz="1200" spc="10" dirty="0">
                          <a:latin typeface="Times New Roman"/>
                          <a:cs typeface="Times New Roman"/>
                        </a:rPr>
                        <a:t> </a:t>
                      </a:r>
                      <a:r>
                        <a:rPr sz="1200" spc="-25" dirty="0">
                          <a:latin typeface="Times New Roman"/>
                          <a:cs typeface="Times New Roman"/>
                        </a:rPr>
                        <a:t>y</a:t>
                      </a:r>
                      <a:r>
                        <a:rPr sz="1200" dirty="0">
                          <a:latin typeface="Times New Roman"/>
                          <a:cs typeface="Times New Roman"/>
                        </a:rPr>
                        <a:t>ou</a:t>
                      </a:r>
                      <a:r>
                        <a:rPr sz="1200" spc="10" dirty="0">
                          <a:latin typeface="Times New Roman"/>
                          <a:cs typeface="Times New Roman"/>
                        </a:rPr>
                        <a:t>n</a:t>
                      </a:r>
                      <a:r>
                        <a:rPr sz="1200" dirty="0">
                          <a:latin typeface="Times New Roman"/>
                          <a:cs typeface="Times New Roman"/>
                        </a:rPr>
                        <a:t>g</a:t>
                      </a:r>
                      <a:r>
                        <a:rPr sz="1200" spc="-75" dirty="0">
                          <a:latin typeface="Times New Roman"/>
                          <a:cs typeface="Times New Roman"/>
                        </a:rPr>
                        <a:t> </a:t>
                      </a:r>
                      <a:r>
                        <a:rPr sz="1200" spc="10" dirty="0">
                          <a:latin typeface="Times New Roman"/>
                          <a:cs typeface="Times New Roman"/>
                        </a:rPr>
                        <a:t>A</a:t>
                      </a:r>
                      <a:r>
                        <a:rPr sz="1200" dirty="0">
                          <a:latin typeface="Times New Roman"/>
                          <a:cs typeface="Times New Roman"/>
                        </a:rPr>
                        <a:t>dul</a:t>
                      </a:r>
                      <a:r>
                        <a:rPr sz="1200" spc="5" dirty="0">
                          <a:latin typeface="Times New Roman"/>
                          <a:cs typeface="Times New Roman"/>
                        </a:rPr>
                        <a:t>t</a:t>
                      </a:r>
                      <a:r>
                        <a:rPr sz="1200" dirty="0">
                          <a:latin typeface="Times New Roman"/>
                          <a:cs typeface="Times New Roman"/>
                        </a:rPr>
                        <a:t>s in </a:t>
                      </a:r>
                      <a:r>
                        <a:rPr sz="1200" spc="15" dirty="0">
                          <a:latin typeface="Times New Roman"/>
                          <a:cs typeface="Times New Roman"/>
                        </a:rPr>
                        <a:t>m</a:t>
                      </a:r>
                      <a:r>
                        <a:rPr sz="1200" dirty="0">
                          <a:latin typeface="Times New Roman"/>
                          <a:cs typeface="Times New Roman"/>
                        </a:rPr>
                        <a:t>y  </a:t>
                      </a:r>
                      <a:r>
                        <a:rPr sz="1200" spc="-15" dirty="0">
                          <a:latin typeface="Times New Roman"/>
                          <a:cs typeface="Times New Roman"/>
                        </a:rPr>
                        <a:t>locality.</a:t>
                      </a:r>
                      <a:endParaRPr sz="1200" dirty="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a:latin typeface="Times New Roman"/>
                        <a:cs typeface="Times New Roman"/>
                      </a:endParaRPr>
                    </a:p>
                    <a:p>
                      <a:pPr marL="513080" marR="179070" indent="-291465">
                        <a:lnSpc>
                          <a:spcPct val="103299"/>
                        </a:lnSpc>
                      </a:pPr>
                      <a:r>
                        <a:rPr sz="1200" spc="-5" dirty="0">
                          <a:latin typeface="Times New Roman"/>
                          <a:cs typeface="Times New Roman"/>
                        </a:rPr>
                        <a:t>Noted</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total information </a:t>
                      </a:r>
                      <a:r>
                        <a:rPr sz="1200" spc="-285"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spc="-5" dirty="0">
                          <a:latin typeface="Times New Roman"/>
                          <a:cs typeface="Times New Roman"/>
                        </a:rPr>
                        <a:t>android usage.</a:t>
                      </a:r>
                      <a:endParaRPr sz="12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82CA9A4E-DD62-6406-9DF1-D60311FFCE49}"/>
              </a:ext>
            </a:extLst>
          </p:cNvPr>
          <p:cNvSpPr txBox="1"/>
          <p:nvPr/>
        </p:nvSpPr>
        <p:spPr>
          <a:xfrm>
            <a:off x="3776675" y="9735580"/>
            <a:ext cx="330090"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11</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715657" y="1162050"/>
            <a:ext cx="6476365" cy="7985519"/>
          </a:xfrm>
          <a:prstGeom prst="rect">
            <a:avLst/>
          </a:prstGeom>
        </p:spPr>
        <p:txBody>
          <a:bodyPr vert="horz" wrap="square" lIns="0" tIns="12065" rIns="0" bIns="0" rtlCol="0">
            <a:spAutoFit/>
          </a:bodyPr>
          <a:lstStyle/>
          <a:p>
            <a:pPr marR="143510" algn="ctr">
              <a:lnSpc>
                <a:spcPct val="100000"/>
              </a:lnSpc>
              <a:spcBef>
                <a:spcPts val="95"/>
              </a:spcBef>
            </a:pPr>
            <a:r>
              <a:rPr sz="1400" b="1" spc="-5" dirty="0">
                <a:latin typeface="Times New Roman"/>
                <a:cs typeface="Times New Roman"/>
              </a:rPr>
              <a:t>WEE</a:t>
            </a:r>
            <a:r>
              <a:rPr sz="1400" b="1" spc="-15" dirty="0">
                <a:latin typeface="Times New Roman"/>
                <a:cs typeface="Times New Roman"/>
              </a:rPr>
              <a:t>K</a:t>
            </a:r>
            <a:r>
              <a:rPr sz="1400" b="1" spc="-110" dirty="0">
                <a:latin typeface="Times New Roman"/>
                <a:cs typeface="Times New Roman"/>
              </a:rPr>
              <a:t>L</a:t>
            </a:r>
            <a:r>
              <a:rPr sz="1400" b="1" spc="-5" dirty="0">
                <a:latin typeface="Times New Roman"/>
                <a:cs typeface="Times New Roman"/>
              </a:rPr>
              <a:t>Y</a:t>
            </a:r>
            <a:r>
              <a:rPr sz="1400" b="1" spc="-50" dirty="0">
                <a:latin typeface="Times New Roman"/>
                <a:cs typeface="Times New Roman"/>
              </a:rPr>
              <a:t> </a:t>
            </a:r>
            <a:r>
              <a:rPr sz="1400" b="1" spc="-5" dirty="0">
                <a:latin typeface="Times New Roman"/>
                <a:cs typeface="Times New Roman"/>
              </a:rPr>
              <a:t>R</a:t>
            </a:r>
            <a:r>
              <a:rPr sz="1400" b="1" dirty="0">
                <a:latin typeface="Times New Roman"/>
                <a:cs typeface="Times New Roman"/>
              </a:rPr>
              <a:t>E</a:t>
            </a:r>
            <a:r>
              <a:rPr sz="1400" b="1" spc="-20" dirty="0">
                <a:latin typeface="Times New Roman"/>
                <a:cs typeface="Times New Roman"/>
              </a:rPr>
              <a:t>P</a:t>
            </a:r>
            <a:r>
              <a:rPr sz="1400" b="1" spc="10" dirty="0">
                <a:latin typeface="Times New Roman"/>
                <a:cs typeface="Times New Roman"/>
              </a:rPr>
              <a:t>O</a:t>
            </a:r>
            <a:r>
              <a:rPr sz="1400" b="1" spc="-55" dirty="0">
                <a:latin typeface="Times New Roman"/>
                <a:cs typeface="Times New Roman"/>
              </a:rPr>
              <a:t>R</a:t>
            </a:r>
            <a:r>
              <a:rPr sz="1400" b="1" spc="-5" dirty="0">
                <a:latin typeface="Times New Roman"/>
                <a:cs typeface="Times New Roman"/>
              </a:rPr>
              <a:t>T</a:t>
            </a:r>
            <a:endParaRPr sz="1400" dirty="0">
              <a:latin typeface="Times New Roman"/>
              <a:cs typeface="Times New Roman"/>
            </a:endParaRPr>
          </a:p>
          <a:p>
            <a:pPr marR="107314" algn="ctr">
              <a:lnSpc>
                <a:spcPct val="100000"/>
              </a:lnSpc>
              <a:spcBef>
                <a:spcPts val="50"/>
              </a:spcBef>
            </a:pPr>
            <a:r>
              <a:rPr sz="1400" b="1" spc="-5" dirty="0">
                <a:latin typeface="Times New Roman"/>
                <a:cs typeface="Times New Roman"/>
              </a:rPr>
              <a:t>WEEK</a:t>
            </a:r>
            <a:r>
              <a:rPr sz="1400" b="1" spc="-10" dirty="0">
                <a:latin typeface="Times New Roman"/>
                <a:cs typeface="Times New Roman"/>
              </a:rPr>
              <a:t> </a:t>
            </a:r>
            <a:r>
              <a:rPr sz="1400" b="1" spc="-5" dirty="0">
                <a:latin typeface="Times New Roman"/>
                <a:cs typeface="Times New Roman"/>
              </a:rPr>
              <a:t>–</a:t>
            </a:r>
            <a:r>
              <a:rPr sz="1400" b="1" dirty="0">
                <a:latin typeface="Times New Roman"/>
                <a:cs typeface="Times New Roman"/>
              </a:rPr>
              <a:t> </a:t>
            </a:r>
            <a:r>
              <a:rPr sz="1400" b="1" spc="-5" dirty="0">
                <a:latin typeface="Times New Roman"/>
                <a:cs typeface="Times New Roman"/>
              </a:rPr>
              <a:t>2</a:t>
            </a:r>
            <a:r>
              <a:rPr sz="1400" b="1" dirty="0">
                <a:latin typeface="Times New Roman"/>
                <a:cs typeface="Times New Roman"/>
              </a:rPr>
              <a:t> </a:t>
            </a:r>
            <a:r>
              <a:rPr sz="1400" b="1" spc="-10" dirty="0">
                <a:latin typeface="Times New Roman"/>
                <a:cs typeface="Times New Roman"/>
              </a:rPr>
              <a:t>(</a:t>
            </a:r>
            <a:r>
              <a:rPr sz="1400" spc="-10" dirty="0">
                <a:latin typeface="Times New Roman"/>
                <a:cs typeface="Times New Roman"/>
              </a:rPr>
              <a:t>From</a:t>
            </a:r>
            <a:r>
              <a:rPr sz="1400" b="1" spc="-5" dirty="0">
                <a:latin typeface="Times New Roman"/>
                <a:cs typeface="Times New Roman"/>
              </a:rPr>
              <a:t> </a:t>
            </a:r>
            <a:r>
              <a:rPr lang="en-US" sz="1400" b="1" spc="-5" dirty="0">
                <a:latin typeface="Times New Roman"/>
                <a:cs typeface="Times New Roman"/>
              </a:rPr>
              <a:t>30-07-2024 </a:t>
            </a:r>
            <a:r>
              <a:rPr sz="1400" b="1" spc="-5" dirty="0">
                <a:latin typeface="Times New Roman"/>
                <a:cs typeface="Times New Roman"/>
              </a:rPr>
              <a:t>to</a:t>
            </a:r>
            <a:r>
              <a:rPr sz="1400" b="1" dirty="0">
                <a:latin typeface="Times New Roman"/>
                <a:cs typeface="Times New Roman"/>
              </a:rPr>
              <a:t> </a:t>
            </a:r>
            <a:r>
              <a:rPr sz="1400" spc="-5" dirty="0">
                <a:latin typeface="Times New Roman"/>
                <a:cs typeface="Times New Roman"/>
              </a:rPr>
              <a:t>Dt</a:t>
            </a:r>
            <a:r>
              <a:rPr lang="en-US" sz="1400" spc="5" dirty="0">
                <a:latin typeface="Times New Roman"/>
                <a:cs typeface="Times New Roman"/>
              </a:rPr>
              <a:t> </a:t>
            </a:r>
            <a:r>
              <a:rPr lang="en-US" sz="1400" b="1" spc="5" dirty="0">
                <a:latin typeface="Times New Roman"/>
                <a:cs typeface="Times New Roman"/>
              </a:rPr>
              <a:t>05-08-2024</a:t>
            </a:r>
            <a:r>
              <a:rPr sz="1400" b="1" dirty="0">
                <a:latin typeface="Times New Roman"/>
                <a:cs typeface="Times New Roman"/>
              </a:rPr>
              <a:t>)</a:t>
            </a:r>
            <a:endParaRPr lang="en-US" sz="1400" dirty="0">
              <a:latin typeface="Times New Roman"/>
              <a:cs typeface="Times New Roman"/>
            </a:endParaRPr>
          </a:p>
          <a:p>
            <a:pPr marR="107314" algn="ctr">
              <a:lnSpc>
                <a:spcPct val="100000"/>
              </a:lnSpc>
              <a:spcBef>
                <a:spcPts val="50"/>
              </a:spcBef>
            </a:pPr>
            <a:endParaRPr lang="en-IN" sz="1400" b="1" spc="-5" dirty="0">
              <a:latin typeface="Times New Roman"/>
              <a:cs typeface="Times New Roman"/>
            </a:endParaRPr>
          </a:p>
          <a:p>
            <a:pPr marR="107314" algn="ctr">
              <a:lnSpc>
                <a:spcPct val="100000"/>
              </a:lnSpc>
              <a:spcBef>
                <a:spcPts val="50"/>
              </a:spcBef>
            </a:pPr>
            <a:r>
              <a:rPr sz="1400" b="1" spc="-5" dirty="0">
                <a:latin typeface="Times New Roman"/>
                <a:cs typeface="Times New Roman"/>
              </a:rPr>
              <a:t>Overview</a:t>
            </a:r>
            <a:r>
              <a:rPr sz="1400" b="1" spc="5" dirty="0">
                <a:latin typeface="Times New Roman"/>
                <a:cs typeface="Times New Roman"/>
              </a:rPr>
              <a:t> </a:t>
            </a:r>
            <a:r>
              <a:rPr sz="1400" b="1" spc="-5" dirty="0">
                <a:latin typeface="Times New Roman"/>
                <a:cs typeface="Times New Roman"/>
              </a:rPr>
              <a:t>of</a:t>
            </a:r>
            <a:r>
              <a:rPr sz="1400" b="1" spc="-60" dirty="0">
                <a:latin typeface="Times New Roman"/>
                <a:cs typeface="Times New Roman"/>
              </a:rPr>
              <a:t> </a:t>
            </a:r>
            <a:r>
              <a:rPr sz="1400" b="1" spc="-10" dirty="0">
                <a:latin typeface="Times New Roman"/>
                <a:cs typeface="Times New Roman"/>
              </a:rPr>
              <a:t>Android</a:t>
            </a:r>
            <a:r>
              <a:rPr sz="1400" b="1" spc="10" dirty="0">
                <a:latin typeface="Times New Roman"/>
                <a:cs typeface="Times New Roman"/>
              </a:rPr>
              <a:t> </a:t>
            </a:r>
            <a:r>
              <a:rPr sz="1400" b="1" spc="-5" dirty="0">
                <a:latin typeface="Times New Roman"/>
                <a:cs typeface="Times New Roman"/>
              </a:rPr>
              <a:t>Phone</a:t>
            </a:r>
            <a:r>
              <a:rPr sz="1400" b="1" dirty="0">
                <a:latin typeface="Times New Roman"/>
                <a:cs typeface="Times New Roman"/>
              </a:rPr>
              <a:t> </a:t>
            </a:r>
            <a:r>
              <a:rPr sz="1400" b="1" spc="-5" dirty="0">
                <a:latin typeface="Times New Roman"/>
                <a:cs typeface="Times New Roman"/>
              </a:rPr>
              <a:t>Usage</a:t>
            </a:r>
            <a:r>
              <a:rPr sz="1400" b="1" spc="-80" dirty="0">
                <a:latin typeface="Times New Roman"/>
                <a:cs typeface="Times New Roman"/>
              </a:rPr>
              <a:t> </a:t>
            </a:r>
            <a:r>
              <a:rPr sz="1400" b="1" spc="-5" dirty="0">
                <a:latin typeface="Times New Roman"/>
                <a:cs typeface="Times New Roman"/>
              </a:rPr>
              <a:t>Among</a:t>
            </a:r>
            <a:r>
              <a:rPr sz="1400" b="1" spc="-20" dirty="0">
                <a:latin typeface="Times New Roman"/>
                <a:cs typeface="Times New Roman"/>
              </a:rPr>
              <a:t> </a:t>
            </a:r>
            <a:r>
              <a:rPr sz="1400" b="1" spc="-15" dirty="0">
                <a:latin typeface="Times New Roman"/>
                <a:cs typeface="Times New Roman"/>
              </a:rPr>
              <a:t>Teenagers</a:t>
            </a:r>
            <a:endParaRPr sz="1400" dirty="0">
              <a:latin typeface="Times New Roman"/>
              <a:cs typeface="Times New Roman"/>
            </a:endParaRPr>
          </a:p>
          <a:p>
            <a:pPr marL="12700" marR="12065" indent="260350">
              <a:lnSpc>
                <a:spcPct val="102000"/>
              </a:lnSpc>
              <a:spcBef>
                <a:spcPts val="595"/>
              </a:spcBef>
            </a:pPr>
            <a:r>
              <a:rPr sz="1200" spc="-25" dirty="0">
                <a:latin typeface="Times New Roman"/>
                <a:cs typeface="Times New Roman"/>
              </a:rPr>
              <a:t>Young</a:t>
            </a:r>
            <a:r>
              <a:rPr sz="1200" spc="-10" dirty="0">
                <a:latin typeface="Times New Roman"/>
                <a:cs typeface="Times New Roman"/>
              </a:rPr>
              <a:t> </a:t>
            </a:r>
            <a:r>
              <a:rPr sz="1200" spc="-5" dirty="0">
                <a:latin typeface="Times New Roman"/>
                <a:cs typeface="Times New Roman"/>
              </a:rPr>
              <a:t>adults,</a:t>
            </a:r>
            <a:r>
              <a:rPr sz="1200" spc="10" dirty="0">
                <a:latin typeface="Times New Roman"/>
                <a:cs typeface="Times New Roman"/>
              </a:rPr>
              <a:t> </a:t>
            </a:r>
            <a:r>
              <a:rPr sz="1200" dirty="0">
                <a:latin typeface="Times New Roman"/>
                <a:cs typeface="Times New Roman"/>
              </a:rPr>
              <a:t>typically</a:t>
            </a:r>
            <a:r>
              <a:rPr sz="1200" spc="-20" dirty="0">
                <a:latin typeface="Times New Roman"/>
                <a:cs typeface="Times New Roman"/>
              </a:rPr>
              <a:t> </a:t>
            </a:r>
            <a:r>
              <a:rPr sz="1200" spc="-5" dirty="0">
                <a:latin typeface="Times New Roman"/>
                <a:cs typeface="Times New Roman"/>
              </a:rPr>
              <a:t>aged</a:t>
            </a:r>
            <a:r>
              <a:rPr sz="1200" spc="10" dirty="0">
                <a:latin typeface="Times New Roman"/>
                <a:cs typeface="Times New Roman"/>
              </a:rPr>
              <a:t> </a:t>
            </a:r>
            <a:r>
              <a:rPr sz="1200" dirty="0">
                <a:latin typeface="Times New Roman"/>
                <a:cs typeface="Times New Roman"/>
              </a:rPr>
              <a:t>18-29,</a:t>
            </a:r>
            <a:r>
              <a:rPr sz="1200" spc="5" dirty="0">
                <a:latin typeface="Times New Roman"/>
                <a:cs typeface="Times New Roman"/>
              </a:rPr>
              <a:t> </a:t>
            </a:r>
            <a:r>
              <a:rPr sz="1200" dirty="0">
                <a:latin typeface="Times New Roman"/>
                <a:cs typeface="Times New Roman"/>
              </a:rPr>
              <a:t>are </a:t>
            </a:r>
            <a:r>
              <a:rPr sz="1200" spc="-5" dirty="0">
                <a:latin typeface="Times New Roman"/>
                <a:cs typeface="Times New Roman"/>
              </a:rPr>
              <a:t>some</a:t>
            </a:r>
            <a:r>
              <a:rPr sz="1200" spc="1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most</a:t>
            </a:r>
            <a:r>
              <a:rPr sz="1200" spc="15" dirty="0">
                <a:latin typeface="Times New Roman"/>
                <a:cs typeface="Times New Roman"/>
              </a:rPr>
              <a:t> </a:t>
            </a:r>
            <a:r>
              <a:rPr sz="1200" spc="-5" dirty="0">
                <a:latin typeface="Times New Roman"/>
                <a:cs typeface="Times New Roman"/>
              </a:rPr>
              <a:t>engaged</a:t>
            </a:r>
            <a:r>
              <a:rPr sz="1200" spc="10" dirty="0">
                <a:latin typeface="Times New Roman"/>
                <a:cs typeface="Times New Roman"/>
              </a:rPr>
              <a:t> </a:t>
            </a:r>
            <a:r>
              <a:rPr sz="1200" dirty="0">
                <a:latin typeface="Times New Roman"/>
                <a:cs typeface="Times New Roman"/>
              </a:rPr>
              <a:t>users</a:t>
            </a:r>
            <a:r>
              <a:rPr sz="1200" spc="5" dirty="0">
                <a:latin typeface="Times New Roman"/>
                <a:cs typeface="Times New Roman"/>
              </a:rPr>
              <a:t> </a:t>
            </a:r>
            <a:r>
              <a:rPr sz="1200" spc="-5" dirty="0">
                <a:latin typeface="Times New Roman"/>
                <a:cs typeface="Times New Roman"/>
              </a:rPr>
              <a:t>of</a:t>
            </a:r>
            <a:r>
              <a:rPr sz="1200" spc="-7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smartphones.</a:t>
            </a:r>
            <a:r>
              <a:rPr sz="1200" spc="-15" dirty="0">
                <a:latin typeface="Times New Roman"/>
                <a:cs typeface="Times New Roman"/>
              </a:rPr>
              <a:t> </a:t>
            </a:r>
            <a:r>
              <a:rPr sz="1200" spc="-20" dirty="0">
                <a:latin typeface="Times New Roman"/>
                <a:cs typeface="Times New Roman"/>
              </a:rPr>
              <a:t>Wit </a:t>
            </a:r>
            <a:r>
              <a:rPr sz="1200" spc="-285" dirty="0">
                <a:latin typeface="Times New Roman"/>
                <a:cs typeface="Times New Roman"/>
              </a:rPr>
              <a:t> </a:t>
            </a:r>
            <a:r>
              <a:rPr sz="1200" spc="-5" dirty="0">
                <a:latin typeface="Times New Roman"/>
                <a:cs typeface="Times New Roman"/>
              </a:rPr>
              <a:t>near-universal</a:t>
            </a:r>
            <a:r>
              <a:rPr sz="1200" spc="5" dirty="0">
                <a:latin typeface="Times New Roman"/>
                <a:cs typeface="Times New Roman"/>
              </a:rPr>
              <a:t> </a:t>
            </a:r>
            <a:r>
              <a:rPr sz="1200" spc="-5" dirty="0">
                <a:latin typeface="Times New Roman"/>
                <a:cs typeface="Times New Roman"/>
              </a:rPr>
              <a:t>smartphone</a:t>
            </a:r>
            <a:r>
              <a:rPr sz="1200" spc="5" dirty="0">
                <a:latin typeface="Times New Roman"/>
                <a:cs typeface="Times New Roman"/>
              </a:rPr>
              <a:t> </a:t>
            </a:r>
            <a:r>
              <a:rPr sz="1200" spc="-5" dirty="0">
                <a:latin typeface="Times New Roman"/>
                <a:cs typeface="Times New Roman"/>
              </a:rPr>
              <a:t>ownership</a:t>
            </a:r>
            <a:r>
              <a:rPr sz="1200" spc="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spc="-5" dirty="0">
                <a:latin typeface="Times New Roman"/>
                <a:cs typeface="Times New Roman"/>
              </a:rPr>
              <a:t>demographic,</a:t>
            </a:r>
            <a:r>
              <a:rPr sz="1200" spc="-50" dirty="0">
                <a:latin typeface="Times New Roman"/>
                <a:cs typeface="Times New Roman"/>
              </a:rPr>
              <a:t> </a:t>
            </a:r>
            <a:r>
              <a:rPr sz="1200" spc="-5" dirty="0">
                <a:latin typeface="Times New Roman"/>
                <a:cs typeface="Times New Roman"/>
              </a:rPr>
              <a:t>Android</a:t>
            </a:r>
            <a:r>
              <a:rPr sz="1200" spc="5" dirty="0">
                <a:latin typeface="Times New Roman"/>
                <a:cs typeface="Times New Roman"/>
              </a:rPr>
              <a:t> </a:t>
            </a:r>
            <a:r>
              <a:rPr sz="1200"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serve</a:t>
            </a:r>
            <a:r>
              <a:rPr sz="1200" spc="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spc="-5" dirty="0">
                <a:latin typeface="Times New Roman"/>
                <a:cs typeface="Times New Roman"/>
              </a:rPr>
              <a:t>essential</a:t>
            </a:r>
            <a:r>
              <a:rPr sz="1200" spc="10" dirty="0">
                <a:latin typeface="Times New Roman"/>
                <a:cs typeface="Times New Roman"/>
              </a:rPr>
              <a:t> </a:t>
            </a:r>
            <a:r>
              <a:rPr sz="1200" spc="-5" dirty="0">
                <a:latin typeface="Times New Roman"/>
                <a:cs typeface="Times New Roman"/>
              </a:rPr>
              <a:t>tools</a:t>
            </a:r>
            <a:r>
              <a:rPr sz="1200" spc="5" dirty="0">
                <a:latin typeface="Times New Roman"/>
                <a:cs typeface="Times New Roman"/>
              </a:rPr>
              <a:t> </a:t>
            </a:r>
            <a:r>
              <a:rPr sz="1200" spc="-5" dirty="0">
                <a:latin typeface="Times New Roman"/>
                <a:cs typeface="Times New Roman"/>
              </a:rPr>
              <a:t>for </a:t>
            </a:r>
            <a:r>
              <a:rPr sz="1200" dirty="0">
                <a:latin typeface="Times New Roman"/>
                <a:cs typeface="Times New Roman"/>
              </a:rPr>
              <a:t> </a:t>
            </a:r>
            <a:r>
              <a:rPr sz="1200" spc="-5" dirty="0">
                <a:latin typeface="Times New Roman"/>
                <a:cs typeface="Times New Roman"/>
              </a:rPr>
              <a:t>communication,</a:t>
            </a:r>
            <a:r>
              <a:rPr sz="1200" spc="10" dirty="0">
                <a:latin typeface="Times New Roman"/>
                <a:cs typeface="Times New Roman"/>
              </a:rPr>
              <a:t> </a:t>
            </a:r>
            <a:r>
              <a:rPr sz="1200" spc="-5" dirty="0">
                <a:latin typeface="Times New Roman"/>
                <a:cs typeface="Times New Roman"/>
              </a:rPr>
              <a:t>work,</a:t>
            </a:r>
            <a:r>
              <a:rPr sz="1200" spc="10" dirty="0">
                <a:latin typeface="Times New Roman"/>
                <a:cs typeface="Times New Roman"/>
              </a:rPr>
              <a:t> </a:t>
            </a:r>
            <a:r>
              <a:rPr sz="1200" spc="-5" dirty="0">
                <a:latin typeface="Times New Roman"/>
                <a:cs typeface="Times New Roman"/>
              </a:rPr>
              <a:t>entertainment,</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interaction.</a:t>
            </a:r>
            <a:r>
              <a:rPr sz="1200" spc="-20" dirty="0">
                <a:latin typeface="Times New Roman"/>
                <a:cs typeface="Times New Roman"/>
              </a:rPr>
              <a:t> </a:t>
            </a:r>
            <a:r>
              <a:rPr sz="1200" spc="-5" dirty="0">
                <a:latin typeface="Times New Roman"/>
                <a:cs typeface="Times New Roman"/>
              </a:rPr>
              <a:t>This</a:t>
            </a:r>
            <a:r>
              <a:rPr sz="1200" spc="15" dirty="0">
                <a:latin typeface="Times New Roman"/>
                <a:cs typeface="Times New Roman"/>
              </a:rPr>
              <a:t> </a:t>
            </a:r>
            <a:r>
              <a:rPr sz="1200" dirty="0">
                <a:latin typeface="Times New Roman"/>
                <a:cs typeface="Times New Roman"/>
              </a:rPr>
              <a:t>age</a:t>
            </a:r>
            <a:r>
              <a:rPr sz="1200" spc="15" dirty="0">
                <a:latin typeface="Times New Roman"/>
                <a:cs typeface="Times New Roman"/>
              </a:rPr>
              <a:t> </a:t>
            </a:r>
            <a:r>
              <a:rPr sz="1200" spc="-5" dirty="0">
                <a:latin typeface="Times New Roman"/>
                <a:cs typeface="Times New Roman"/>
              </a:rPr>
              <a:t>group</a:t>
            </a:r>
            <a:r>
              <a:rPr sz="1200" spc="2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characterized</a:t>
            </a:r>
            <a:r>
              <a:rPr sz="1200" spc="5" dirty="0">
                <a:latin typeface="Times New Roman"/>
                <a:cs typeface="Times New Roman"/>
              </a:rPr>
              <a:t> </a:t>
            </a:r>
            <a:r>
              <a:rPr sz="1200" spc="10" dirty="0">
                <a:latin typeface="Times New Roman"/>
                <a:cs typeface="Times New Roman"/>
              </a:rPr>
              <a:t>by</a:t>
            </a:r>
            <a:r>
              <a:rPr sz="1200" spc="-15" dirty="0">
                <a:latin typeface="Times New Roman"/>
                <a:cs typeface="Times New Roman"/>
              </a:rPr>
              <a:t> </a:t>
            </a:r>
            <a:r>
              <a:rPr sz="1200" spc="-5" dirty="0">
                <a:latin typeface="Times New Roman"/>
                <a:cs typeface="Times New Roman"/>
              </a:rPr>
              <a:t>a</a:t>
            </a:r>
            <a:r>
              <a:rPr sz="1200" spc="5" dirty="0">
                <a:latin typeface="Times New Roman"/>
                <a:cs typeface="Times New Roman"/>
              </a:rPr>
              <a:t> </a:t>
            </a:r>
            <a:r>
              <a:rPr sz="1200" spc="-5" dirty="0">
                <a:latin typeface="Times New Roman"/>
                <a:cs typeface="Times New Roman"/>
              </a:rPr>
              <a:t>high </a:t>
            </a:r>
            <a:r>
              <a:rPr sz="1200" dirty="0">
                <a:latin typeface="Times New Roman"/>
                <a:cs typeface="Times New Roman"/>
              </a:rPr>
              <a:t> </a:t>
            </a:r>
            <a:r>
              <a:rPr sz="1200" spc="-5" dirty="0">
                <a:latin typeface="Times New Roman"/>
                <a:cs typeface="Times New Roman"/>
              </a:rPr>
              <a:t>level</a:t>
            </a:r>
            <a:r>
              <a:rPr sz="1200"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spc="-5" dirty="0">
                <a:latin typeface="Times New Roman"/>
                <a:cs typeface="Times New Roman"/>
              </a:rPr>
              <a:t>digital</a:t>
            </a:r>
            <a:r>
              <a:rPr sz="1200" spc="10" dirty="0">
                <a:latin typeface="Times New Roman"/>
                <a:cs typeface="Times New Roman"/>
              </a:rPr>
              <a:t> </a:t>
            </a:r>
            <a:r>
              <a:rPr sz="1200" spc="-15" dirty="0">
                <a:latin typeface="Times New Roman"/>
                <a:cs typeface="Times New Roman"/>
              </a:rPr>
              <a:t>fluency,</a:t>
            </a:r>
            <a:r>
              <a:rPr sz="1200" spc="15" dirty="0">
                <a:latin typeface="Times New Roman"/>
                <a:cs typeface="Times New Roman"/>
              </a:rPr>
              <a:t> </a:t>
            </a:r>
            <a:r>
              <a:rPr sz="1200" spc="-5" dirty="0">
                <a:latin typeface="Times New Roman"/>
                <a:cs typeface="Times New Roman"/>
              </a:rPr>
              <a:t>making</a:t>
            </a:r>
            <a:r>
              <a:rPr sz="1200" spc="-10" dirty="0">
                <a:latin typeface="Times New Roman"/>
                <a:cs typeface="Times New Roman"/>
              </a:rPr>
              <a:t> </a:t>
            </a:r>
            <a:r>
              <a:rPr sz="1200" spc="-5" dirty="0">
                <a:latin typeface="Times New Roman"/>
                <a:cs typeface="Times New Roman"/>
              </a:rPr>
              <a:t>them</a:t>
            </a:r>
            <a:r>
              <a:rPr sz="1200" spc="10" dirty="0">
                <a:latin typeface="Times New Roman"/>
                <a:cs typeface="Times New Roman"/>
              </a:rPr>
              <a:t> </a:t>
            </a:r>
            <a:r>
              <a:rPr sz="1200" spc="-5" dirty="0">
                <a:latin typeface="Times New Roman"/>
                <a:cs typeface="Times New Roman"/>
              </a:rPr>
              <a:t>adept</a:t>
            </a:r>
            <a:r>
              <a:rPr sz="1200" spc="5" dirty="0">
                <a:latin typeface="Times New Roman"/>
                <a:cs typeface="Times New Roman"/>
              </a:rPr>
              <a:t> </a:t>
            </a:r>
            <a:r>
              <a:rPr sz="1200" spc="-5" dirty="0">
                <a:latin typeface="Times New Roman"/>
                <a:cs typeface="Times New Roman"/>
              </a:rPr>
              <a:t>at</a:t>
            </a:r>
            <a:r>
              <a:rPr sz="1200" dirty="0">
                <a:latin typeface="Times New Roman"/>
                <a:cs typeface="Times New Roman"/>
              </a:rPr>
              <a:t> </a:t>
            </a:r>
            <a:r>
              <a:rPr sz="1200" spc="-5" dirty="0">
                <a:latin typeface="Times New Roman"/>
                <a:cs typeface="Times New Roman"/>
              </a:rPr>
              <a:t>using a</a:t>
            </a:r>
            <a:r>
              <a:rPr sz="1200" spc="5" dirty="0">
                <a:latin typeface="Times New Roman"/>
                <a:cs typeface="Times New Roman"/>
              </a:rPr>
              <a:t> </a:t>
            </a:r>
            <a:r>
              <a:rPr sz="1200" spc="-5" dirty="0">
                <a:latin typeface="Times New Roman"/>
                <a:cs typeface="Times New Roman"/>
              </a:rPr>
              <a:t>wide</a:t>
            </a:r>
            <a:r>
              <a:rPr sz="1200" dirty="0">
                <a:latin typeface="Times New Roman"/>
                <a:cs typeface="Times New Roman"/>
              </a:rPr>
              <a:t> </a:t>
            </a:r>
            <a:r>
              <a:rPr sz="1200" spc="-5" dirty="0">
                <a:latin typeface="Times New Roman"/>
                <a:cs typeface="Times New Roman"/>
              </a:rPr>
              <a:t>range</a:t>
            </a:r>
            <a:r>
              <a:rPr sz="120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services</a:t>
            </a:r>
            <a:endParaRPr sz="800" dirty="0">
              <a:latin typeface="Times New Roman"/>
              <a:cs typeface="Times New Roman"/>
            </a:endParaRPr>
          </a:p>
          <a:p>
            <a:pPr marL="55244">
              <a:lnSpc>
                <a:spcPct val="100000"/>
              </a:lnSpc>
            </a:pPr>
            <a:r>
              <a:rPr sz="1400" b="1" spc="-5" dirty="0">
                <a:latin typeface="Times New Roman"/>
                <a:cs typeface="Times New Roman"/>
              </a:rPr>
              <a:t>Device</a:t>
            </a:r>
            <a:r>
              <a:rPr sz="1400" b="1" spc="-10" dirty="0">
                <a:latin typeface="Times New Roman"/>
                <a:cs typeface="Times New Roman"/>
              </a:rPr>
              <a:t> </a:t>
            </a:r>
            <a:r>
              <a:rPr sz="1400" b="1" spc="-5" dirty="0">
                <a:latin typeface="Times New Roman"/>
                <a:cs typeface="Times New Roman"/>
              </a:rPr>
              <a:t>Ownership</a:t>
            </a:r>
            <a:r>
              <a:rPr sz="1400" b="1" spc="5" dirty="0">
                <a:latin typeface="Times New Roman"/>
                <a:cs typeface="Times New Roman"/>
              </a:rPr>
              <a:t> </a:t>
            </a:r>
            <a:r>
              <a:rPr sz="1400" b="1" spc="-5"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Usage</a:t>
            </a:r>
            <a:r>
              <a:rPr sz="1400" b="1" spc="5" dirty="0">
                <a:latin typeface="Times New Roman"/>
                <a:cs typeface="Times New Roman"/>
              </a:rPr>
              <a:t> </a:t>
            </a:r>
            <a:r>
              <a:rPr sz="1400" b="1" spc="-5" dirty="0">
                <a:latin typeface="Times New Roman"/>
                <a:cs typeface="Times New Roman"/>
              </a:rPr>
              <a:t>Patterns</a:t>
            </a:r>
            <a:endParaRPr sz="1400" dirty="0">
              <a:latin typeface="Times New Roman"/>
              <a:cs typeface="Times New Roman"/>
            </a:endParaRPr>
          </a:p>
          <a:p>
            <a:pPr marL="12700" marR="159385">
              <a:lnSpc>
                <a:spcPct val="99500"/>
              </a:lnSpc>
              <a:spcBef>
                <a:spcPts val="20"/>
              </a:spcBef>
            </a:pPr>
            <a:r>
              <a:rPr sz="1200" dirty="0">
                <a:latin typeface="Times New Roman"/>
                <a:cs typeface="Times New Roman"/>
              </a:rPr>
              <a:t>Nearly</a:t>
            </a:r>
            <a:r>
              <a:rPr sz="1200" spc="-20" dirty="0">
                <a:latin typeface="Times New Roman"/>
                <a:cs typeface="Times New Roman"/>
              </a:rPr>
              <a:t> </a:t>
            </a:r>
            <a:r>
              <a:rPr sz="1200" spc="-5" dirty="0">
                <a:latin typeface="Times New Roman"/>
                <a:cs typeface="Times New Roman"/>
              </a:rPr>
              <a:t>100%</a:t>
            </a:r>
            <a:r>
              <a:rPr sz="1200" spc="1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5" dirty="0">
                <a:latin typeface="Times New Roman"/>
                <a:cs typeface="Times New Roman"/>
              </a:rPr>
              <a:t>young</a:t>
            </a:r>
            <a:r>
              <a:rPr sz="1200" dirty="0">
                <a:latin typeface="Times New Roman"/>
                <a:cs typeface="Times New Roman"/>
              </a:rPr>
              <a:t> adults</a:t>
            </a:r>
            <a:r>
              <a:rPr sz="1200" spc="5" dirty="0">
                <a:latin typeface="Times New Roman"/>
                <a:cs typeface="Times New Roman"/>
              </a:rPr>
              <a:t> </a:t>
            </a:r>
            <a:r>
              <a:rPr sz="1200" spc="-5" dirty="0">
                <a:latin typeface="Times New Roman"/>
                <a:cs typeface="Times New Roman"/>
              </a:rPr>
              <a:t>own</a:t>
            </a:r>
            <a:r>
              <a:rPr sz="1200" spc="10" dirty="0">
                <a:latin typeface="Times New Roman"/>
                <a:cs typeface="Times New Roman"/>
              </a:rPr>
              <a:t> </a:t>
            </a:r>
            <a:r>
              <a:rPr sz="1200" spc="-5" dirty="0">
                <a:latin typeface="Times New Roman"/>
                <a:cs typeface="Times New Roman"/>
              </a:rPr>
              <a:t>a</a:t>
            </a:r>
            <a:r>
              <a:rPr sz="1200" spc="5" dirty="0">
                <a:latin typeface="Times New Roman"/>
                <a:cs typeface="Times New Roman"/>
              </a:rPr>
              <a:t> </a:t>
            </a:r>
            <a:r>
              <a:rPr sz="1200" spc="-5" dirty="0">
                <a:latin typeface="Times New Roman"/>
                <a:cs typeface="Times New Roman"/>
              </a:rPr>
              <a:t>smartphone,</a:t>
            </a:r>
            <a:r>
              <a:rPr sz="1200" spc="20" dirty="0">
                <a:latin typeface="Times New Roman"/>
                <a:cs typeface="Times New Roman"/>
              </a:rPr>
              <a:t> </a:t>
            </a:r>
            <a:r>
              <a:rPr sz="1200" spc="-5" dirty="0">
                <a:latin typeface="Times New Roman"/>
                <a:cs typeface="Times New Roman"/>
              </a:rPr>
              <a:t>with</a:t>
            </a:r>
            <a:r>
              <a:rPr sz="1200" spc="10" dirty="0">
                <a:latin typeface="Times New Roman"/>
                <a:cs typeface="Times New Roman"/>
              </a:rPr>
              <a:t> </a:t>
            </a:r>
            <a:r>
              <a:rPr sz="1200" spc="-5" dirty="0">
                <a:latin typeface="Times New Roman"/>
                <a:cs typeface="Times New Roman"/>
              </a:rPr>
              <a:t>a</a:t>
            </a:r>
            <a:r>
              <a:rPr sz="1200" spc="5" dirty="0">
                <a:latin typeface="Times New Roman"/>
                <a:cs typeface="Times New Roman"/>
              </a:rPr>
              <a:t> </a:t>
            </a:r>
            <a:r>
              <a:rPr sz="1200" spc="-5" dirty="0">
                <a:latin typeface="Times New Roman"/>
                <a:cs typeface="Times New Roman"/>
              </a:rPr>
              <a:t>significant</a:t>
            </a:r>
            <a:r>
              <a:rPr sz="1200" spc="10" dirty="0">
                <a:latin typeface="Times New Roman"/>
                <a:cs typeface="Times New Roman"/>
              </a:rPr>
              <a:t> </a:t>
            </a:r>
            <a:r>
              <a:rPr sz="1200" spc="-5" dirty="0">
                <a:latin typeface="Times New Roman"/>
                <a:cs typeface="Times New Roman"/>
              </a:rPr>
              <a:t>portion</a:t>
            </a:r>
            <a:r>
              <a:rPr sz="1200" spc="10" dirty="0">
                <a:latin typeface="Times New Roman"/>
                <a:cs typeface="Times New Roman"/>
              </a:rPr>
              <a:t> </a:t>
            </a:r>
            <a:r>
              <a:rPr sz="1200" spc="-5" dirty="0">
                <a:latin typeface="Times New Roman"/>
                <a:cs typeface="Times New Roman"/>
              </a:rPr>
              <a:t>using</a:t>
            </a:r>
            <a:r>
              <a:rPr sz="1200" spc="-75"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devices.</a:t>
            </a:r>
            <a:r>
              <a:rPr sz="1200" spc="20" dirty="0">
                <a:latin typeface="Times New Roman"/>
                <a:cs typeface="Times New Roman"/>
              </a:rPr>
              <a:t> </a:t>
            </a:r>
            <a:r>
              <a:rPr sz="1200" spc="-5" dirty="0">
                <a:latin typeface="Times New Roman"/>
                <a:cs typeface="Times New Roman"/>
              </a:rPr>
              <a:t>On </a:t>
            </a:r>
            <a:r>
              <a:rPr sz="1200" dirty="0">
                <a:latin typeface="Times New Roman"/>
                <a:cs typeface="Times New Roman"/>
              </a:rPr>
              <a:t> </a:t>
            </a:r>
            <a:r>
              <a:rPr sz="1200" spc="-5" dirty="0">
                <a:latin typeface="Times New Roman"/>
                <a:cs typeface="Times New Roman"/>
              </a:rPr>
              <a:t>average,</a:t>
            </a:r>
            <a:r>
              <a:rPr sz="1200" spc="25" dirty="0">
                <a:latin typeface="Times New Roman"/>
                <a:cs typeface="Times New Roman"/>
              </a:rPr>
              <a:t> </a:t>
            </a:r>
            <a:r>
              <a:rPr sz="1200" spc="-5" dirty="0">
                <a:latin typeface="Times New Roman"/>
                <a:cs typeface="Times New Roman"/>
              </a:rPr>
              <a:t>young</a:t>
            </a:r>
            <a:r>
              <a:rPr sz="1200" spc="-10" dirty="0">
                <a:latin typeface="Times New Roman"/>
                <a:cs typeface="Times New Roman"/>
              </a:rPr>
              <a:t> </a:t>
            </a:r>
            <a:r>
              <a:rPr sz="1200" spc="-5" dirty="0">
                <a:latin typeface="Times New Roman"/>
                <a:cs typeface="Times New Roman"/>
              </a:rPr>
              <a:t>adults</a:t>
            </a:r>
            <a:r>
              <a:rPr sz="1200" spc="5" dirty="0">
                <a:latin typeface="Times New Roman"/>
                <a:cs typeface="Times New Roman"/>
              </a:rPr>
              <a:t> </a:t>
            </a:r>
            <a:r>
              <a:rPr sz="1200" dirty="0">
                <a:latin typeface="Times New Roman"/>
                <a:cs typeface="Times New Roman"/>
              </a:rPr>
              <a:t>spend</a:t>
            </a:r>
            <a:r>
              <a:rPr sz="1200" spc="10" dirty="0">
                <a:latin typeface="Times New Roman"/>
                <a:cs typeface="Times New Roman"/>
              </a:rPr>
              <a:t> </a:t>
            </a:r>
            <a:r>
              <a:rPr sz="1200" dirty="0">
                <a:latin typeface="Times New Roman"/>
                <a:cs typeface="Times New Roman"/>
              </a:rPr>
              <a:t>4-6 </a:t>
            </a:r>
            <a:r>
              <a:rPr sz="1200" spc="-5" dirty="0">
                <a:latin typeface="Times New Roman"/>
                <a:cs typeface="Times New Roman"/>
              </a:rPr>
              <a:t>hours</a:t>
            </a:r>
            <a:r>
              <a:rPr sz="1200" spc="5" dirty="0">
                <a:latin typeface="Times New Roman"/>
                <a:cs typeface="Times New Roman"/>
              </a:rPr>
              <a:t> </a:t>
            </a:r>
            <a:r>
              <a:rPr sz="1200" dirty="0">
                <a:latin typeface="Times New Roman"/>
                <a:cs typeface="Times New Roman"/>
              </a:rPr>
              <a:t>daily</a:t>
            </a:r>
            <a:r>
              <a:rPr sz="1200" spc="-15"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dirty="0">
                <a:latin typeface="Times New Roman"/>
                <a:cs typeface="Times New Roman"/>
              </a:rPr>
              <a:t>their </a:t>
            </a:r>
            <a:r>
              <a:rPr sz="1200" spc="-5" dirty="0">
                <a:latin typeface="Times New Roman"/>
                <a:cs typeface="Times New Roman"/>
              </a:rPr>
              <a:t>phones,</a:t>
            </a:r>
            <a:r>
              <a:rPr sz="1200" spc="10" dirty="0">
                <a:latin typeface="Times New Roman"/>
                <a:cs typeface="Times New Roman"/>
              </a:rPr>
              <a:t> </a:t>
            </a:r>
            <a:r>
              <a:rPr sz="1200" spc="-5" dirty="0">
                <a:latin typeface="Times New Roman"/>
                <a:cs typeface="Times New Roman"/>
              </a:rPr>
              <a:t>though</a:t>
            </a:r>
            <a:r>
              <a:rPr sz="1200" spc="5" dirty="0">
                <a:latin typeface="Times New Roman"/>
                <a:cs typeface="Times New Roman"/>
              </a:rPr>
              <a:t> </a:t>
            </a:r>
            <a:r>
              <a:rPr sz="1200" spc="-5" dirty="0">
                <a:latin typeface="Times New Roman"/>
                <a:cs typeface="Times New Roman"/>
              </a:rPr>
              <a:t>this</a:t>
            </a:r>
            <a:r>
              <a:rPr sz="1200" spc="5" dirty="0">
                <a:latin typeface="Times New Roman"/>
                <a:cs typeface="Times New Roman"/>
              </a:rPr>
              <a:t> </a:t>
            </a:r>
            <a:r>
              <a:rPr sz="1200" spc="-5" dirty="0">
                <a:latin typeface="Times New Roman"/>
                <a:cs typeface="Times New Roman"/>
              </a:rPr>
              <a:t>can</a:t>
            </a:r>
            <a:r>
              <a:rPr sz="1200" spc="10" dirty="0">
                <a:latin typeface="Times New Roman"/>
                <a:cs typeface="Times New Roman"/>
              </a:rPr>
              <a:t> </a:t>
            </a:r>
            <a:r>
              <a:rPr sz="1200" dirty="0">
                <a:latin typeface="Times New Roman"/>
                <a:cs typeface="Times New Roman"/>
              </a:rPr>
              <a:t>vary</a:t>
            </a:r>
            <a:r>
              <a:rPr sz="1200" spc="-20" dirty="0">
                <a:latin typeface="Times New Roman"/>
                <a:cs typeface="Times New Roman"/>
              </a:rPr>
              <a:t> </a:t>
            </a:r>
            <a:r>
              <a:rPr sz="1200" dirty="0">
                <a:latin typeface="Times New Roman"/>
                <a:cs typeface="Times New Roman"/>
              </a:rPr>
              <a:t>widely</a:t>
            </a:r>
            <a:r>
              <a:rPr sz="1200" spc="-20" dirty="0">
                <a:latin typeface="Times New Roman"/>
                <a:cs typeface="Times New Roman"/>
              </a:rPr>
              <a:t> </a:t>
            </a:r>
            <a:r>
              <a:rPr sz="1200" dirty="0">
                <a:latin typeface="Times New Roman"/>
                <a:cs typeface="Times New Roman"/>
              </a:rPr>
              <a:t>depending</a:t>
            </a:r>
            <a:r>
              <a:rPr sz="1200" spc="-10" dirty="0">
                <a:latin typeface="Times New Roman"/>
                <a:cs typeface="Times New Roman"/>
              </a:rPr>
              <a:t> </a:t>
            </a:r>
            <a:r>
              <a:rPr sz="1200" spc="-5" dirty="0">
                <a:latin typeface="Times New Roman"/>
                <a:cs typeface="Times New Roman"/>
              </a:rPr>
              <a:t>on </a:t>
            </a:r>
            <a:r>
              <a:rPr sz="1200" spc="-285" dirty="0">
                <a:latin typeface="Times New Roman"/>
                <a:cs typeface="Times New Roman"/>
              </a:rPr>
              <a:t> </a:t>
            </a:r>
            <a:r>
              <a:rPr sz="1200" spc="-5" dirty="0">
                <a:latin typeface="Times New Roman"/>
                <a:cs typeface="Times New Roman"/>
              </a:rPr>
              <a:t>individual</a:t>
            </a:r>
            <a:r>
              <a:rPr sz="1200" spc="5" dirty="0">
                <a:latin typeface="Times New Roman"/>
                <a:cs typeface="Times New Roman"/>
              </a:rPr>
              <a:t> </a:t>
            </a:r>
            <a:r>
              <a:rPr sz="1200" spc="-5" dirty="0">
                <a:latin typeface="Times New Roman"/>
                <a:cs typeface="Times New Roman"/>
              </a:rPr>
              <a:t>habits</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lifestyle.</a:t>
            </a:r>
            <a:r>
              <a:rPr sz="1200" spc="-15" dirty="0">
                <a:latin typeface="Times New Roman"/>
                <a:cs typeface="Times New Roman"/>
              </a:rPr>
              <a:t> </a:t>
            </a:r>
            <a:r>
              <a:rPr sz="1200" dirty="0">
                <a:latin typeface="Times New Roman"/>
                <a:cs typeface="Times New Roman"/>
              </a:rPr>
              <a:t>Their</a:t>
            </a:r>
            <a:r>
              <a:rPr sz="1200" spc="5" dirty="0">
                <a:latin typeface="Times New Roman"/>
                <a:cs typeface="Times New Roman"/>
              </a:rPr>
              <a:t> </a:t>
            </a:r>
            <a:r>
              <a:rPr sz="1200" spc="-5" dirty="0">
                <a:latin typeface="Times New Roman"/>
                <a:cs typeface="Times New Roman"/>
              </a:rPr>
              <a:t>usage</a:t>
            </a:r>
            <a:r>
              <a:rPr sz="1200" dirty="0">
                <a:latin typeface="Times New Roman"/>
                <a:cs typeface="Times New Roman"/>
              </a:rPr>
              <a:t> </a:t>
            </a:r>
            <a:r>
              <a:rPr sz="1200" spc="-5" dirty="0">
                <a:latin typeface="Times New Roman"/>
                <a:cs typeface="Times New Roman"/>
              </a:rPr>
              <a:t>is</a:t>
            </a:r>
            <a:r>
              <a:rPr sz="1200" spc="5" dirty="0">
                <a:latin typeface="Times New Roman"/>
                <a:cs typeface="Times New Roman"/>
              </a:rPr>
              <a:t> </a:t>
            </a:r>
            <a:r>
              <a:rPr sz="1200" dirty="0">
                <a:latin typeface="Times New Roman"/>
                <a:cs typeface="Times New Roman"/>
              </a:rPr>
              <a:t>often</a:t>
            </a:r>
            <a:r>
              <a:rPr sz="1200" spc="10" dirty="0">
                <a:latin typeface="Times New Roman"/>
                <a:cs typeface="Times New Roman"/>
              </a:rPr>
              <a:t> </a:t>
            </a:r>
            <a:r>
              <a:rPr sz="1200" spc="-5" dirty="0">
                <a:latin typeface="Times New Roman"/>
                <a:cs typeface="Times New Roman"/>
              </a:rPr>
              <a:t>split</a:t>
            </a:r>
            <a:r>
              <a:rPr sz="1200" spc="10" dirty="0">
                <a:latin typeface="Times New Roman"/>
                <a:cs typeface="Times New Roman"/>
              </a:rPr>
              <a:t> </a:t>
            </a:r>
            <a:r>
              <a:rPr sz="1200" spc="-5" dirty="0">
                <a:latin typeface="Times New Roman"/>
                <a:cs typeface="Times New Roman"/>
              </a:rPr>
              <a:t>between</a:t>
            </a:r>
            <a:r>
              <a:rPr sz="1200" spc="5" dirty="0">
                <a:latin typeface="Times New Roman"/>
                <a:cs typeface="Times New Roman"/>
              </a:rPr>
              <a:t> </a:t>
            </a:r>
            <a:r>
              <a:rPr sz="1200" dirty="0">
                <a:latin typeface="Times New Roman"/>
                <a:cs typeface="Times New Roman"/>
              </a:rPr>
              <a:t>work-related</a:t>
            </a:r>
            <a:r>
              <a:rPr sz="1200" spc="10" dirty="0">
                <a:latin typeface="Times New Roman"/>
                <a:cs typeface="Times New Roman"/>
              </a:rPr>
              <a:t> </a:t>
            </a:r>
            <a:r>
              <a:rPr sz="1200" spc="-5" dirty="0">
                <a:latin typeface="Times New Roman"/>
                <a:cs typeface="Times New Roman"/>
              </a:rPr>
              <a:t>tasks,</a:t>
            </a:r>
            <a:r>
              <a:rPr sz="1200" spc="5" dirty="0">
                <a:latin typeface="Times New Roman"/>
                <a:cs typeface="Times New Roman"/>
              </a:rPr>
              <a:t> </a:t>
            </a:r>
            <a:r>
              <a:rPr sz="1200" spc="-5" dirty="0">
                <a:latin typeface="Times New Roman"/>
                <a:cs typeface="Times New Roman"/>
              </a:rPr>
              <a:t>socializing, </a:t>
            </a:r>
            <a:r>
              <a:rPr sz="1200" dirty="0">
                <a:latin typeface="Times New Roman"/>
                <a:cs typeface="Times New Roman"/>
              </a:rPr>
              <a:t> </a:t>
            </a:r>
            <a:r>
              <a:rPr sz="1200" spc="-5" dirty="0">
                <a:latin typeface="Times New Roman"/>
                <a:cs typeface="Times New Roman"/>
              </a:rPr>
              <a:t>entertainment, and</a:t>
            </a:r>
            <a:r>
              <a:rPr sz="1200" dirty="0">
                <a:latin typeface="Times New Roman"/>
                <a:cs typeface="Times New Roman"/>
              </a:rPr>
              <a:t> personal </a:t>
            </a:r>
            <a:r>
              <a:rPr sz="1200" spc="-5" dirty="0">
                <a:latin typeface="Times New Roman"/>
                <a:cs typeface="Times New Roman"/>
              </a:rPr>
              <a:t>organization.</a:t>
            </a:r>
            <a:endParaRPr lang="en-US" sz="1200" spc="-5" dirty="0">
              <a:latin typeface="Times New Roman"/>
              <a:cs typeface="Times New Roman"/>
            </a:endParaRPr>
          </a:p>
          <a:p>
            <a:pPr marL="12700" marR="159385">
              <a:lnSpc>
                <a:spcPct val="99500"/>
              </a:lnSpc>
              <a:spcBef>
                <a:spcPts val="20"/>
              </a:spcBef>
            </a:pPr>
            <a:endParaRPr sz="800" dirty="0">
              <a:latin typeface="Times New Roman"/>
              <a:cs typeface="Times New Roman"/>
            </a:endParaRPr>
          </a:p>
          <a:p>
            <a:pPr marL="12700">
              <a:lnSpc>
                <a:spcPct val="100000"/>
              </a:lnSpc>
              <a:spcBef>
                <a:spcPts val="5"/>
              </a:spcBef>
            </a:pPr>
            <a:r>
              <a:rPr sz="1400" b="1" spc="-5" dirty="0">
                <a:latin typeface="Times New Roman"/>
                <a:cs typeface="Times New Roman"/>
              </a:rPr>
              <a:t>App Usage</a:t>
            </a:r>
            <a:r>
              <a:rPr sz="1400" b="1" spc="-15"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10" dirty="0">
                <a:latin typeface="Times New Roman"/>
                <a:cs typeface="Times New Roman"/>
              </a:rPr>
              <a:t>Preferences</a:t>
            </a:r>
            <a:endParaRPr sz="1400" dirty="0">
              <a:latin typeface="Times New Roman"/>
              <a:cs typeface="Times New Roman"/>
            </a:endParaRPr>
          </a:p>
          <a:p>
            <a:pPr marL="12700" marR="264795">
              <a:lnSpc>
                <a:spcPct val="99600"/>
              </a:lnSpc>
              <a:spcBef>
                <a:spcPts val="15"/>
              </a:spcBef>
            </a:pPr>
            <a:r>
              <a:rPr sz="1200" spc="-30" dirty="0">
                <a:latin typeface="Times New Roman"/>
                <a:cs typeface="Times New Roman"/>
              </a:rPr>
              <a:t>Young</a:t>
            </a:r>
            <a:r>
              <a:rPr sz="1200" spc="10" dirty="0">
                <a:latin typeface="Times New Roman"/>
                <a:cs typeface="Times New Roman"/>
              </a:rPr>
              <a:t> </a:t>
            </a:r>
            <a:r>
              <a:rPr sz="1200" spc="-5" dirty="0">
                <a:latin typeface="Times New Roman"/>
                <a:cs typeface="Times New Roman"/>
              </a:rPr>
              <a:t>adults</a:t>
            </a:r>
            <a:r>
              <a:rPr sz="1200" spc="10" dirty="0">
                <a:latin typeface="Times New Roman"/>
                <a:cs typeface="Times New Roman"/>
              </a:rPr>
              <a:t> </a:t>
            </a:r>
            <a:r>
              <a:rPr sz="1200" spc="-5" dirty="0">
                <a:latin typeface="Times New Roman"/>
                <a:cs typeface="Times New Roman"/>
              </a:rPr>
              <a:t>use</a:t>
            </a:r>
            <a:r>
              <a:rPr sz="1200" spc="10" dirty="0">
                <a:latin typeface="Times New Roman"/>
                <a:cs typeface="Times New Roman"/>
              </a:rPr>
              <a:t> </a:t>
            </a:r>
            <a:r>
              <a:rPr sz="1200" spc="-5" dirty="0">
                <a:latin typeface="Times New Roman"/>
                <a:cs typeface="Times New Roman"/>
              </a:rPr>
              <a:t>a</a:t>
            </a:r>
            <a:r>
              <a:rPr sz="1200" spc="5" dirty="0">
                <a:latin typeface="Times New Roman"/>
                <a:cs typeface="Times New Roman"/>
              </a:rPr>
              <a:t> </a:t>
            </a:r>
            <a:r>
              <a:rPr sz="1200" spc="-5" dirty="0">
                <a:latin typeface="Times New Roman"/>
                <a:cs typeface="Times New Roman"/>
              </a:rPr>
              <a:t>diverse</a:t>
            </a:r>
            <a:r>
              <a:rPr sz="1200" spc="5" dirty="0">
                <a:latin typeface="Times New Roman"/>
                <a:cs typeface="Times New Roman"/>
              </a:rPr>
              <a:t> </a:t>
            </a:r>
            <a:r>
              <a:rPr sz="1200" dirty="0">
                <a:latin typeface="Times New Roman"/>
                <a:cs typeface="Times New Roman"/>
              </a:rPr>
              <a:t>array</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apps,</a:t>
            </a:r>
            <a:r>
              <a:rPr sz="1200" spc="20" dirty="0">
                <a:latin typeface="Times New Roman"/>
                <a:cs typeface="Times New Roman"/>
              </a:rPr>
              <a:t> </a:t>
            </a:r>
            <a:r>
              <a:rPr sz="1200" spc="-5" dirty="0">
                <a:latin typeface="Times New Roman"/>
                <a:cs typeface="Times New Roman"/>
              </a:rPr>
              <a:t>reflecting</a:t>
            </a:r>
            <a:r>
              <a:rPr sz="1200"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multifaceted</a:t>
            </a:r>
            <a:r>
              <a:rPr sz="1200" spc="10" dirty="0">
                <a:latin typeface="Times New Roman"/>
                <a:cs typeface="Times New Roman"/>
              </a:rPr>
              <a:t> </a:t>
            </a:r>
            <a:r>
              <a:rPr sz="1200" dirty="0">
                <a:latin typeface="Times New Roman"/>
                <a:cs typeface="Times New Roman"/>
              </a:rPr>
              <a:t>needs.</a:t>
            </a:r>
            <a:r>
              <a:rPr sz="1200" spc="10" dirty="0">
                <a:latin typeface="Times New Roman"/>
                <a:cs typeface="Times New Roman"/>
              </a:rPr>
              <a:t> </a:t>
            </a:r>
            <a:r>
              <a:rPr sz="1200" spc="-5"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media</a:t>
            </a:r>
            <a:r>
              <a:rPr sz="1200" spc="10" dirty="0">
                <a:latin typeface="Times New Roman"/>
                <a:cs typeface="Times New Roman"/>
              </a:rPr>
              <a:t> </a:t>
            </a:r>
            <a:r>
              <a:rPr sz="1200" spc="-5" dirty="0">
                <a:latin typeface="Times New Roman"/>
                <a:cs typeface="Times New Roman"/>
              </a:rPr>
              <a:t>remains</a:t>
            </a:r>
            <a:r>
              <a:rPr sz="1200" spc="10" dirty="0">
                <a:latin typeface="Times New Roman"/>
                <a:cs typeface="Times New Roman"/>
              </a:rPr>
              <a:t> </a:t>
            </a:r>
            <a:r>
              <a:rPr sz="1200" spc="-5" dirty="0">
                <a:latin typeface="Times New Roman"/>
                <a:cs typeface="Times New Roman"/>
              </a:rPr>
              <a:t>a </a:t>
            </a:r>
            <a:r>
              <a:rPr sz="1200" dirty="0">
                <a:latin typeface="Times New Roman"/>
                <a:cs typeface="Times New Roman"/>
              </a:rPr>
              <a:t> </a:t>
            </a:r>
            <a:r>
              <a:rPr sz="1200" spc="-5" dirty="0">
                <a:latin typeface="Times New Roman"/>
                <a:cs typeface="Times New Roman"/>
              </a:rPr>
              <a:t>dominant</a:t>
            </a:r>
            <a:r>
              <a:rPr sz="1200" spc="10" dirty="0">
                <a:latin typeface="Times New Roman"/>
                <a:cs typeface="Times New Roman"/>
              </a:rPr>
              <a:t> </a:t>
            </a:r>
            <a:r>
              <a:rPr sz="1200" spc="-15" dirty="0">
                <a:latin typeface="Times New Roman"/>
                <a:cs typeface="Times New Roman"/>
              </a:rPr>
              <a:t>activity,</a:t>
            </a:r>
            <a:r>
              <a:rPr sz="1200" spc="1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platforms</a:t>
            </a:r>
            <a:r>
              <a:rPr sz="1200" spc="10" dirty="0">
                <a:latin typeface="Times New Roman"/>
                <a:cs typeface="Times New Roman"/>
              </a:rPr>
              <a:t> </a:t>
            </a:r>
            <a:r>
              <a:rPr sz="1200" spc="-5" dirty="0">
                <a:latin typeface="Times New Roman"/>
                <a:cs typeface="Times New Roman"/>
              </a:rPr>
              <a:t>like</a:t>
            </a:r>
            <a:r>
              <a:rPr sz="1200" spc="25" dirty="0">
                <a:latin typeface="Times New Roman"/>
                <a:cs typeface="Times New Roman"/>
              </a:rPr>
              <a:t> </a:t>
            </a:r>
            <a:r>
              <a:rPr sz="1200" spc="-5" dirty="0">
                <a:latin typeface="Times New Roman"/>
                <a:cs typeface="Times New Roman"/>
              </a:rPr>
              <a:t>Instagram,</a:t>
            </a:r>
            <a:r>
              <a:rPr sz="1200" dirty="0">
                <a:latin typeface="Times New Roman"/>
                <a:cs typeface="Times New Roman"/>
              </a:rPr>
              <a:t> </a:t>
            </a:r>
            <a:r>
              <a:rPr sz="1200" spc="-20" dirty="0">
                <a:latin typeface="Times New Roman"/>
                <a:cs typeface="Times New Roman"/>
              </a:rPr>
              <a:t>Twitter,</a:t>
            </a:r>
            <a:r>
              <a:rPr sz="1200" spc="10"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5" dirty="0">
                <a:latin typeface="Times New Roman"/>
                <a:cs typeface="Times New Roman"/>
              </a:rPr>
              <a:t>Facebook</a:t>
            </a:r>
            <a:r>
              <a:rPr sz="1200" spc="10" dirty="0">
                <a:latin typeface="Times New Roman"/>
                <a:cs typeface="Times New Roman"/>
              </a:rPr>
              <a:t> </a:t>
            </a:r>
            <a:r>
              <a:rPr sz="1200" spc="-5" dirty="0">
                <a:latin typeface="Times New Roman"/>
                <a:cs typeface="Times New Roman"/>
              </a:rPr>
              <a:t>being</a:t>
            </a:r>
            <a:r>
              <a:rPr sz="1200" spc="5" dirty="0">
                <a:latin typeface="Times New Roman"/>
                <a:cs typeface="Times New Roman"/>
              </a:rPr>
              <a:t> </a:t>
            </a:r>
            <a:r>
              <a:rPr sz="1200" dirty="0">
                <a:latin typeface="Times New Roman"/>
                <a:cs typeface="Times New Roman"/>
              </a:rPr>
              <a:t>widely</a:t>
            </a:r>
            <a:r>
              <a:rPr sz="1200" spc="-15" dirty="0">
                <a:latin typeface="Times New Roman"/>
                <a:cs typeface="Times New Roman"/>
              </a:rPr>
              <a:t> </a:t>
            </a:r>
            <a:r>
              <a:rPr sz="1200" spc="-5" dirty="0">
                <a:latin typeface="Times New Roman"/>
                <a:cs typeface="Times New Roman"/>
              </a:rPr>
              <a:t>used.</a:t>
            </a:r>
            <a:r>
              <a:rPr sz="1200" spc="20" dirty="0">
                <a:latin typeface="Times New Roman"/>
                <a:cs typeface="Times New Roman"/>
              </a:rPr>
              <a:t> </a:t>
            </a:r>
            <a:r>
              <a:rPr sz="1200" spc="-10" dirty="0">
                <a:latin typeface="Times New Roman"/>
                <a:cs typeface="Times New Roman"/>
              </a:rPr>
              <a:t>However, </a:t>
            </a:r>
            <a:r>
              <a:rPr sz="1200" spc="-285" dirty="0">
                <a:latin typeface="Times New Roman"/>
                <a:cs typeface="Times New Roman"/>
              </a:rPr>
              <a:t> </a:t>
            </a:r>
            <a:r>
              <a:rPr sz="1200" spc="-5" dirty="0">
                <a:latin typeface="Times New Roman"/>
                <a:cs typeface="Times New Roman"/>
              </a:rPr>
              <a:t>professional</a:t>
            </a:r>
            <a:r>
              <a:rPr sz="1200" dirty="0">
                <a:latin typeface="Times New Roman"/>
                <a:cs typeface="Times New Roman"/>
              </a:rPr>
              <a:t> </a:t>
            </a:r>
            <a:r>
              <a:rPr sz="1200" spc="-5" dirty="0">
                <a:latin typeface="Times New Roman"/>
                <a:cs typeface="Times New Roman"/>
              </a:rPr>
              <a:t>networking</a:t>
            </a:r>
            <a:r>
              <a:rPr sz="1200" spc="10"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like</a:t>
            </a:r>
            <a:r>
              <a:rPr sz="1200" spc="15" dirty="0">
                <a:latin typeface="Times New Roman"/>
                <a:cs typeface="Times New Roman"/>
              </a:rPr>
              <a:t> </a:t>
            </a:r>
            <a:r>
              <a:rPr sz="1200" spc="-5" dirty="0">
                <a:latin typeface="Times New Roman"/>
                <a:cs typeface="Times New Roman"/>
              </a:rPr>
              <a:t>LinkedIn</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productivity</a:t>
            </a:r>
            <a:r>
              <a:rPr sz="1200" spc="-20" dirty="0">
                <a:latin typeface="Times New Roman"/>
                <a:cs typeface="Times New Roman"/>
              </a:rPr>
              <a:t> </a:t>
            </a:r>
            <a:r>
              <a:rPr sz="1200" spc="-5" dirty="0">
                <a:latin typeface="Times New Roman"/>
                <a:cs typeface="Times New Roman"/>
              </a:rPr>
              <a:t>tools</a:t>
            </a:r>
            <a:r>
              <a:rPr sz="1200" spc="10" dirty="0">
                <a:latin typeface="Times New Roman"/>
                <a:cs typeface="Times New Roman"/>
              </a:rPr>
              <a:t> </a:t>
            </a:r>
            <a:r>
              <a:rPr sz="1200" spc="-5" dirty="0">
                <a:latin typeface="Times New Roman"/>
                <a:cs typeface="Times New Roman"/>
              </a:rPr>
              <a:t>like</a:t>
            </a:r>
            <a:r>
              <a:rPr sz="1200" dirty="0">
                <a:latin typeface="Times New Roman"/>
                <a:cs typeface="Times New Roman"/>
              </a:rPr>
              <a:t> </a:t>
            </a:r>
            <a:r>
              <a:rPr sz="1200" spc="-5" dirty="0">
                <a:latin typeface="Times New Roman"/>
                <a:cs typeface="Times New Roman"/>
              </a:rPr>
              <a:t>Google</a:t>
            </a:r>
            <a:r>
              <a:rPr sz="1200" spc="-15" dirty="0">
                <a:latin typeface="Times New Roman"/>
                <a:cs typeface="Times New Roman"/>
              </a:rPr>
              <a:t> Workspace</a:t>
            </a:r>
            <a:r>
              <a:rPr sz="1200" spc="10" dirty="0">
                <a:latin typeface="Times New Roman"/>
                <a:cs typeface="Times New Roman"/>
              </a:rPr>
              <a:t> </a:t>
            </a:r>
            <a:r>
              <a:rPr sz="1200" spc="-5" dirty="0">
                <a:latin typeface="Times New Roman"/>
                <a:cs typeface="Times New Roman"/>
              </a:rPr>
              <a:t>are</a:t>
            </a:r>
            <a:r>
              <a:rPr sz="1200" spc="15" dirty="0">
                <a:latin typeface="Times New Roman"/>
                <a:cs typeface="Times New Roman"/>
              </a:rPr>
              <a:t> </a:t>
            </a:r>
            <a:r>
              <a:rPr sz="1200" spc="-5" dirty="0">
                <a:latin typeface="Times New Roman"/>
                <a:cs typeface="Times New Roman"/>
              </a:rPr>
              <a:t>also </a:t>
            </a:r>
            <a:r>
              <a:rPr sz="1200" dirty="0">
                <a:latin typeface="Times New Roman"/>
                <a:cs typeface="Times New Roman"/>
              </a:rPr>
              <a:t> </a:t>
            </a:r>
            <a:r>
              <a:rPr sz="1200" spc="-5" dirty="0">
                <a:latin typeface="Times New Roman"/>
                <a:cs typeface="Times New Roman"/>
              </a:rPr>
              <a:t>common,</a:t>
            </a:r>
            <a:r>
              <a:rPr sz="1200" spc="10" dirty="0">
                <a:latin typeface="Times New Roman"/>
                <a:cs typeface="Times New Roman"/>
              </a:rPr>
              <a:t> </a:t>
            </a:r>
            <a:r>
              <a:rPr sz="1200" dirty="0">
                <a:latin typeface="Times New Roman"/>
                <a:cs typeface="Times New Roman"/>
              </a:rPr>
              <a:t>particularly</a:t>
            </a:r>
            <a:r>
              <a:rPr sz="1200" spc="-20" dirty="0">
                <a:latin typeface="Times New Roman"/>
                <a:cs typeface="Times New Roman"/>
              </a:rPr>
              <a:t> </a:t>
            </a:r>
            <a:r>
              <a:rPr sz="1200" dirty="0">
                <a:latin typeface="Times New Roman"/>
                <a:cs typeface="Times New Roman"/>
              </a:rPr>
              <a:t>among</a:t>
            </a:r>
            <a:r>
              <a:rPr sz="1200" spc="-5" dirty="0">
                <a:latin typeface="Times New Roman"/>
                <a:cs typeface="Times New Roman"/>
              </a:rPr>
              <a:t> those</a:t>
            </a:r>
            <a:r>
              <a:rPr sz="1200" spc="15" dirty="0">
                <a:latin typeface="Times New Roman"/>
                <a:cs typeface="Times New Roman"/>
              </a:rPr>
              <a:t> </a:t>
            </a:r>
            <a:r>
              <a:rPr sz="1200" spc="-5" dirty="0">
                <a:latin typeface="Times New Roman"/>
                <a:cs typeface="Times New Roman"/>
              </a:rPr>
              <a:t>who</a:t>
            </a:r>
            <a:r>
              <a:rPr sz="1200" spc="25" dirty="0">
                <a:latin typeface="Times New Roman"/>
                <a:cs typeface="Times New Roman"/>
              </a:rPr>
              <a:t> </a:t>
            </a:r>
            <a:r>
              <a:rPr sz="1200" spc="-5" dirty="0">
                <a:latin typeface="Times New Roman"/>
                <a:cs typeface="Times New Roman"/>
              </a:rPr>
              <a:t>are</a:t>
            </a:r>
            <a:r>
              <a:rPr sz="1200" spc="15" dirty="0">
                <a:latin typeface="Times New Roman"/>
                <a:cs typeface="Times New Roman"/>
              </a:rPr>
              <a:t> </a:t>
            </a:r>
            <a:r>
              <a:rPr sz="1200" spc="-5" dirty="0">
                <a:latin typeface="Times New Roman"/>
                <a:cs typeface="Times New Roman"/>
              </a:rPr>
              <a:t>working</a:t>
            </a:r>
            <a:r>
              <a:rPr sz="1200" dirty="0">
                <a:latin typeface="Times New Roman"/>
                <a:cs typeface="Times New Roman"/>
              </a:rPr>
              <a:t> </a:t>
            </a:r>
            <a:r>
              <a:rPr sz="1200" spc="-5" dirty="0">
                <a:latin typeface="Times New Roman"/>
                <a:cs typeface="Times New Roman"/>
              </a:rPr>
              <a:t>or</a:t>
            </a:r>
            <a:r>
              <a:rPr sz="1200" spc="10" dirty="0">
                <a:latin typeface="Times New Roman"/>
                <a:cs typeface="Times New Roman"/>
              </a:rPr>
              <a:t> </a:t>
            </a:r>
            <a:r>
              <a:rPr sz="1200" spc="-5" dirty="0">
                <a:latin typeface="Times New Roman"/>
                <a:cs typeface="Times New Roman"/>
              </a:rPr>
              <a:t>studying.</a:t>
            </a:r>
            <a:r>
              <a:rPr sz="1200" spc="10" dirty="0">
                <a:latin typeface="Times New Roman"/>
                <a:cs typeface="Times New Roman"/>
              </a:rPr>
              <a:t> </a:t>
            </a:r>
            <a:r>
              <a:rPr sz="1200" spc="-5" dirty="0">
                <a:latin typeface="Times New Roman"/>
                <a:cs typeface="Times New Roman"/>
              </a:rPr>
              <a:t>Messaging apps</a:t>
            </a:r>
            <a:r>
              <a:rPr sz="1200" spc="10" dirty="0">
                <a:latin typeface="Times New Roman"/>
                <a:cs typeface="Times New Roman"/>
              </a:rPr>
              <a:t> </a:t>
            </a:r>
            <a:r>
              <a:rPr sz="1200" dirty="0">
                <a:latin typeface="Times New Roman"/>
                <a:cs typeface="Times New Roman"/>
              </a:rPr>
              <a:t>such</a:t>
            </a:r>
            <a:r>
              <a:rPr sz="1200" spc="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spc="-5" dirty="0">
                <a:latin typeface="Times New Roman"/>
                <a:cs typeface="Times New Roman"/>
              </a:rPr>
              <a:t>WhatsApp, </a:t>
            </a:r>
            <a:r>
              <a:rPr sz="1200" spc="-285" dirty="0">
                <a:latin typeface="Times New Roman"/>
                <a:cs typeface="Times New Roman"/>
              </a:rPr>
              <a:t> </a:t>
            </a:r>
            <a:r>
              <a:rPr sz="1200" spc="-15" dirty="0">
                <a:latin typeface="Times New Roman"/>
                <a:cs typeface="Times New Roman"/>
              </a:rPr>
              <a:t>Telegram,</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Slack</a:t>
            </a:r>
            <a:r>
              <a:rPr sz="1200"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spc="-5" dirty="0">
                <a:latin typeface="Times New Roman"/>
                <a:cs typeface="Times New Roman"/>
              </a:rPr>
              <a:t>used</a:t>
            </a:r>
            <a:r>
              <a:rPr sz="1200" dirty="0">
                <a:latin typeface="Times New Roman"/>
                <a:cs typeface="Times New Roman"/>
              </a:rPr>
              <a:t> </a:t>
            </a:r>
            <a:r>
              <a:rPr sz="1200" spc="-5" dirty="0">
                <a:latin typeface="Times New Roman"/>
                <a:cs typeface="Times New Roman"/>
              </a:rPr>
              <a:t>for both</a:t>
            </a:r>
            <a:r>
              <a:rPr sz="1200" dirty="0">
                <a:latin typeface="Times New Roman"/>
                <a:cs typeface="Times New Roman"/>
              </a:rPr>
              <a:t> </a:t>
            </a:r>
            <a:r>
              <a:rPr sz="1200" spc="-5" dirty="0">
                <a:latin typeface="Times New Roman"/>
                <a:cs typeface="Times New Roman"/>
              </a:rPr>
              <a:t>personal</a:t>
            </a:r>
            <a:r>
              <a:rPr sz="1200" spc="5" dirty="0">
                <a:latin typeface="Times New Roman"/>
                <a:cs typeface="Times New Roman"/>
              </a:rPr>
              <a:t> </a:t>
            </a:r>
            <a:r>
              <a:rPr sz="1200" dirty="0">
                <a:latin typeface="Times New Roman"/>
                <a:cs typeface="Times New Roman"/>
              </a:rPr>
              <a:t>and </a:t>
            </a:r>
            <a:r>
              <a:rPr sz="1200" spc="-5" dirty="0">
                <a:latin typeface="Times New Roman"/>
                <a:cs typeface="Times New Roman"/>
              </a:rPr>
              <a:t>professional</a:t>
            </a:r>
            <a:r>
              <a:rPr sz="1200" spc="5" dirty="0">
                <a:latin typeface="Times New Roman"/>
                <a:cs typeface="Times New Roman"/>
              </a:rPr>
              <a:t> </a:t>
            </a:r>
            <a:r>
              <a:rPr sz="1200" spc="-5" dirty="0">
                <a:latin typeface="Times New Roman"/>
                <a:cs typeface="Times New Roman"/>
              </a:rPr>
              <a:t>communication.</a:t>
            </a:r>
            <a:endParaRPr sz="1200" dirty="0">
              <a:latin typeface="Times New Roman"/>
              <a:cs typeface="Times New Roman"/>
            </a:endParaRPr>
          </a:p>
          <a:p>
            <a:pPr marL="12700" marR="47625">
              <a:lnSpc>
                <a:spcPct val="99500"/>
              </a:lnSpc>
              <a:spcBef>
                <a:spcPts val="45"/>
              </a:spcBef>
            </a:pPr>
            <a:r>
              <a:rPr sz="1200" spc="-5" dirty="0">
                <a:latin typeface="Times New Roman"/>
                <a:cs typeface="Times New Roman"/>
              </a:rPr>
              <a:t>Entertainment</a:t>
            </a:r>
            <a:r>
              <a:rPr sz="1200" spc="10"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spc="-5" dirty="0">
                <a:latin typeface="Times New Roman"/>
                <a:cs typeface="Times New Roman"/>
              </a:rPr>
              <a:t>another</a:t>
            </a:r>
            <a:r>
              <a:rPr sz="1200" spc="20" dirty="0">
                <a:latin typeface="Times New Roman"/>
                <a:cs typeface="Times New Roman"/>
              </a:rPr>
              <a:t> </a:t>
            </a:r>
            <a:r>
              <a:rPr sz="1200" spc="-5" dirty="0">
                <a:latin typeface="Times New Roman"/>
                <a:cs typeface="Times New Roman"/>
              </a:rPr>
              <a:t>major</a:t>
            </a:r>
            <a:r>
              <a:rPr sz="1200" spc="15" dirty="0">
                <a:latin typeface="Times New Roman"/>
                <a:cs typeface="Times New Roman"/>
              </a:rPr>
              <a:t> </a:t>
            </a:r>
            <a:r>
              <a:rPr sz="1200" spc="-5" dirty="0">
                <a:latin typeface="Times New Roman"/>
                <a:cs typeface="Times New Roman"/>
              </a:rPr>
              <a:t>area</a:t>
            </a:r>
            <a:r>
              <a:rPr sz="1200" spc="1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focus,</a:t>
            </a:r>
            <a:r>
              <a:rPr sz="1200" spc="15" dirty="0">
                <a:latin typeface="Times New Roman"/>
                <a:cs typeface="Times New Roman"/>
              </a:rPr>
              <a:t> </a:t>
            </a:r>
            <a:r>
              <a:rPr sz="1200" spc="-5" dirty="0">
                <a:latin typeface="Times New Roman"/>
                <a:cs typeface="Times New Roman"/>
              </a:rPr>
              <a:t>with</a:t>
            </a:r>
            <a:r>
              <a:rPr sz="1200" spc="10" dirty="0">
                <a:latin typeface="Times New Roman"/>
                <a:cs typeface="Times New Roman"/>
              </a:rPr>
              <a:t> </a:t>
            </a:r>
            <a:r>
              <a:rPr sz="1200" spc="-5" dirty="0">
                <a:latin typeface="Times New Roman"/>
                <a:cs typeface="Times New Roman"/>
              </a:rPr>
              <a:t>video</a:t>
            </a:r>
            <a:r>
              <a:rPr sz="1200" spc="15" dirty="0">
                <a:latin typeface="Times New Roman"/>
                <a:cs typeface="Times New Roman"/>
              </a:rPr>
              <a:t> </a:t>
            </a:r>
            <a:r>
              <a:rPr sz="1200" spc="-5" dirty="0">
                <a:latin typeface="Times New Roman"/>
                <a:cs typeface="Times New Roman"/>
              </a:rPr>
              <a:t>streaming</a:t>
            </a:r>
            <a:r>
              <a:rPr sz="1200" spc="5" dirty="0">
                <a:latin typeface="Times New Roman"/>
                <a:cs typeface="Times New Roman"/>
              </a:rPr>
              <a:t> </a:t>
            </a:r>
            <a:r>
              <a:rPr sz="1200" spc="-5" dirty="0">
                <a:latin typeface="Times New Roman"/>
                <a:cs typeface="Times New Roman"/>
              </a:rPr>
              <a:t>services</a:t>
            </a:r>
            <a:r>
              <a:rPr sz="1200" spc="25" dirty="0">
                <a:latin typeface="Times New Roman"/>
                <a:cs typeface="Times New Roman"/>
              </a:rPr>
              <a:t> </a:t>
            </a:r>
            <a:r>
              <a:rPr sz="1200" spc="-5" dirty="0">
                <a:latin typeface="Times New Roman"/>
                <a:cs typeface="Times New Roman"/>
              </a:rPr>
              <a:t>like</a:t>
            </a:r>
            <a:r>
              <a:rPr sz="1200" spc="10" dirty="0">
                <a:latin typeface="Times New Roman"/>
                <a:cs typeface="Times New Roman"/>
              </a:rPr>
              <a:t> </a:t>
            </a:r>
            <a:r>
              <a:rPr sz="1200" spc="-5" dirty="0">
                <a:latin typeface="Times New Roman"/>
                <a:cs typeface="Times New Roman"/>
              </a:rPr>
              <a:t>Netflix,</a:t>
            </a:r>
            <a:r>
              <a:rPr sz="1200" spc="-65" dirty="0">
                <a:latin typeface="Times New Roman"/>
                <a:cs typeface="Times New Roman"/>
              </a:rPr>
              <a:t> </a:t>
            </a:r>
            <a:r>
              <a:rPr sz="1200" spc="-5" dirty="0">
                <a:latin typeface="Times New Roman"/>
                <a:cs typeface="Times New Roman"/>
              </a:rPr>
              <a:t>Amazon</a:t>
            </a:r>
            <a:r>
              <a:rPr sz="1200" spc="15" dirty="0">
                <a:latin typeface="Times New Roman"/>
                <a:cs typeface="Times New Roman"/>
              </a:rPr>
              <a:t> </a:t>
            </a:r>
            <a:r>
              <a:rPr sz="1200" spc="-5" dirty="0">
                <a:latin typeface="Times New Roman"/>
                <a:cs typeface="Times New Roman"/>
              </a:rPr>
              <a:t>Prime, </a:t>
            </a:r>
            <a:r>
              <a:rPr sz="1200" dirty="0">
                <a:latin typeface="Times New Roman"/>
                <a:cs typeface="Times New Roman"/>
              </a:rPr>
              <a:t> </a:t>
            </a:r>
            <a:r>
              <a:rPr sz="1200" spc="-5" dirty="0">
                <a:latin typeface="Times New Roman"/>
                <a:cs typeface="Times New Roman"/>
              </a:rPr>
              <a:t>and</a:t>
            </a:r>
            <a:r>
              <a:rPr sz="1200" spc="-40" dirty="0">
                <a:latin typeface="Times New Roman"/>
                <a:cs typeface="Times New Roman"/>
              </a:rPr>
              <a:t> </a:t>
            </a:r>
            <a:r>
              <a:rPr sz="1200" spc="-25" dirty="0">
                <a:latin typeface="Times New Roman"/>
                <a:cs typeface="Times New Roman"/>
              </a:rPr>
              <a:t>YouTube</a:t>
            </a:r>
            <a:r>
              <a:rPr sz="1200" spc="10" dirty="0">
                <a:latin typeface="Times New Roman"/>
                <a:cs typeface="Times New Roman"/>
              </a:rPr>
              <a:t> </a:t>
            </a:r>
            <a:r>
              <a:rPr sz="1200" dirty="0">
                <a:latin typeface="Times New Roman"/>
                <a:cs typeface="Times New Roman"/>
              </a:rPr>
              <a:t>being</a:t>
            </a:r>
            <a:r>
              <a:rPr sz="1200" spc="5" dirty="0">
                <a:latin typeface="Times New Roman"/>
                <a:cs typeface="Times New Roman"/>
              </a:rPr>
              <a:t> </a:t>
            </a:r>
            <a:r>
              <a:rPr sz="1200" dirty="0">
                <a:latin typeface="Times New Roman"/>
                <a:cs typeface="Times New Roman"/>
              </a:rPr>
              <a:t>particularly</a:t>
            </a:r>
            <a:r>
              <a:rPr sz="1200" spc="-10" dirty="0">
                <a:latin typeface="Times New Roman"/>
                <a:cs typeface="Times New Roman"/>
              </a:rPr>
              <a:t> popular.</a:t>
            </a:r>
            <a:r>
              <a:rPr sz="1200" spc="15" dirty="0">
                <a:latin typeface="Times New Roman"/>
                <a:cs typeface="Times New Roman"/>
              </a:rPr>
              <a:t> </a:t>
            </a:r>
            <a:r>
              <a:rPr sz="1200" spc="-5" dirty="0">
                <a:latin typeface="Times New Roman"/>
                <a:cs typeface="Times New Roman"/>
              </a:rPr>
              <a:t>Music</a:t>
            </a:r>
            <a:r>
              <a:rPr sz="1200" spc="10" dirty="0">
                <a:latin typeface="Times New Roman"/>
                <a:cs typeface="Times New Roman"/>
              </a:rPr>
              <a:t> </a:t>
            </a:r>
            <a:r>
              <a:rPr sz="1200" spc="-5" dirty="0">
                <a:latin typeface="Times New Roman"/>
                <a:cs typeface="Times New Roman"/>
              </a:rPr>
              <a:t>streaming</a:t>
            </a:r>
            <a:r>
              <a:rPr sz="1200" spc="5" dirty="0">
                <a:latin typeface="Times New Roman"/>
                <a:cs typeface="Times New Roman"/>
              </a:rPr>
              <a:t> </a:t>
            </a:r>
            <a:r>
              <a:rPr sz="1200" spc="-5" dirty="0">
                <a:latin typeface="Times New Roman"/>
                <a:cs typeface="Times New Roman"/>
              </a:rPr>
              <a:t>through</a:t>
            </a:r>
            <a:r>
              <a:rPr sz="1200" spc="15" dirty="0">
                <a:latin typeface="Times New Roman"/>
                <a:cs typeface="Times New Roman"/>
              </a:rPr>
              <a:t> </a:t>
            </a:r>
            <a:r>
              <a:rPr sz="1200" spc="-5" dirty="0">
                <a:latin typeface="Times New Roman"/>
                <a:cs typeface="Times New Roman"/>
              </a:rPr>
              <a:t>apps</a:t>
            </a:r>
            <a:r>
              <a:rPr sz="1200" spc="15" dirty="0">
                <a:latin typeface="Times New Roman"/>
                <a:cs typeface="Times New Roman"/>
              </a:rPr>
              <a:t> </a:t>
            </a:r>
            <a:r>
              <a:rPr sz="1200" dirty="0">
                <a:latin typeface="Times New Roman"/>
                <a:cs typeface="Times New Roman"/>
              </a:rPr>
              <a:t>like</a:t>
            </a:r>
            <a:r>
              <a:rPr sz="1200" spc="10" dirty="0">
                <a:latin typeface="Times New Roman"/>
                <a:cs typeface="Times New Roman"/>
              </a:rPr>
              <a:t> </a:t>
            </a:r>
            <a:r>
              <a:rPr sz="1200" dirty="0">
                <a:latin typeface="Times New Roman"/>
                <a:cs typeface="Times New Roman"/>
              </a:rPr>
              <a:t>Spotify</a:t>
            </a:r>
            <a:r>
              <a:rPr sz="1200" spc="-10" dirty="0">
                <a:latin typeface="Times New Roman"/>
                <a:cs typeface="Times New Roman"/>
              </a:rPr>
              <a:t> </a:t>
            </a:r>
            <a:r>
              <a:rPr sz="1200" spc="-5" dirty="0">
                <a:latin typeface="Times New Roman"/>
                <a:cs typeface="Times New Roman"/>
              </a:rPr>
              <a:t>and</a:t>
            </a:r>
            <a:r>
              <a:rPr sz="1200" spc="-50" dirty="0">
                <a:latin typeface="Times New Roman"/>
                <a:cs typeface="Times New Roman"/>
              </a:rPr>
              <a:t> </a:t>
            </a:r>
            <a:r>
              <a:rPr sz="1200" spc="-5" dirty="0">
                <a:latin typeface="Times New Roman"/>
                <a:cs typeface="Times New Roman"/>
              </a:rPr>
              <a:t>Apple</a:t>
            </a:r>
            <a:r>
              <a:rPr sz="1200" spc="10" dirty="0">
                <a:latin typeface="Times New Roman"/>
                <a:cs typeface="Times New Roman"/>
              </a:rPr>
              <a:t> </a:t>
            </a:r>
            <a:r>
              <a:rPr sz="1200" dirty="0">
                <a:latin typeface="Times New Roman"/>
                <a:cs typeface="Times New Roman"/>
              </a:rPr>
              <a:t>Music </a:t>
            </a:r>
            <a:r>
              <a:rPr sz="1200" spc="5" dirty="0">
                <a:latin typeface="Times New Roman"/>
                <a:cs typeface="Times New Roman"/>
              </a:rPr>
              <a:t> </a:t>
            </a:r>
            <a:r>
              <a:rPr sz="1200" spc="-5" dirty="0">
                <a:latin typeface="Times New Roman"/>
                <a:cs typeface="Times New Roman"/>
              </a:rPr>
              <a:t>also</a:t>
            </a:r>
            <a:r>
              <a:rPr sz="1200" spc="10" dirty="0">
                <a:latin typeface="Times New Roman"/>
                <a:cs typeface="Times New Roman"/>
              </a:rPr>
              <a:t> </a:t>
            </a:r>
            <a:r>
              <a:rPr sz="1200" spc="-5" dirty="0">
                <a:latin typeface="Times New Roman"/>
                <a:cs typeface="Times New Roman"/>
              </a:rPr>
              <a:t>sees</a:t>
            </a:r>
            <a:r>
              <a:rPr sz="1200" spc="10" dirty="0">
                <a:latin typeface="Times New Roman"/>
                <a:cs typeface="Times New Roman"/>
              </a:rPr>
              <a:t> </a:t>
            </a:r>
            <a:r>
              <a:rPr sz="1200" spc="-5" dirty="0">
                <a:latin typeface="Times New Roman"/>
                <a:cs typeface="Times New Roman"/>
              </a:rPr>
              <a:t>significant</a:t>
            </a:r>
            <a:r>
              <a:rPr sz="1200" spc="10" dirty="0">
                <a:latin typeface="Times New Roman"/>
                <a:cs typeface="Times New Roman"/>
              </a:rPr>
              <a:t> </a:t>
            </a:r>
            <a:r>
              <a:rPr sz="1200" dirty="0">
                <a:latin typeface="Times New Roman"/>
                <a:cs typeface="Times New Roman"/>
              </a:rPr>
              <a:t>usage.</a:t>
            </a:r>
            <a:r>
              <a:rPr sz="1200" spc="-65" dirty="0">
                <a:latin typeface="Times New Roman"/>
                <a:cs typeface="Times New Roman"/>
              </a:rPr>
              <a:t> </a:t>
            </a:r>
            <a:r>
              <a:rPr sz="1200" spc="-10" dirty="0">
                <a:latin typeface="Times New Roman"/>
                <a:cs typeface="Times New Roman"/>
              </a:rPr>
              <a:t>Additionally,</a:t>
            </a:r>
            <a:r>
              <a:rPr sz="1200" spc="30" dirty="0">
                <a:latin typeface="Times New Roman"/>
                <a:cs typeface="Times New Roman"/>
              </a:rPr>
              <a:t> </a:t>
            </a:r>
            <a:r>
              <a:rPr sz="1200" spc="-5" dirty="0">
                <a:latin typeface="Times New Roman"/>
                <a:cs typeface="Times New Roman"/>
              </a:rPr>
              <a:t>young</a:t>
            </a:r>
            <a:r>
              <a:rPr sz="1200" dirty="0">
                <a:latin typeface="Times New Roman"/>
                <a:cs typeface="Times New Roman"/>
              </a:rPr>
              <a:t> </a:t>
            </a:r>
            <a:r>
              <a:rPr sz="1200" spc="-5" dirty="0">
                <a:latin typeface="Times New Roman"/>
                <a:cs typeface="Times New Roman"/>
              </a:rPr>
              <a:t>adults</a:t>
            </a:r>
            <a:r>
              <a:rPr sz="1200" spc="10" dirty="0">
                <a:latin typeface="Times New Roman"/>
                <a:cs typeface="Times New Roman"/>
              </a:rPr>
              <a:t> </a:t>
            </a:r>
            <a:r>
              <a:rPr sz="1200" spc="-5" dirty="0">
                <a:latin typeface="Times New Roman"/>
                <a:cs typeface="Times New Roman"/>
              </a:rPr>
              <a:t>are</a:t>
            </a:r>
            <a:r>
              <a:rPr sz="1200" dirty="0">
                <a:latin typeface="Times New Roman"/>
                <a:cs typeface="Times New Roman"/>
              </a:rPr>
              <a:t> </a:t>
            </a:r>
            <a:r>
              <a:rPr sz="1200" spc="-5" dirty="0">
                <a:latin typeface="Times New Roman"/>
                <a:cs typeface="Times New Roman"/>
              </a:rPr>
              <a:t>frequent</a:t>
            </a:r>
            <a:r>
              <a:rPr sz="1200" spc="20" dirty="0">
                <a:latin typeface="Times New Roman"/>
                <a:cs typeface="Times New Roman"/>
              </a:rPr>
              <a:t> </a:t>
            </a:r>
            <a:r>
              <a:rPr sz="1200" spc="-5" dirty="0">
                <a:latin typeface="Times New Roman"/>
                <a:cs typeface="Times New Roman"/>
              </a:rPr>
              <a:t>gamers,</a:t>
            </a:r>
            <a:r>
              <a:rPr sz="1200" spc="25" dirty="0">
                <a:latin typeface="Times New Roman"/>
                <a:cs typeface="Times New Roman"/>
              </a:rPr>
              <a:t> </a:t>
            </a:r>
            <a:r>
              <a:rPr sz="1200" spc="-5" dirty="0">
                <a:latin typeface="Times New Roman"/>
                <a:cs typeface="Times New Roman"/>
              </a:rPr>
              <a:t>often</a:t>
            </a:r>
            <a:r>
              <a:rPr sz="1200" spc="10" dirty="0">
                <a:latin typeface="Times New Roman"/>
                <a:cs typeface="Times New Roman"/>
              </a:rPr>
              <a:t> </a:t>
            </a:r>
            <a:r>
              <a:rPr sz="1200" spc="-5" dirty="0">
                <a:latin typeface="Times New Roman"/>
                <a:cs typeface="Times New Roman"/>
              </a:rPr>
              <a:t>engaging in</a:t>
            </a:r>
            <a:r>
              <a:rPr sz="1200" spc="10" dirty="0">
                <a:latin typeface="Times New Roman"/>
                <a:cs typeface="Times New Roman"/>
              </a:rPr>
              <a:t> </a:t>
            </a:r>
            <a:r>
              <a:rPr sz="1200" spc="-5" dirty="0">
                <a:latin typeface="Times New Roman"/>
                <a:cs typeface="Times New Roman"/>
              </a:rPr>
              <a:t>both</a:t>
            </a:r>
            <a:r>
              <a:rPr sz="1200" spc="15" dirty="0">
                <a:latin typeface="Times New Roman"/>
                <a:cs typeface="Times New Roman"/>
              </a:rPr>
              <a:t> </a:t>
            </a:r>
            <a:r>
              <a:rPr sz="1200" spc="-5" dirty="0">
                <a:latin typeface="Times New Roman"/>
                <a:cs typeface="Times New Roman"/>
              </a:rPr>
              <a:t>casual </a:t>
            </a:r>
            <a:r>
              <a:rPr sz="1200" spc="-285" dirty="0">
                <a:latin typeface="Times New Roman"/>
                <a:cs typeface="Times New Roman"/>
              </a:rPr>
              <a:t> </a:t>
            </a:r>
            <a:r>
              <a:rPr sz="1200" spc="-5" dirty="0">
                <a:latin typeface="Times New Roman"/>
                <a:cs typeface="Times New Roman"/>
              </a:rPr>
              <a:t>games</a:t>
            </a:r>
            <a:r>
              <a:rPr sz="1200" spc="5" dirty="0">
                <a:latin typeface="Times New Roman"/>
                <a:cs typeface="Times New Roman"/>
              </a:rPr>
              <a:t> </a:t>
            </a:r>
            <a:r>
              <a:rPr sz="1200" spc="-5" dirty="0">
                <a:latin typeface="Times New Roman"/>
                <a:cs typeface="Times New Roman"/>
              </a:rPr>
              <a:t>like</a:t>
            </a:r>
            <a:r>
              <a:rPr sz="1200" dirty="0">
                <a:latin typeface="Times New Roman"/>
                <a:cs typeface="Times New Roman"/>
              </a:rPr>
              <a:t> Candy</a:t>
            </a:r>
            <a:r>
              <a:rPr sz="1200" spc="-20" dirty="0">
                <a:latin typeface="Times New Roman"/>
                <a:cs typeface="Times New Roman"/>
              </a:rPr>
              <a:t> </a:t>
            </a:r>
            <a:r>
              <a:rPr sz="1200" spc="-5" dirty="0">
                <a:latin typeface="Times New Roman"/>
                <a:cs typeface="Times New Roman"/>
              </a:rPr>
              <a:t>Crush</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more</a:t>
            </a:r>
            <a:r>
              <a:rPr sz="1200" dirty="0">
                <a:latin typeface="Times New Roman"/>
                <a:cs typeface="Times New Roman"/>
              </a:rPr>
              <a:t> </a:t>
            </a:r>
            <a:r>
              <a:rPr sz="1200" spc="-5" dirty="0">
                <a:latin typeface="Times New Roman"/>
                <a:cs typeface="Times New Roman"/>
              </a:rPr>
              <a:t>immersive</a:t>
            </a:r>
            <a:r>
              <a:rPr sz="1200" spc="5" dirty="0">
                <a:latin typeface="Times New Roman"/>
                <a:cs typeface="Times New Roman"/>
              </a:rPr>
              <a:t> </a:t>
            </a:r>
            <a:r>
              <a:rPr sz="1200" spc="-5" dirty="0">
                <a:latin typeface="Times New Roman"/>
                <a:cs typeface="Times New Roman"/>
              </a:rPr>
              <a:t>experiences</a:t>
            </a:r>
            <a:r>
              <a:rPr sz="1200" dirty="0">
                <a:latin typeface="Times New Roman"/>
                <a:cs typeface="Times New Roman"/>
              </a:rPr>
              <a:t> </a:t>
            </a:r>
            <a:r>
              <a:rPr sz="1200" spc="-5" dirty="0">
                <a:latin typeface="Times New Roman"/>
                <a:cs typeface="Times New Roman"/>
              </a:rPr>
              <a:t>like</a:t>
            </a:r>
            <a:r>
              <a:rPr sz="1200" dirty="0">
                <a:latin typeface="Times New Roman"/>
                <a:cs typeface="Times New Roman"/>
              </a:rPr>
              <a:t> </a:t>
            </a:r>
            <a:r>
              <a:rPr sz="1200" spc="-5" dirty="0">
                <a:latin typeface="Times New Roman"/>
                <a:cs typeface="Times New Roman"/>
              </a:rPr>
              <a:t>PUBG</a:t>
            </a:r>
            <a:r>
              <a:rPr sz="1200" spc="10" dirty="0">
                <a:latin typeface="Times New Roman"/>
                <a:cs typeface="Times New Roman"/>
              </a:rPr>
              <a:t> </a:t>
            </a:r>
            <a:r>
              <a:rPr sz="1200" dirty="0">
                <a:latin typeface="Times New Roman"/>
                <a:cs typeface="Times New Roman"/>
              </a:rPr>
              <a:t>Mobile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Genshin</a:t>
            </a:r>
            <a:r>
              <a:rPr sz="1200" spc="15" dirty="0">
                <a:latin typeface="Times New Roman"/>
                <a:cs typeface="Times New Roman"/>
              </a:rPr>
              <a:t> </a:t>
            </a:r>
            <a:r>
              <a:rPr sz="1200" spc="-5" dirty="0">
                <a:latin typeface="Times New Roman"/>
                <a:cs typeface="Times New Roman"/>
              </a:rPr>
              <a:t>Impact.</a:t>
            </a:r>
            <a:endParaRPr lang="en-US" sz="1200" spc="-5" dirty="0">
              <a:latin typeface="Times New Roman"/>
              <a:cs typeface="Times New Roman"/>
            </a:endParaRPr>
          </a:p>
          <a:p>
            <a:pPr marL="12700" marR="47625">
              <a:lnSpc>
                <a:spcPct val="99500"/>
              </a:lnSpc>
              <a:spcBef>
                <a:spcPts val="45"/>
              </a:spcBef>
            </a:pPr>
            <a:endParaRPr sz="800" dirty="0">
              <a:latin typeface="Times New Roman"/>
              <a:cs typeface="Times New Roman"/>
            </a:endParaRPr>
          </a:p>
          <a:p>
            <a:pPr marL="12700">
              <a:lnSpc>
                <a:spcPct val="100000"/>
              </a:lnSpc>
            </a:pPr>
            <a:r>
              <a:rPr sz="1400" b="1" dirty="0">
                <a:latin typeface="Times New Roman"/>
                <a:cs typeface="Times New Roman"/>
              </a:rPr>
              <a:t>Online</a:t>
            </a:r>
            <a:r>
              <a:rPr sz="1400" b="1" spc="-15" dirty="0">
                <a:latin typeface="Times New Roman"/>
                <a:cs typeface="Times New Roman"/>
              </a:rPr>
              <a:t> </a:t>
            </a:r>
            <a:r>
              <a:rPr sz="1400" b="1" spc="-5" dirty="0">
                <a:latin typeface="Times New Roman"/>
                <a:cs typeface="Times New Roman"/>
              </a:rPr>
              <a:t>Behavior</a:t>
            </a:r>
            <a:r>
              <a:rPr sz="1400" b="1" spc="-30"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5" dirty="0">
                <a:latin typeface="Times New Roman"/>
                <a:cs typeface="Times New Roman"/>
              </a:rPr>
              <a:t>Social</a:t>
            </a:r>
            <a:r>
              <a:rPr sz="1400" b="1" dirty="0">
                <a:latin typeface="Times New Roman"/>
                <a:cs typeface="Times New Roman"/>
              </a:rPr>
              <a:t> </a:t>
            </a:r>
            <a:r>
              <a:rPr sz="1400" b="1" spc="-5" dirty="0">
                <a:latin typeface="Times New Roman"/>
                <a:cs typeface="Times New Roman"/>
              </a:rPr>
              <a:t>Engagement</a:t>
            </a:r>
            <a:endParaRPr sz="1400" dirty="0">
              <a:latin typeface="Times New Roman"/>
              <a:cs typeface="Times New Roman"/>
            </a:endParaRPr>
          </a:p>
          <a:p>
            <a:pPr marL="12700" marR="59055">
              <a:lnSpc>
                <a:spcPct val="99600"/>
              </a:lnSpc>
              <a:spcBef>
                <a:spcPts val="20"/>
              </a:spcBef>
            </a:pPr>
            <a:r>
              <a:rPr sz="1200" spc="-30" dirty="0">
                <a:latin typeface="Times New Roman"/>
                <a:cs typeface="Times New Roman"/>
              </a:rPr>
              <a:t>Young</a:t>
            </a:r>
            <a:r>
              <a:rPr sz="1200" spc="10" dirty="0">
                <a:latin typeface="Times New Roman"/>
                <a:cs typeface="Times New Roman"/>
              </a:rPr>
              <a:t> </a:t>
            </a:r>
            <a:r>
              <a:rPr sz="1200" spc="-5" dirty="0">
                <a:latin typeface="Times New Roman"/>
                <a:cs typeface="Times New Roman"/>
              </a:rPr>
              <a:t>adults</a:t>
            </a:r>
            <a:r>
              <a:rPr sz="1200" spc="15" dirty="0">
                <a:latin typeface="Times New Roman"/>
                <a:cs typeface="Times New Roman"/>
              </a:rPr>
              <a:t> </a:t>
            </a:r>
            <a:r>
              <a:rPr sz="1200" spc="-5" dirty="0">
                <a:latin typeface="Times New Roman"/>
                <a:cs typeface="Times New Roman"/>
              </a:rPr>
              <a:t>are</a:t>
            </a:r>
            <a:r>
              <a:rPr sz="1200" dirty="0">
                <a:latin typeface="Times New Roman"/>
                <a:cs typeface="Times New Roman"/>
              </a:rPr>
              <a:t> highly</a:t>
            </a:r>
            <a:r>
              <a:rPr sz="1200" spc="-10" dirty="0">
                <a:latin typeface="Times New Roman"/>
                <a:cs typeface="Times New Roman"/>
              </a:rPr>
              <a:t> </a:t>
            </a:r>
            <a:r>
              <a:rPr sz="1200" spc="-5" dirty="0">
                <a:latin typeface="Times New Roman"/>
                <a:cs typeface="Times New Roman"/>
              </a:rPr>
              <a:t>active</a:t>
            </a:r>
            <a:r>
              <a:rPr sz="1200" spc="10" dirty="0">
                <a:latin typeface="Times New Roman"/>
                <a:cs typeface="Times New Roman"/>
              </a:rPr>
              <a:t> </a:t>
            </a:r>
            <a:r>
              <a:rPr sz="1200" spc="-5" dirty="0">
                <a:latin typeface="Times New Roman"/>
                <a:cs typeface="Times New Roman"/>
              </a:rPr>
              <a:t>online,</a:t>
            </a:r>
            <a:r>
              <a:rPr sz="1200" spc="10" dirty="0">
                <a:latin typeface="Times New Roman"/>
                <a:cs typeface="Times New Roman"/>
              </a:rPr>
              <a:t> </a:t>
            </a:r>
            <a:r>
              <a:rPr sz="1200" spc="-5" dirty="0">
                <a:latin typeface="Times New Roman"/>
                <a:cs typeface="Times New Roman"/>
              </a:rPr>
              <a:t>using</a:t>
            </a:r>
            <a:r>
              <a:rPr sz="1200" spc="5" dirty="0">
                <a:latin typeface="Times New Roman"/>
                <a:cs typeface="Times New Roman"/>
              </a:rPr>
              <a:t> </a:t>
            </a:r>
            <a:r>
              <a:rPr sz="1200" spc="-5" dirty="0">
                <a:latin typeface="Times New Roman"/>
                <a:cs typeface="Times New Roman"/>
              </a:rPr>
              <a:t>their</a:t>
            </a:r>
            <a:r>
              <a:rPr sz="1200" spc="-45" dirty="0">
                <a:latin typeface="Times New Roman"/>
                <a:cs typeface="Times New Roman"/>
              </a:rPr>
              <a:t> </a:t>
            </a:r>
            <a:r>
              <a:rPr sz="1200" spc="-5" dirty="0">
                <a:latin typeface="Times New Roman"/>
                <a:cs typeface="Times New Roman"/>
              </a:rPr>
              <a:t>Android</a:t>
            </a:r>
            <a:r>
              <a:rPr sz="1200" spc="20" dirty="0">
                <a:latin typeface="Times New Roman"/>
                <a:cs typeface="Times New Roman"/>
              </a:rPr>
              <a:t> </a:t>
            </a:r>
            <a:r>
              <a:rPr sz="1200" spc="-5"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dirty="0">
                <a:latin typeface="Times New Roman"/>
                <a:cs typeface="Times New Roman"/>
              </a:rPr>
              <a:t>stay</a:t>
            </a:r>
            <a:r>
              <a:rPr sz="1200" spc="-10" dirty="0">
                <a:latin typeface="Times New Roman"/>
                <a:cs typeface="Times New Roman"/>
              </a:rPr>
              <a:t> </a:t>
            </a:r>
            <a:r>
              <a:rPr sz="1200" spc="-5" dirty="0">
                <a:latin typeface="Times New Roman"/>
                <a:cs typeface="Times New Roman"/>
              </a:rPr>
              <a:t>connected</a:t>
            </a:r>
            <a:r>
              <a:rPr sz="1200" spc="1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friends,</a:t>
            </a:r>
            <a:r>
              <a:rPr sz="1200" spc="15" dirty="0">
                <a:latin typeface="Times New Roman"/>
                <a:cs typeface="Times New Roman"/>
              </a:rPr>
              <a:t> </a:t>
            </a:r>
            <a:r>
              <a:rPr sz="1200" spc="-15" dirty="0">
                <a:latin typeface="Times New Roman"/>
                <a:cs typeface="Times New Roman"/>
              </a:rPr>
              <a:t>family, </a:t>
            </a:r>
            <a:r>
              <a:rPr sz="1200" spc="-28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professional</a:t>
            </a:r>
            <a:r>
              <a:rPr sz="1200" dirty="0">
                <a:latin typeface="Times New Roman"/>
                <a:cs typeface="Times New Roman"/>
              </a:rPr>
              <a:t> networks.</a:t>
            </a:r>
            <a:r>
              <a:rPr sz="1200" spc="5" dirty="0">
                <a:latin typeface="Times New Roman"/>
                <a:cs typeface="Times New Roman"/>
              </a:rPr>
              <a:t> </a:t>
            </a:r>
            <a:r>
              <a:rPr sz="1200" spc="-5" dirty="0">
                <a:latin typeface="Times New Roman"/>
                <a:cs typeface="Times New Roman"/>
              </a:rPr>
              <a:t>Social</a:t>
            </a:r>
            <a:r>
              <a:rPr sz="1200" spc="5" dirty="0">
                <a:latin typeface="Times New Roman"/>
                <a:cs typeface="Times New Roman"/>
              </a:rPr>
              <a:t> </a:t>
            </a:r>
            <a:r>
              <a:rPr sz="1200" spc="-5" dirty="0">
                <a:latin typeface="Times New Roman"/>
                <a:cs typeface="Times New Roman"/>
              </a:rPr>
              <a:t>media</a:t>
            </a:r>
            <a:r>
              <a:rPr sz="1200" dirty="0">
                <a:latin typeface="Times New Roman"/>
                <a:cs typeface="Times New Roman"/>
              </a:rPr>
              <a:t> </a:t>
            </a:r>
            <a:r>
              <a:rPr sz="1200" spc="-5" dirty="0">
                <a:latin typeface="Times New Roman"/>
                <a:cs typeface="Times New Roman"/>
              </a:rPr>
              <a:t>engagement</a:t>
            </a:r>
            <a:r>
              <a:rPr sz="1200" spc="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high,</a:t>
            </a:r>
            <a:r>
              <a:rPr sz="1200" spc="5" dirty="0">
                <a:latin typeface="Times New Roman"/>
                <a:cs typeface="Times New Roman"/>
              </a:rPr>
              <a:t> </a:t>
            </a:r>
            <a:r>
              <a:rPr sz="1200" spc="-5" dirty="0">
                <a:latin typeface="Times New Roman"/>
                <a:cs typeface="Times New Roman"/>
              </a:rPr>
              <a:t>with</a:t>
            </a:r>
            <a:r>
              <a:rPr sz="1200" spc="5" dirty="0">
                <a:latin typeface="Times New Roman"/>
                <a:cs typeface="Times New Roman"/>
              </a:rPr>
              <a:t> </a:t>
            </a:r>
            <a:r>
              <a:rPr sz="1200" spc="-5" dirty="0">
                <a:latin typeface="Times New Roman"/>
                <a:cs typeface="Times New Roman"/>
              </a:rPr>
              <a:t>frequent</a:t>
            </a:r>
            <a:r>
              <a:rPr sz="1200" spc="15" dirty="0">
                <a:latin typeface="Times New Roman"/>
                <a:cs typeface="Times New Roman"/>
              </a:rPr>
              <a:t> </a:t>
            </a:r>
            <a:r>
              <a:rPr sz="1200" spc="-5" dirty="0">
                <a:latin typeface="Times New Roman"/>
                <a:cs typeface="Times New Roman"/>
              </a:rPr>
              <a:t>posting,</a:t>
            </a:r>
            <a:r>
              <a:rPr sz="1200" spc="5" dirty="0">
                <a:latin typeface="Times New Roman"/>
                <a:cs typeface="Times New Roman"/>
              </a:rPr>
              <a:t> </a:t>
            </a:r>
            <a:r>
              <a:rPr sz="1200" spc="-5" dirty="0">
                <a:latin typeface="Times New Roman"/>
                <a:cs typeface="Times New Roman"/>
              </a:rPr>
              <a:t>sharing,</a:t>
            </a:r>
            <a:r>
              <a:rPr sz="1200" spc="5" dirty="0">
                <a:latin typeface="Times New Roman"/>
                <a:cs typeface="Times New Roman"/>
              </a:rPr>
              <a:t> </a:t>
            </a:r>
            <a:r>
              <a:rPr sz="1200" spc="-5" dirty="0">
                <a:latin typeface="Times New Roman"/>
                <a:cs typeface="Times New Roman"/>
              </a:rPr>
              <a:t>and </a:t>
            </a:r>
            <a:r>
              <a:rPr sz="1200" dirty="0">
                <a:latin typeface="Times New Roman"/>
                <a:cs typeface="Times New Roman"/>
              </a:rPr>
              <a:t> </a:t>
            </a:r>
            <a:r>
              <a:rPr sz="1200" spc="-5" dirty="0">
                <a:latin typeface="Times New Roman"/>
                <a:cs typeface="Times New Roman"/>
              </a:rPr>
              <a:t>interaction</a:t>
            </a:r>
            <a:r>
              <a:rPr sz="1200" spc="5" dirty="0">
                <a:latin typeface="Times New Roman"/>
                <a:cs typeface="Times New Roman"/>
              </a:rPr>
              <a:t> </a:t>
            </a:r>
            <a:r>
              <a:rPr sz="1200" spc="-5" dirty="0">
                <a:latin typeface="Times New Roman"/>
                <a:cs typeface="Times New Roman"/>
              </a:rPr>
              <a:t>across</a:t>
            </a:r>
            <a:r>
              <a:rPr sz="1200" spc="10" dirty="0">
                <a:latin typeface="Times New Roman"/>
                <a:cs typeface="Times New Roman"/>
              </a:rPr>
              <a:t> </a:t>
            </a:r>
            <a:r>
              <a:rPr sz="1200" spc="-5" dirty="0">
                <a:latin typeface="Times New Roman"/>
                <a:cs typeface="Times New Roman"/>
              </a:rPr>
              <a:t>multiple</a:t>
            </a:r>
            <a:r>
              <a:rPr sz="1200" spc="5" dirty="0">
                <a:latin typeface="Times New Roman"/>
                <a:cs typeface="Times New Roman"/>
              </a:rPr>
              <a:t> </a:t>
            </a:r>
            <a:r>
              <a:rPr sz="1200" spc="-5" dirty="0">
                <a:latin typeface="Times New Roman"/>
                <a:cs typeface="Times New Roman"/>
              </a:rPr>
              <a:t>platforms.</a:t>
            </a:r>
            <a:r>
              <a:rPr sz="1200" spc="-20" dirty="0">
                <a:latin typeface="Times New Roman"/>
                <a:cs typeface="Times New Roman"/>
              </a:rPr>
              <a:t> </a:t>
            </a:r>
            <a:r>
              <a:rPr sz="1200" spc="-5" dirty="0">
                <a:latin typeface="Times New Roman"/>
                <a:cs typeface="Times New Roman"/>
              </a:rPr>
              <a:t>This</a:t>
            </a:r>
            <a:r>
              <a:rPr sz="1200" spc="25" dirty="0">
                <a:latin typeface="Times New Roman"/>
                <a:cs typeface="Times New Roman"/>
              </a:rPr>
              <a:t> </a:t>
            </a:r>
            <a:r>
              <a:rPr sz="1200" spc="-5" dirty="0">
                <a:latin typeface="Times New Roman"/>
                <a:cs typeface="Times New Roman"/>
              </a:rPr>
              <a:t>group</a:t>
            </a:r>
            <a:r>
              <a:rPr sz="1200" spc="10" dirty="0">
                <a:latin typeface="Times New Roman"/>
                <a:cs typeface="Times New Roman"/>
              </a:rPr>
              <a:t> </a:t>
            </a:r>
            <a:r>
              <a:rPr sz="1200" spc="-5" dirty="0">
                <a:latin typeface="Times New Roman"/>
                <a:cs typeface="Times New Roman"/>
              </a:rPr>
              <a:t>also</a:t>
            </a:r>
            <a:r>
              <a:rPr sz="1200" spc="15" dirty="0">
                <a:latin typeface="Times New Roman"/>
                <a:cs typeface="Times New Roman"/>
              </a:rPr>
              <a:t> </a:t>
            </a:r>
            <a:r>
              <a:rPr sz="1200" spc="-5" dirty="0">
                <a:latin typeface="Times New Roman"/>
                <a:cs typeface="Times New Roman"/>
              </a:rPr>
              <a:t>heavily</a:t>
            </a:r>
            <a:r>
              <a:rPr sz="1200" spc="-20" dirty="0">
                <a:latin typeface="Times New Roman"/>
                <a:cs typeface="Times New Roman"/>
              </a:rPr>
              <a:t> </a:t>
            </a:r>
            <a:r>
              <a:rPr sz="1200" spc="-5" dirty="0">
                <a:latin typeface="Times New Roman"/>
                <a:cs typeface="Times New Roman"/>
              </a:rPr>
              <a:t>engages</a:t>
            </a:r>
            <a:r>
              <a:rPr sz="1200" spc="5" dirty="0">
                <a:latin typeface="Times New Roman"/>
                <a:cs typeface="Times New Roman"/>
              </a:rPr>
              <a:t> </a:t>
            </a:r>
            <a:r>
              <a:rPr sz="1200" spc="-5" dirty="0">
                <a:latin typeface="Times New Roman"/>
                <a:cs typeface="Times New Roman"/>
              </a:rPr>
              <a:t>in</a:t>
            </a:r>
            <a:r>
              <a:rPr sz="1200" spc="35" dirty="0">
                <a:latin typeface="Times New Roman"/>
                <a:cs typeface="Times New Roman"/>
              </a:rPr>
              <a:t> </a:t>
            </a:r>
            <a:r>
              <a:rPr sz="1200" spc="-5" dirty="0">
                <a:latin typeface="Times New Roman"/>
                <a:cs typeface="Times New Roman"/>
              </a:rPr>
              <a:t>content</a:t>
            </a:r>
            <a:r>
              <a:rPr sz="1200" spc="5" dirty="0">
                <a:latin typeface="Times New Roman"/>
                <a:cs typeface="Times New Roman"/>
              </a:rPr>
              <a:t> </a:t>
            </a:r>
            <a:r>
              <a:rPr sz="1200" spc="-5" dirty="0">
                <a:latin typeface="Times New Roman"/>
                <a:cs typeface="Times New Roman"/>
              </a:rPr>
              <a:t>creation,</a:t>
            </a:r>
            <a:r>
              <a:rPr sz="1200" spc="10" dirty="0">
                <a:latin typeface="Times New Roman"/>
                <a:cs typeface="Times New Roman"/>
              </a:rPr>
              <a:t> </a:t>
            </a:r>
            <a:r>
              <a:rPr sz="1200" spc="-5" dirty="0">
                <a:latin typeface="Times New Roman"/>
                <a:cs typeface="Times New Roman"/>
              </a:rPr>
              <a:t>whether </a:t>
            </a:r>
            <a:r>
              <a:rPr sz="1200" dirty="0">
                <a:latin typeface="Times New Roman"/>
                <a:cs typeface="Times New Roman"/>
              </a:rPr>
              <a:t> </a:t>
            </a:r>
            <a:r>
              <a:rPr sz="1200" spc="-5" dirty="0">
                <a:latin typeface="Times New Roman"/>
                <a:cs typeface="Times New Roman"/>
              </a:rPr>
              <a:t>through</a:t>
            </a:r>
            <a:r>
              <a:rPr sz="1200" spc="5" dirty="0">
                <a:latin typeface="Times New Roman"/>
                <a:cs typeface="Times New Roman"/>
              </a:rPr>
              <a:t> </a:t>
            </a:r>
            <a:r>
              <a:rPr sz="1200" spc="-5" dirty="0">
                <a:latin typeface="Times New Roman"/>
                <a:cs typeface="Times New Roman"/>
              </a:rPr>
              <a:t>blogging,</a:t>
            </a:r>
            <a:r>
              <a:rPr sz="1200" spc="5" dirty="0">
                <a:latin typeface="Times New Roman"/>
                <a:cs typeface="Times New Roman"/>
              </a:rPr>
              <a:t> </a:t>
            </a:r>
            <a:r>
              <a:rPr sz="1200" spc="-5" dirty="0">
                <a:latin typeface="Times New Roman"/>
                <a:cs typeface="Times New Roman"/>
              </a:rPr>
              <a:t>vlogging,</a:t>
            </a:r>
            <a:r>
              <a:rPr sz="1200" spc="10" dirty="0">
                <a:latin typeface="Times New Roman"/>
                <a:cs typeface="Times New Roman"/>
              </a:rPr>
              <a:t> </a:t>
            </a:r>
            <a:r>
              <a:rPr sz="1200" spc="-5" dirty="0">
                <a:latin typeface="Times New Roman"/>
                <a:cs typeface="Times New Roman"/>
              </a:rPr>
              <a:t>or</a:t>
            </a:r>
            <a:r>
              <a:rPr sz="1200" spc="5" dirty="0">
                <a:latin typeface="Times New Roman"/>
                <a:cs typeface="Times New Roman"/>
              </a:rPr>
              <a:t> </a:t>
            </a:r>
            <a:r>
              <a:rPr sz="1200" spc="-5" dirty="0">
                <a:latin typeface="Times New Roman"/>
                <a:cs typeface="Times New Roman"/>
              </a:rPr>
              <a:t>podcasting,</a:t>
            </a:r>
            <a:r>
              <a:rPr sz="1200" spc="10" dirty="0">
                <a:latin typeface="Times New Roman"/>
                <a:cs typeface="Times New Roman"/>
              </a:rPr>
              <a:t> </a:t>
            </a:r>
            <a:r>
              <a:rPr sz="1200" spc="-5" dirty="0">
                <a:latin typeface="Times New Roman"/>
                <a:cs typeface="Times New Roman"/>
              </a:rPr>
              <a:t>often</a:t>
            </a:r>
            <a:r>
              <a:rPr sz="1200" spc="5" dirty="0">
                <a:latin typeface="Times New Roman"/>
                <a:cs typeface="Times New Roman"/>
              </a:rPr>
              <a:t> </a:t>
            </a:r>
            <a:r>
              <a:rPr sz="1200" dirty="0">
                <a:latin typeface="Times New Roman"/>
                <a:cs typeface="Times New Roman"/>
              </a:rPr>
              <a:t>using </a:t>
            </a:r>
            <a:r>
              <a:rPr sz="1200" spc="-5" dirty="0">
                <a:latin typeface="Times New Roman"/>
                <a:cs typeface="Times New Roman"/>
              </a:rPr>
              <a:t>their</a:t>
            </a:r>
            <a:r>
              <a:rPr sz="1200" dirty="0">
                <a:latin typeface="Times New Roman"/>
                <a:cs typeface="Times New Roman"/>
              </a:rPr>
              <a:t> </a:t>
            </a:r>
            <a:r>
              <a:rPr sz="1200" spc="-5" dirty="0">
                <a:latin typeface="Times New Roman"/>
                <a:cs typeface="Times New Roman"/>
              </a:rPr>
              <a:t>smartphones</a:t>
            </a:r>
            <a:r>
              <a:rPr sz="1200" spc="5" dirty="0">
                <a:latin typeface="Times New Roman"/>
                <a:cs typeface="Times New Roman"/>
              </a:rPr>
              <a:t> </a:t>
            </a:r>
            <a:r>
              <a:rPr sz="1200" spc="-5" dirty="0">
                <a:latin typeface="Times New Roman"/>
                <a:cs typeface="Times New Roman"/>
              </a:rPr>
              <a:t>as</a:t>
            </a:r>
            <a:r>
              <a:rPr sz="1200" spc="15" dirty="0">
                <a:latin typeface="Times New Roman"/>
                <a:cs typeface="Times New Roman"/>
              </a:rPr>
              <a:t> </a:t>
            </a:r>
            <a:r>
              <a:rPr sz="1200" dirty="0">
                <a:latin typeface="Times New Roman"/>
                <a:cs typeface="Times New Roman"/>
              </a:rPr>
              <a:t>primary</a:t>
            </a:r>
            <a:r>
              <a:rPr sz="1200" spc="-20" dirty="0">
                <a:latin typeface="Times New Roman"/>
                <a:cs typeface="Times New Roman"/>
              </a:rPr>
              <a:t> </a:t>
            </a:r>
            <a:r>
              <a:rPr sz="1200" spc="-5" dirty="0">
                <a:latin typeface="Times New Roman"/>
                <a:cs typeface="Times New Roman"/>
              </a:rPr>
              <a:t>tools</a:t>
            </a:r>
            <a:r>
              <a:rPr sz="1200" spc="10" dirty="0">
                <a:latin typeface="Times New Roman"/>
                <a:cs typeface="Times New Roman"/>
              </a:rPr>
              <a:t> </a:t>
            </a:r>
            <a:r>
              <a:rPr sz="1200" spc="-5" dirty="0">
                <a:latin typeface="Times New Roman"/>
                <a:cs typeface="Times New Roman"/>
              </a:rPr>
              <a:t>for</a:t>
            </a:r>
            <a:r>
              <a:rPr sz="1200" dirty="0">
                <a:latin typeface="Times New Roman"/>
                <a:cs typeface="Times New Roman"/>
              </a:rPr>
              <a:t> </a:t>
            </a:r>
            <a:r>
              <a:rPr sz="1200" spc="-5" dirty="0">
                <a:latin typeface="Times New Roman"/>
                <a:cs typeface="Times New Roman"/>
              </a:rPr>
              <a:t>these </a:t>
            </a:r>
            <a:r>
              <a:rPr sz="1200" dirty="0">
                <a:latin typeface="Times New Roman"/>
                <a:cs typeface="Times New Roman"/>
              </a:rPr>
              <a:t> </a:t>
            </a:r>
            <a:r>
              <a:rPr sz="1200" spc="-5" dirty="0">
                <a:latin typeface="Times New Roman"/>
                <a:cs typeface="Times New Roman"/>
              </a:rPr>
              <a:t>activities.</a:t>
            </a:r>
            <a:endParaRPr lang="en-US" sz="1200" spc="-5" dirty="0">
              <a:latin typeface="Times New Roman"/>
              <a:cs typeface="Times New Roman"/>
            </a:endParaRPr>
          </a:p>
          <a:p>
            <a:pPr marL="12700" marR="59055">
              <a:lnSpc>
                <a:spcPct val="99600"/>
              </a:lnSpc>
              <a:spcBef>
                <a:spcPts val="20"/>
              </a:spcBef>
            </a:pPr>
            <a:endParaRPr sz="800" dirty="0">
              <a:latin typeface="Times New Roman"/>
              <a:cs typeface="Times New Roman"/>
            </a:endParaRPr>
          </a:p>
          <a:p>
            <a:pPr marL="12700">
              <a:lnSpc>
                <a:spcPct val="100000"/>
              </a:lnSpc>
            </a:pPr>
            <a:r>
              <a:rPr sz="1400" b="1" spc="-20" dirty="0">
                <a:latin typeface="Times New Roman"/>
                <a:cs typeface="Times New Roman"/>
              </a:rPr>
              <a:t>Trends</a:t>
            </a:r>
            <a:r>
              <a:rPr sz="1400" b="1" spc="-15" dirty="0">
                <a:latin typeface="Times New Roman"/>
                <a:cs typeface="Times New Roman"/>
              </a:rPr>
              <a:t> </a:t>
            </a:r>
            <a:r>
              <a:rPr sz="1400" b="1" spc="-5" dirty="0">
                <a:latin typeface="Times New Roman"/>
                <a:cs typeface="Times New Roman"/>
              </a:rPr>
              <a:t>and</a:t>
            </a:r>
            <a:r>
              <a:rPr sz="1400" b="1" spc="-25" dirty="0">
                <a:latin typeface="Times New Roman"/>
                <a:cs typeface="Times New Roman"/>
              </a:rPr>
              <a:t> </a:t>
            </a:r>
            <a:r>
              <a:rPr sz="1400" b="1" spc="-5" dirty="0">
                <a:latin typeface="Times New Roman"/>
                <a:cs typeface="Times New Roman"/>
              </a:rPr>
              <a:t>Emerging</a:t>
            </a:r>
            <a:r>
              <a:rPr sz="1400" b="1" spc="-40" dirty="0">
                <a:latin typeface="Times New Roman"/>
                <a:cs typeface="Times New Roman"/>
              </a:rPr>
              <a:t> </a:t>
            </a:r>
            <a:r>
              <a:rPr sz="1400" b="1" spc="-10" dirty="0">
                <a:latin typeface="Times New Roman"/>
                <a:cs typeface="Times New Roman"/>
              </a:rPr>
              <a:t>Technologies</a:t>
            </a:r>
            <a:endParaRPr sz="1400" dirty="0">
              <a:latin typeface="Times New Roman"/>
              <a:cs typeface="Times New Roman"/>
            </a:endParaRPr>
          </a:p>
          <a:p>
            <a:pPr marL="12700" marR="5080">
              <a:lnSpc>
                <a:spcPct val="99900"/>
              </a:lnSpc>
              <a:spcBef>
                <a:spcPts val="25"/>
              </a:spcBef>
            </a:pPr>
            <a:r>
              <a:rPr sz="1200" spc="-30" dirty="0">
                <a:latin typeface="Times New Roman"/>
                <a:cs typeface="Times New Roman"/>
              </a:rPr>
              <a:t>Young</a:t>
            </a:r>
            <a:r>
              <a:rPr sz="1200" spc="5" dirty="0">
                <a:latin typeface="Times New Roman"/>
                <a:cs typeface="Times New Roman"/>
              </a:rPr>
              <a:t> </a:t>
            </a:r>
            <a:r>
              <a:rPr sz="1200" spc="-5" dirty="0">
                <a:latin typeface="Times New Roman"/>
                <a:cs typeface="Times New Roman"/>
              </a:rPr>
              <a:t>adults</a:t>
            </a:r>
            <a:r>
              <a:rPr sz="1200" spc="5"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dirty="0">
                <a:latin typeface="Times New Roman"/>
                <a:cs typeface="Times New Roman"/>
              </a:rPr>
              <a:t>early</a:t>
            </a:r>
            <a:r>
              <a:rPr sz="1200" spc="-20" dirty="0">
                <a:latin typeface="Times New Roman"/>
                <a:cs typeface="Times New Roman"/>
              </a:rPr>
              <a:t> </a:t>
            </a:r>
            <a:r>
              <a:rPr sz="1200" spc="-5" dirty="0">
                <a:latin typeface="Times New Roman"/>
                <a:cs typeface="Times New Roman"/>
              </a:rPr>
              <a:t>adopters</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new</a:t>
            </a:r>
            <a:r>
              <a:rPr sz="1200" spc="5" dirty="0">
                <a:latin typeface="Times New Roman"/>
                <a:cs typeface="Times New Roman"/>
              </a:rPr>
              <a:t> </a:t>
            </a:r>
            <a:r>
              <a:rPr sz="1200" spc="-5" dirty="0">
                <a:latin typeface="Times New Roman"/>
                <a:cs typeface="Times New Roman"/>
              </a:rPr>
              <a:t>technologies,</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spc="-5" dirty="0">
                <a:latin typeface="Times New Roman"/>
                <a:cs typeface="Times New Roman"/>
              </a:rPr>
              <a:t>reflected</a:t>
            </a:r>
            <a:r>
              <a:rPr sz="1200" spc="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their</a:t>
            </a:r>
            <a:r>
              <a:rPr sz="1200" spc="25" dirty="0">
                <a:latin typeface="Times New Roman"/>
                <a:cs typeface="Times New Roman"/>
              </a:rPr>
              <a:t> </a:t>
            </a:r>
            <a:r>
              <a:rPr sz="1200" spc="-5" dirty="0">
                <a:latin typeface="Times New Roman"/>
                <a:cs typeface="Times New Roman"/>
              </a:rPr>
              <a:t>use</a:t>
            </a:r>
            <a:r>
              <a:rPr sz="120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emerging</a:t>
            </a:r>
            <a:r>
              <a:rPr sz="1200" spc="-10" dirty="0">
                <a:latin typeface="Times New Roman"/>
                <a:cs typeface="Times New Roman"/>
              </a:rPr>
              <a:t> </a:t>
            </a:r>
            <a:r>
              <a:rPr sz="1200" dirty="0">
                <a:latin typeface="Times New Roman"/>
                <a:cs typeface="Times New Roman"/>
              </a:rPr>
              <a:t>tools </a:t>
            </a:r>
            <a:r>
              <a:rPr sz="1200" spc="5" dirty="0">
                <a:latin typeface="Times New Roman"/>
                <a:cs typeface="Times New Roman"/>
              </a:rPr>
              <a:t> </a:t>
            </a:r>
            <a:r>
              <a:rPr sz="1200" spc="-5" dirty="0">
                <a:latin typeface="Times New Roman"/>
                <a:cs typeface="Times New Roman"/>
              </a:rPr>
              <a:t>and</a:t>
            </a:r>
            <a:r>
              <a:rPr sz="1200" spc="20" dirty="0">
                <a:latin typeface="Times New Roman"/>
                <a:cs typeface="Times New Roman"/>
              </a:rPr>
              <a:t> </a:t>
            </a:r>
            <a:r>
              <a:rPr sz="1200" spc="-5" dirty="0">
                <a:latin typeface="Times New Roman"/>
                <a:cs typeface="Times New Roman"/>
              </a:rPr>
              <a:t>platforms.</a:t>
            </a:r>
            <a:r>
              <a:rPr sz="1200" spc="-55" dirty="0">
                <a:latin typeface="Times New Roman"/>
                <a:cs typeface="Times New Roman"/>
              </a:rPr>
              <a:t> </a:t>
            </a:r>
            <a:r>
              <a:rPr sz="1200" dirty="0">
                <a:latin typeface="Times New Roman"/>
                <a:cs typeface="Times New Roman"/>
              </a:rPr>
              <a:t>Augmented</a:t>
            </a:r>
            <a:r>
              <a:rPr sz="1200" spc="20" dirty="0">
                <a:latin typeface="Times New Roman"/>
                <a:cs typeface="Times New Roman"/>
              </a:rPr>
              <a:t> </a:t>
            </a:r>
            <a:r>
              <a:rPr sz="1200" spc="-5" dirty="0">
                <a:latin typeface="Times New Roman"/>
                <a:cs typeface="Times New Roman"/>
              </a:rPr>
              <a:t>reality</a:t>
            </a:r>
            <a:r>
              <a:rPr sz="1200" spc="5" dirty="0">
                <a:latin typeface="Times New Roman"/>
                <a:cs typeface="Times New Roman"/>
              </a:rPr>
              <a:t> </a:t>
            </a:r>
            <a:r>
              <a:rPr sz="1200" spc="-5" dirty="0">
                <a:latin typeface="Times New Roman"/>
                <a:cs typeface="Times New Roman"/>
              </a:rPr>
              <a:t>(AR)</a:t>
            </a:r>
            <a:r>
              <a:rPr sz="1200" spc="25" dirty="0">
                <a:latin typeface="Times New Roman"/>
                <a:cs typeface="Times New Roman"/>
              </a:rPr>
              <a:t> </a:t>
            </a:r>
            <a:r>
              <a:rPr sz="1200" spc="-10" dirty="0">
                <a:latin typeface="Times New Roman"/>
                <a:cs typeface="Times New Roman"/>
              </a:rPr>
              <a:t>and</a:t>
            </a:r>
            <a:r>
              <a:rPr sz="1200" spc="20" dirty="0">
                <a:latin typeface="Times New Roman"/>
                <a:cs typeface="Times New Roman"/>
              </a:rPr>
              <a:t> </a:t>
            </a:r>
            <a:r>
              <a:rPr sz="1200" dirty="0">
                <a:latin typeface="Times New Roman"/>
                <a:cs typeface="Times New Roman"/>
              </a:rPr>
              <a:t>virtual</a:t>
            </a:r>
            <a:r>
              <a:rPr sz="1200" spc="20" dirty="0">
                <a:latin typeface="Times New Roman"/>
                <a:cs typeface="Times New Roman"/>
              </a:rPr>
              <a:t> </a:t>
            </a:r>
            <a:r>
              <a:rPr sz="1200" spc="-5" dirty="0">
                <a:latin typeface="Times New Roman"/>
                <a:cs typeface="Times New Roman"/>
              </a:rPr>
              <a:t>reality</a:t>
            </a:r>
            <a:r>
              <a:rPr sz="1200" spc="10" dirty="0">
                <a:latin typeface="Times New Roman"/>
                <a:cs typeface="Times New Roman"/>
              </a:rPr>
              <a:t> </a:t>
            </a:r>
            <a:r>
              <a:rPr sz="1200" spc="-5" dirty="0">
                <a:latin typeface="Times New Roman"/>
                <a:cs typeface="Times New Roman"/>
              </a:rPr>
              <a:t>(VR)</a:t>
            </a:r>
            <a:r>
              <a:rPr sz="1200" spc="20" dirty="0">
                <a:latin typeface="Times New Roman"/>
                <a:cs typeface="Times New Roman"/>
              </a:rPr>
              <a:t> </a:t>
            </a:r>
            <a:r>
              <a:rPr sz="1200" spc="-5" dirty="0">
                <a:latin typeface="Times New Roman"/>
                <a:cs typeface="Times New Roman"/>
              </a:rPr>
              <a:t>apps</a:t>
            </a:r>
            <a:r>
              <a:rPr sz="1200" spc="30"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spc="-5" dirty="0">
                <a:latin typeface="Times New Roman"/>
                <a:cs typeface="Times New Roman"/>
              </a:rPr>
              <a:t>gaining</a:t>
            </a:r>
            <a:r>
              <a:rPr sz="1200" spc="10" dirty="0">
                <a:latin typeface="Times New Roman"/>
                <a:cs typeface="Times New Roman"/>
              </a:rPr>
              <a:t> </a:t>
            </a:r>
            <a:r>
              <a:rPr sz="1200" spc="-10" dirty="0">
                <a:latin typeface="Times New Roman"/>
                <a:cs typeface="Times New Roman"/>
              </a:rPr>
              <a:t>popularity,</a:t>
            </a:r>
            <a:r>
              <a:rPr sz="1200" spc="20" dirty="0">
                <a:latin typeface="Times New Roman"/>
                <a:cs typeface="Times New Roman"/>
              </a:rPr>
              <a:t> </a:t>
            </a:r>
            <a:r>
              <a:rPr sz="1200" dirty="0">
                <a:latin typeface="Times New Roman"/>
                <a:cs typeface="Times New Roman"/>
              </a:rPr>
              <a:t>particularly </a:t>
            </a:r>
            <a:r>
              <a:rPr sz="1200" spc="5" dirty="0">
                <a:latin typeface="Times New Roman"/>
                <a:cs typeface="Times New Roman"/>
              </a:rPr>
              <a:t> </a:t>
            </a:r>
            <a:r>
              <a:rPr sz="1200" spc="-5" dirty="0">
                <a:latin typeface="Times New Roman"/>
                <a:cs typeface="Times New Roman"/>
              </a:rPr>
              <a:t>in</a:t>
            </a:r>
            <a:r>
              <a:rPr sz="1200" spc="5" dirty="0">
                <a:latin typeface="Times New Roman"/>
                <a:cs typeface="Times New Roman"/>
              </a:rPr>
              <a:t> </a:t>
            </a:r>
            <a:r>
              <a:rPr sz="1200" spc="-5" dirty="0">
                <a:latin typeface="Times New Roman"/>
                <a:cs typeface="Times New Roman"/>
              </a:rPr>
              <a:t>gaming and</a:t>
            </a:r>
            <a:r>
              <a:rPr sz="1200" spc="10" dirty="0">
                <a:latin typeface="Times New Roman"/>
                <a:cs typeface="Times New Roman"/>
              </a:rPr>
              <a:t> </a:t>
            </a:r>
            <a:r>
              <a:rPr sz="1200" spc="-5" dirty="0">
                <a:latin typeface="Times New Roman"/>
                <a:cs typeface="Times New Roman"/>
              </a:rPr>
              <a:t>social</a:t>
            </a:r>
            <a:r>
              <a:rPr sz="1200" spc="5" dirty="0">
                <a:latin typeface="Times New Roman"/>
                <a:cs typeface="Times New Roman"/>
              </a:rPr>
              <a:t> </a:t>
            </a:r>
            <a:r>
              <a:rPr sz="1200" dirty="0">
                <a:latin typeface="Times New Roman"/>
                <a:cs typeface="Times New Roman"/>
              </a:rPr>
              <a:t>media.</a:t>
            </a:r>
            <a:r>
              <a:rPr sz="1200" spc="-65" dirty="0">
                <a:latin typeface="Times New Roman"/>
                <a:cs typeface="Times New Roman"/>
              </a:rPr>
              <a:t> </a:t>
            </a:r>
            <a:r>
              <a:rPr sz="1200" spc="-10" dirty="0">
                <a:latin typeface="Times New Roman"/>
                <a:cs typeface="Times New Roman"/>
              </a:rPr>
              <a:t>Additionally,</a:t>
            </a:r>
            <a:r>
              <a:rPr sz="1200" spc="5" dirty="0">
                <a:latin typeface="Times New Roman"/>
                <a:cs typeface="Times New Roman"/>
              </a:rPr>
              <a:t> </a:t>
            </a:r>
            <a:r>
              <a:rPr sz="1200" spc="-5" dirty="0">
                <a:latin typeface="Times New Roman"/>
                <a:cs typeface="Times New Roman"/>
              </a:rPr>
              <a:t>there</a:t>
            </a:r>
            <a:r>
              <a:rPr sz="1200" spc="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growing interest</a:t>
            </a:r>
            <a:r>
              <a:rPr sz="1200" spc="10"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smart</a:t>
            </a:r>
            <a:r>
              <a:rPr sz="1200" spc="5" dirty="0">
                <a:latin typeface="Times New Roman"/>
                <a:cs typeface="Times New Roman"/>
              </a:rPr>
              <a:t> </a:t>
            </a:r>
            <a:r>
              <a:rPr sz="1200" spc="-5" dirty="0">
                <a:latin typeface="Times New Roman"/>
                <a:cs typeface="Times New Roman"/>
              </a:rPr>
              <a:t>home</a:t>
            </a:r>
            <a:r>
              <a:rPr sz="1200" spc="5" dirty="0">
                <a:latin typeface="Times New Roman"/>
                <a:cs typeface="Times New Roman"/>
              </a:rPr>
              <a:t> </a:t>
            </a:r>
            <a:r>
              <a:rPr sz="1200" spc="-5" dirty="0">
                <a:latin typeface="Times New Roman"/>
                <a:cs typeface="Times New Roman"/>
              </a:rPr>
              <a:t>integration,</a:t>
            </a:r>
            <a:r>
              <a:rPr sz="1200" spc="10" dirty="0">
                <a:latin typeface="Times New Roman"/>
                <a:cs typeface="Times New Roman"/>
              </a:rPr>
              <a:t> </a:t>
            </a:r>
            <a:r>
              <a:rPr sz="1200" spc="-5" dirty="0">
                <a:latin typeface="Times New Roman"/>
                <a:cs typeface="Times New Roman"/>
              </a:rPr>
              <a:t>with</a:t>
            </a:r>
            <a:r>
              <a:rPr sz="1200" spc="5" dirty="0">
                <a:latin typeface="Times New Roman"/>
                <a:cs typeface="Times New Roman"/>
              </a:rPr>
              <a:t> </a:t>
            </a:r>
            <a:r>
              <a:rPr sz="1200" dirty="0">
                <a:latin typeface="Times New Roman"/>
                <a:cs typeface="Times New Roman"/>
              </a:rPr>
              <a:t>many </a:t>
            </a:r>
            <a:r>
              <a:rPr sz="1200" spc="5" dirty="0">
                <a:latin typeface="Times New Roman"/>
                <a:cs typeface="Times New Roman"/>
              </a:rPr>
              <a:t> </a:t>
            </a:r>
            <a:r>
              <a:rPr sz="1200" spc="-5" dirty="0">
                <a:latin typeface="Times New Roman"/>
                <a:cs typeface="Times New Roman"/>
              </a:rPr>
              <a:t>young</a:t>
            </a:r>
            <a:r>
              <a:rPr sz="1200" dirty="0">
                <a:latin typeface="Times New Roman"/>
                <a:cs typeface="Times New Roman"/>
              </a:rPr>
              <a:t> </a:t>
            </a:r>
            <a:r>
              <a:rPr sz="1200" spc="-5" dirty="0">
                <a:latin typeface="Times New Roman"/>
                <a:cs typeface="Times New Roman"/>
              </a:rPr>
              <a:t>adults</a:t>
            </a:r>
            <a:r>
              <a:rPr sz="1200" spc="10" dirty="0">
                <a:latin typeface="Times New Roman"/>
                <a:cs typeface="Times New Roman"/>
              </a:rPr>
              <a:t> </a:t>
            </a:r>
            <a:r>
              <a:rPr sz="1200" dirty="0">
                <a:latin typeface="Times New Roman"/>
                <a:cs typeface="Times New Roman"/>
              </a:rPr>
              <a:t>using </a:t>
            </a:r>
            <a:r>
              <a:rPr sz="1200" spc="-5" dirty="0">
                <a:latin typeface="Times New Roman"/>
                <a:cs typeface="Times New Roman"/>
              </a:rPr>
              <a:t>their</a:t>
            </a:r>
            <a:r>
              <a:rPr sz="1200" spc="-55"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devices</a:t>
            </a:r>
            <a:r>
              <a:rPr sz="1200" spc="5"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control</a:t>
            </a:r>
            <a:r>
              <a:rPr sz="1200" spc="10" dirty="0">
                <a:latin typeface="Times New Roman"/>
                <a:cs typeface="Times New Roman"/>
              </a:rPr>
              <a:t> </a:t>
            </a:r>
            <a:r>
              <a:rPr sz="1200" spc="-5" dirty="0">
                <a:latin typeface="Times New Roman"/>
                <a:cs typeface="Times New Roman"/>
              </a:rPr>
              <a:t>smart</a:t>
            </a:r>
            <a:r>
              <a:rPr sz="1200" spc="10" dirty="0">
                <a:latin typeface="Times New Roman"/>
                <a:cs typeface="Times New Roman"/>
              </a:rPr>
              <a:t> </a:t>
            </a:r>
            <a:r>
              <a:rPr sz="1200" spc="-5" dirty="0">
                <a:latin typeface="Times New Roman"/>
                <a:cs typeface="Times New Roman"/>
              </a:rPr>
              <a:t>speakers,</a:t>
            </a:r>
            <a:r>
              <a:rPr sz="1200" spc="10" dirty="0">
                <a:latin typeface="Times New Roman"/>
                <a:cs typeface="Times New Roman"/>
              </a:rPr>
              <a:t> </a:t>
            </a:r>
            <a:r>
              <a:rPr sz="1200" spc="-5" dirty="0">
                <a:latin typeface="Times New Roman"/>
                <a:cs typeface="Times New Roman"/>
              </a:rPr>
              <a:t>lighting,</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other</a:t>
            </a:r>
            <a:r>
              <a:rPr sz="1200" spc="5" dirty="0">
                <a:latin typeface="Times New Roman"/>
                <a:cs typeface="Times New Roman"/>
              </a:rPr>
              <a:t> </a:t>
            </a:r>
            <a:r>
              <a:rPr sz="1200" spc="-5" dirty="0">
                <a:latin typeface="Times New Roman"/>
                <a:cs typeface="Times New Roman"/>
              </a:rPr>
              <a:t>connected</a:t>
            </a:r>
            <a:r>
              <a:rPr sz="1200" spc="10" dirty="0">
                <a:latin typeface="Times New Roman"/>
                <a:cs typeface="Times New Roman"/>
              </a:rPr>
              <a:t> </a:t>
            </a:r>
            <a:r>
              <a:rPr sz="1200" spc="-5" dirty="0">
                <a:latin typeface="Times New Roman"/>
                <a:cs typeface="Times New Roman"/>
              </a:rPr>
              <a:t>devices. </a:t>
            </a:r>
            <a:r>
              <a:rPr sz="1200" spc="-285" dirty="0">
                <a:latin typeface="Times New Roman"/>
                <a:cs typeface="Times New Roman"/>
              </a:rPr>
              <a:t> </a:t>
            </a:r>
            <a:r>
              <a:rPr sz="1200" spc="-5" dirty="0">
                <a:latin typeface="Times New Roman"/>
                <a:cs typeface="Times New Roman"/>
              </a:rPr>
              <a:t>Overall,</a:t>
            </a:r>
            <a:r>
              <a:rPr sz="1200" spc="-6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smartphones</a:t>
            </a:r>
            <a:r>
              <a:rPr sz="1200" spc="5" dirty="0">
                <a:latin typeface="Times New Roman"/>
                <a:cs typeface="Times New Roman"/>
              </a:rPr>
              <a:t> </a:t>
            </a:r>
            <a:r>
              <a:rPr sz="1200" spc="-5" dirty="0">
                <a:latin typeface="Times New Roman"/>
                <a:cs typeface="Times New Roman"/>
              </a:rPr>
              <a:t>are integral</a:t>
            </a:r>
            <a:r>
              <a:rPr sz="1200" spc="5" dirty="0">
                <a:latin typeface="Times New Roman"/>
                <a:cs typeface="Times New Roman"/>
              </a:rPr>
              <a:t> </a:t>
            </a:r>
            <a:r>
              <a:rPr sz="1200" spc="-5" dirty="0">
                <a:latin typeface="Times New Roman"/>
                <a:cs typeface="Times New Roman"/>
              </a:rPr>
              <a:t>to</a:t>
            </a:r>
            <a:r>
              <a:rPr sz="1200" spc="5"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dirty="0">
                <a:latin typeface="Times New Roman"/>
                <a:cs typeface="Times New Roman"/>
              </a:rPr>
              <a:t>lives</a:t>
            </a:r>
            <a:r>
              <a:rPr sz="1200" spc="5"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young</a:t>
            </a:r>
            <a:r>
              <a:rPr sz="1200" spc="5" dirty="0">
                <a:latin typeface="Times New Roman"/>
                <a:cs typeface="Times New Roman"/>
              </a:rPr>
              <a:t> </a:t>
            </a:r>
            <a:r>
              <a:rPr sz="1200" spc="-5" dirty="0">
                <a:latin typeface="Times New Roman"/>
                <a:cs typeface="Times New Roman"/>
              </a:rPr>
              <a:t>adults,</a:t>
            </a:r>
            <a:r>
              <a:rPr sz="1200" spc="5" dirty="0">
                <a:latin typeface="Times New Roman"/>
                <a:cs typeface="Times New Roman"/>
              </a:rPr>
              <a:t> </a:t>
            </a:r>
            <a:r>
              <a:rPr sz="1200" spc="-5" dirty="0">
                <a:latin typeface="Times New Roman"/>
                <a:cs typeface="Times New Roman"/>
              </a:rPr>
              <a:t>supporting a</a:t>
            </a:r>
            <a:r>
              <a:rPr sz="1200" spc="10" dirty="0">
                <a:latin typeface="Times New Roman"/>
                <a:cs typeface="Times New Roman"/>
              </a:rPr>
              <a:t> </a:t>
            </a:r>
            <a:r>
              <a:rPr sz="1200" spc="-5" dirty="0">
                <a:latin typeface="Times New Roman"/>
                <a:cs typeface="Times New Roman"/>
              </a:rPr>
              <a:t>wide</a:t>
            </a:r>
            <a:r>
              <a:rPr sz="1200" dirty="0">
                <a:latin typeface="Times New Roman"/>
                <a:cs typeface="Times New Roman"/>
              </a:rPr>
              <a:t> </a:t>
            </a:r>
            <a:r>
              <a:rPr sz="1200" spc="-5" dirty="0">
                <a:latin typeface="Times New Roman"/>
                <a:cs typeface="Times New Roman"/>
              </a:rPr>
              <a:t>range</a:t>
            </a:r>
            <a:r>
              <a:rPr sz="1200" dirty="0">
                <a:latin typeface="Times New Roman"/>
                <a:cs typeface="Times New Roman"/>
              </a:rPr>
              <a:t> </a:t>
            </a:r>
            <a:r>
              <a:rPr sz="1200" spc="-5" dirty="0">
                <a:latin typeface="Times New Roman"/>
                <a:cs typeface="Times New Roman"/>
              </a:rPr>
              <a:t>of </a:t>
            </a:r>
            <a:r>
              <a:rPr sz="1200" dirty="0">
                <a:latin typeface="Times New Roman"/>
                <a:cs typeface="Times New Roman"/>
              </a:rPr>
              <a:t> </a:t>
            </a:r>
            <a:r>
              <a:rPr sz="1200" spc="-5" dirty="0">
                <a:latin typeface="Times New Roman"/>
                <a:cs typeface="Times New Roman"/>
              </a:rPr>
              <a:t>activities</a:t>
            </a:r>
            <a:r>
              <a:rPr sz="1200" spc="5" dirty="0">
                <a:latin typeface="Times New Roman"/>
                <a:cs typeface="Times New Roman"/>
              </a:rPr>
              <a:t> </a:t>
            </a:r>
            <a:r>
              <a:rPr sz="1200" spc="-5" dirty="0">
                <a:latin typeface="Times New Roman"/>
                <a:cs typeface="Times New Roman"/>
              </a:rPr>
              <a:t>from</a:t>
            </a:r>
            <a:r>
              <a:rPr sz="1200" spc="10" dirty="0">
                <a:latin typeface="Times New Roman"/>
                <a:cs typeface="Times New Roman"/>
              </a:rPr>
              <a:t> </a:t>
            </a:r>
            <a:r>
              <a:rPr sz="1200" spc="-5" dirty="0">
                <a:latin typeface="Times New Roman"/>
                <a:cs typeface="Times New Roman"/>
              </a:rPr>
              <a:t>socializing</a:t>
            </a:r>
            <a:r>
              <a:rPr sz="1200" spc="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professional</a:t>
            </a:r>
            <a:r>
              <a:rPr sz="1200" dirty="0">
                <a:latin typeface="Times New Roman"/>
                <a:cs typeface="Times New Roman"/>
              </a:rPr>
              <a:t> </a:t>
            </a:r>
            <a:r>
              <a:rPr sz="1200" spc="-5" dirty="0">
                <a:latin typeface="Times New Roman"/>
                <a:cs typeface="Times New Roman"/>
              </a:rPr>
              <a:t>development.</a:t>
            </a:r>
            <a:r>
              <a:rPr sz="1200" spc="-65" dirty="0">
                <a:latin typeface="Times New Roman"/>
                <a:cs typeface="Times New Roman"/>
              </a:rPr>
              <a:t> </a:t>
            </a:r>
            <a:r>
              <a:rPr sz="1200" spc="-5" dirty="0">
                <a:latin typeface="Times New Roman"/>
                <a:cs typeface="Times New Roman"/>
              </a:rPr>
              <a:t>As</a:t>
            </a:r>
            <a:r>
              <a:rPr sz="1200" spc="10" dirty="0">
                <a:latin typeface="Times New Roman"/>
                <a:cs typeface="Times New Roman"/>
              </a:rPr>
              <a:t> </a:t>
            </a:r>
            <a:r>
              <a:rPr sz="1200" dirty="0">
                <a:latin typeface="Times New Roman"/>
                <a:cs typeface="Times New Roman"/>
              </a:rPr>
              <a:t>this</a:t>
            </a:r>
            <a:r>
              <a:rPr sz="1200" spc="5" dirty="0">
                <a:latin typeface="Times New Roman"/>
                <a:cs typeface="Times New Roman"/>
              </a:rPr>
              <a:t> </a:t>
            </a:r>
            <a:r>
              <a:rPr sz="1200" dirty="0">
                <a:latin typeface="Times New Roman"/>
                <a:cs typeface="Times New Roman"/>
              </a:rPr>
              <a:t>demographic</a:t>
            </a:r>
            <a:r>
              <a:rPr sz="1200" spc="10" dirty="0">
                <a:latin typeface="Times New Roman"/>
                <a:cs typeface="Times New Roman"/>
              </a:rPr>
              <a:t> </a:t>
            </a:r>
            <a:r>
              <a:rPr sz="1200" spc="-5" dirty="0">
                <a:latin typeface="Times New Roman"/>
                <a:cs typeface="Times New Roman"/>
              </a:rPr>
              <a:t>continues</a:t>
            </a:r>
            <a:r>
              <a:rPr sz="1200" spc="10"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adapt</a:t>
            </a:r>
            <a:r>
              <a:rPr sz="1200" spc="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new </a:t>
            </a:r>
            <a:r>
              <a:rPr sz="1200" spc="5" dirty="0">
                <a:latin typeface="Times New Roman"/>
                <a:cs typeface="Times New Roman"/>
              </a:rPr>
              <a:t> </a:t>
            </a:r>
            <a:r>
              <a:rPr sz="1200" spc="-5" dirty="0">
                <a:latin typeface="Times New Roman"/>
                <a:cs typeface="Times New Roman"/>
              </a:rPr>
              <a:t>technologies</a:t>
            </a:r>
            <a:r>
              <a:rPr sz="1200" spc="25"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5" dirty="0">
                <a:latin typeface="Times New Roman"/>
                <a:cs typeface="Times New Roman"/>
              </a:rPr>
              <a:t>trends,</a:t>
            </a:r>
            <a:r>
              <a:rPr sz="1200" spc="3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spc="-5" dirty="0">
                <a:latin typeface="Times New Roman"/>
                <a:cs typeface="Times New Roman"/>
              </a:rPr>
              <a:t>usage</a:t>
            </a:r>
            <a:r>
              <a:rPr sz="1200" spc="25" dirty="0">
                <a:latin typeface="Times New Roman"/>
                <a:cs typeface="Times New Roman"/>
              </a:rPr>
              <a:t> </a:t>
            </a:r>
            <a:r>
              <a:rPr sz="1200" spc="-5" dirty="0">
                <a:latin typeface="Times New Roman"/>
                <a:cs typeface="Times New Roman"/>
              </a:rPr>
              <a:t>patterns</a:t>
            </a:r>
            <a:r>
              <a:rPr sz="1200" spc="30"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dirty="0">
                <a:latin typeface="Times New Roman"/>
                <a:cs typeface="Times New Roman"/>
              </a:rPr>
              <a:t>likely</a:t>
            </a:r>
            <a:r>
              <a:rPr sz="1200" spc="5" dirty="0">
                <a:latin typeface="Times New Roman"/>
                <a:cs typeface="Times New Roman"/>
              </a:rPr>
              <a:t> </a:t>
            </a:r>
            <a:r>
              <a:rPr sz="1200" spc="-5" dirty="0">
                <a:latin typeface="Times New Roman"/>
                <a:cs typeface="Times New Roman"/>
              </a:rPr>
              <a:t>to</a:t>
            </a:r>
            <a:r>
              <a:rPr sz="1200" spc="35" dirty="0">
                <a:latin typeface="Times New Roman"/>
                <a:cs typeface="Times New Roman"/>
              </a:rPr>
              <a:t> </a:t>
            </a:r>
            <a:r>
              <a:rPr sz="1200" spc="-5" dirty="0">
                <a:latin typeface="Times New Roman"/>
                <a:cs typeface="Times New Roman"/>
              </a:rPr>
              <a:t>evolve,</a:t>
            </a:r>
            <a:r>
              <a:rPr sz="1200" spc="30" dirty="0">
                <a:latin typeface="Times New Roman"/>
                <a:cs typeface="Times New Roman"/>
              </a:rPr>
              <a:t> </a:t>
            </a:r>
            <a:r>
              <a:rPr sz="1200" spc="-5" dirty="0">
                <a:latin typeface="Times New Roman"/>
                <a:cs typeface="Times New Roman"/>
              </a:rPr>
              <a:t>reflecting</a:t>
            </a:r>
            <a:r>
              <a:rPr sz="1200" spc="30" dirty="0">
                <a:latin typeface="Times New Roman"/>
                <a:cs typeface="Times New Roman"/>
              </a:rPr>
              <a:t> </a:t>
            </a:r>
            <a:r>
              <a:rPr sz="1200" spc="-5" dirty="0">
                <a:latin typeface="Times New Roman"/>
                <a:cs typeface="Times New Roman"/>
              </a:rPr>
              <a:t>broader</a:t>
            </a:r>
            <a:r>
              <a:rPr sz="1200" spc="35" dirty="0">
                <a:latin typeface="Times New Roman"/>
                <a:cs typeface="Times New Roman"/>
              </a:rPr>
              <a:t> </a:t>
            </a:r>
            <a:r>
              <a:rPr sz="1200" spc="-5" dirty="0">
                <a:latin typeface="Times New Roman"/>
                <a:cs typeface="Times New Roman"/>
              </a:rPr>
              <a:t>changes</a:t>
            </a:r>
            <a:r>
              <a:rPr sz="1200" spc="30" dirty="0">
                <a:latin typeface="Times New Roman"/>
                <a:cs typeface="Times New Roman"/>
              </a:rPr>
              <a:t> </a:t>
            </a:r>
            <a:r>
              <a:rPr sz="1200" spc="-5" dirty="0">
                <a:latin typeface="Times New Roman"/>
                <a:cs typeface="Times New Roman"/>
              </a:rPr>
              <a:t>in</a:t>
            </a:r>
            <a:r>
              <a:rPr sz="1200" spc="30" dirty="0">
                <a:latin typeface="Times New Roman"/>
                <a:cs typeface="Times New Roman"/>
              </a:rPr>
              <a:t> </a:t>
            </a:r>
            <a:r>
              <a:rPr sz="1200" dirty="0">
                <a:latin typeface="Times New Roman"/>
                <a:cs typeface="Times New Roman"/>
              </a:rPr>
              <a:t>society </a:t>
            </a:r>
            <a:r>
              <a:rPr sz="1200" spc="5" dirty="0">
                <a:latin typeface="Times New Roman"/>
                <a:cs typeface="Times New Roman"/>
              </a:rPr>
              <a:t> </a:t>
            </a:r>
            <a:r>
              <a:rPr sz="1200" spc="-5" dirty="0">
                <a:latin typeface="Times New Roman"/>
                <a:cs typeface="Times New Roman"/>
              </a:rPr>
              <a:t>and the</a:t>
            </a:r>
            <a:r>
              <a:rPr sz="1200" dirty="0">
                <a:latin typeface="Times New Roman"/>
                <a:cs typeface="Times New Roman"/>
              </a:rPr>
              <a:t> </a:t>
            </a:r>
            <a:r>
              <a:rPr sz="1200" spc="-5" dirty="0">
                <a:latin typeface="Times New Roman"/>
                <a:cs typeface="Times New Roman"/>
              </a:rPr>
              <a:t>digital</a:t>
            </a:r>
            <a:r>
              <a:rPr sz="1200" dirty="0">
                <a:latin typeface="Times New Roman"/>
                <a:cs typeface="Times New Roman"/>
              </a:rPr>
              <a:t> </a:t>
            </a:r>
            <a:r>
              <a:rPr sz="1200" spc="-5" dirty="0">
                <a:latin typeface="Times New Roman"/>
                <a:cs typeface="Times New Roman"/>
              </a:rPr>
              <a:t>landscape.</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6" name="TextBox 5">
            <a:extLst>
              <a:ext uri="{FF2B5EF4-FFF2-40B4-BE49-F238E27FC236}">
                <a16:creationId xmlns:a16="http://schemas.microsoft.com/office/drawing/2014/main" id="{13E53431-A616-C70C-E5ED-7519999EA203}"/>
              </a:ext>
            </a:extLst>
          </p:cNvPr>
          <p:cNvSpPr txBox="1"/>
          <p:nvPr/>
        </p:nvSpPr>
        <p:spPr>
          <a:xfrm>
            <a:off x="3770135" y="973558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12</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2207429" y="1396483"/>
            <a:ext cx="340423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ACTIVITY</a:t>
            </a:r>
            <a:r>
              <a:rPr sz="1400" b="1" spc="-65" dirty="0">
                <a:latin typeface="Times New Roman"/>
                <a:cs typeface="Times New Roman"/>
              </a:rPr>
              <a:t> </a:t>
            </a:r>
            <a:r>
              <a:rPr sz="1400" b="1" dirty="0">
                <a:latin typeface="Times New Roman"/>
                <a:cs typeface="Times New Roman"/>
              </a:rPr>
              <a:t>LOG</a:t>
            </a:r>
            <a:r>
              <a:rPr sz="1400" b="1" spc="-20" dirty="0">
                <a:latin typeface="Times New Roman"/>
                <a:cs typeface="Times New Roman"/>
              </a:rPr>
              <a:t> </a:t>
            </a:r>
            <a:r>
              <a:rPr sz="1400" b="1" spc="-10" dirty="0">
                <a:latin typeface="Times New Roman"/>
                <a:cs typeface="Times New Roman"/>
              </a:rPr>
              <a:t>FOR</a:t>
            </a:r>
            <a:r>
              <a:rPr sz="1400" b="1" spc="-40" dirty="0">
                <a:latin typeface="Times New Roman"/>
                <a:cs typeface="Times New Roman"/>
              </a:rPr>
              <a:t> </a:t>
            </a:r>
            <a:r>
              <a:rPr sz="1400" b="1" dirty="0">
                <a:latin typeface="Times New Roman"/>
                <a:cs typeface="Times New Roman"/>
              </a:rPr>
              <a:t>THE</a:t>
            </a:r>
            <a:r>
              <a:rPr sz="1400" b="1" spc="-40" dirty="0">
                <a:latin typeface="Times New Roman"/>
                <a:cs typeface="Times New Roman"/>
              </a:rPr>
              <a:t> </a:t>
            </a:r>
            <a:r>
              <a:rPr sz="1400" b="1" dirty="0">
                <a:latin typeface="Times New Roman"/>
                <a:cs typeface="Times New Roman"/>
              </a:rPr>
              <a:t>THIRD</a:t>
            </a:r>
            <a:r>
              <a:rPr sz="1400" b="1" spc="-45" dirty="0">
                <a:latin typeface="Times New Roman"/>
                <a:cs typeface="Times New Roman"/>
              </a:rPr>
              <a:t> </a:t>
            </a:r>
            <a:r>
              <a:rPr sz="1400" b="1" spc="-5" dirty="0">
                <a:latin typeface="Times New Roman"/>
                <a:cs typeface="Times New Roman"/>
              </a:rPr>
              <a:t>WEEK</a:t>
            </a:r>
            <a:endParaRPr sz="1400" dirty="0">
              <a:latin typeface="Times New Roman"/>
              <a:cs typeface="Times New Roman"/>
            </a:endParaRPr>
          </a:p>
        </p:txBody>
      </p:sp>
      <p:sp>
        <p:nvSpPr>
          <p:cNvPr id="5" name="object 5"/>
          <p:cNvSpPr txBox="1">
            <a:spLocks noGrp="1"/>
          </p:cNvSpPr>
          <p:nvPr>
            <p:ph type="ftr" sz="quarter" idx="5"/>
          </p:nvPr>
        </p:nvSpPr>
        <p:spPr>
          <a:xfrm>
            <a:off x="1381923" y="10074249"/>
            <a:ext cx="5272096" cy="166905"/>
          </a:xfrm>
          <a:prstGeom prst="rect">
            <a:avLst/>
          </a:prstGeom>
        </p:spPr>
        <p:txBody>
          <a:bodyPr vert="horz" wrap="square" lIns="0" tIns="0" rIns="0" bIns="0" rtlCol="0">
            <a:spAutoFit/>
          </a:bodyPr>
          <a:lstStyle/>
          <a:p>
            <a:pPr marL="12700">
              <a:lnSpc>
                <a:spcPts val="1300"/>
              </a:lnSpc>
            </a:pPr>
            <a:r>
              <a:rPr lang="en-US" sz="1200" spc="-30" dirty="0"/>
              <a:t>DEPARTMENT OF COMPUTER SCIENCE &amp; ENGINEERING (DATA SCIENCE)</a:t>
            </a:r>
            <a:endParaRPr sz="1200" spc="-30" dirty="0"/>
          </a:p>
        </p:txBody>
      </p:sp>
      <p:graphicFrame>
        <p:nvGraphicFramePr>
          <p:cNvPr id="4" name="object 4"/>
          <p:cNvGraphicFramePr>
            <a:graphicFrameLocks noGrp="1"/>
          </p:cNvGraphicFramePr>
          <p:nvPr/>
        </p:nvGraphicFramePr>
        <p:xfrm>
          <a:off x="755024" y="1832365"/>
          <a:ext cx="6525894" cy="6020114"/>
        </p:xfrm>
        <a:graphic>
          <a:graphicData uri="http://schemas.openxmlformats.org/drawingml/2006/table">
            <a:tbl>
              <a:tblPr firstRow="1" bandRow="1">
                <a:tableStyleId>{2D5ABB26-0587-4C30-8999-92F81FD0307C}</a:tableStyleId>
              </a:tblPr>
              <a:tblGrid>
                <a:gridCol w="734695">
                  <a:extLst>
                    <a:ext uri="{9D8B030D-6E8A-4147-A177-3AD203B41FA5}">
                      <a16:colId xmlns:a16="http://schemas.microsoft.com/office/drawing/2014/main" val="20000"/>
                    </a:ext>
                  </a:extLst>
                </a:gridCol>
                <a:gridCol w="2631440">
                  <a:extLst>
                    <a:ext uri="{9D8B030D-6E8A-4147-A177-3AD203B41FA5}">
                      <a16:colId xmlns:a16="http://schemas.microsoft.com/office/drawing/2014/main" val="20001"/>
                    </a:ext>
                  </a:extLst>
                </a:gridCol>
                <a:gridCol w="2001519">
                  <a:extLst>
                    <a:ext uri="{9D8B030D-6E8A-4147-A177-3AD203B41FA5}">
                      <a16:colId xmlns:a16="http://schemas.microsoft.com/office/drawing/2014/main" val="20002"/>
                    </a:ext>
                  </a:extLst>
                </a:gridCol>
                <a:gridCol w="1158240">
                  <a:extLst>
                    <a:ext uri="{9D8B030D-6E8A-4147-A177-3AD203B41FA5}">
                      <a16:colId xmlns:a16="http://schemas.microsoft.com/office/drawing/2014/main" val="20003"/>
                    </a:ext>
                  </a:extLst>
                </a:gridCol>
              </a:tblGrid>
              <a:tr h="835268">
                <a:tc>
                  <a:txBody>
                    <a:bodyPr/>
                    <a:lstStyle/>
                    <a:p>
                      <a:pPr marL="118745" marR="175895" indent="133985">
                        <a:lnSpc>
                          <a:spcPct val="152700"/>
                        </a:lnSpc>
                        <a:spcBef>
                          <a:spcPts val="975"/>
                        </a:spcBef>
                      </a:pPr>
                      <a:r>
                        <a:rPr sz="1100" b="1" spc="-5" dirty="0">
                          <a:latin typeface="Times New Roman"/>
                          <a:cs typeface="Times New Roman"/>
                        </a:rPr>
                        <a:t>Day </a:t>
                      </a:r>
                      <a:r>
                        <a:rPr sz="1100" b="1" dirty="0">
                          <a:latin typeface="Times New Roman"/>
                          <a:cs typeface="Times New Roman"/>
                        </a:rPr>
                        <a:t> &amp;</a:t>
                      </a:r>
                      <a:r>
                        <a:rPr sz="1100" b="1" spc="5" dirty="0">
                          <a:latin typeface="Times New Roman"/>
                          <a:cs typeface="Times New Roman"/>
                        </a:rPr>
                        <a:t> </a:t>
                      </a:r>
                      <a:r>
                        <a:rPr sz="1100" b="1" spc="-5" dirty="0">
                          <a:latin typeface="Times New Roman"/>
                          <a:cs typeface="Times New Roman"/>
                        </a:rPr>
                        <a:t>D</a:t>
                      </a:r>
                      <a:r>
                        <a:rPr sz="1100" b="1" dirty="0">
                          <a:latin typeface="Times New Roman"/>
                          <a:cs typeface="Times New Roman"/>
                        </a:rPr>
                        <a:t>a</a:t>
                      </a:r>
                      <a:r>
                        <a:rPr sz="1100" b="1" spc="5" dirty="0">
                          <a:latin typeface="Times New Roman"/>
                          <a:cs typeface="Times New Roman"/>
                        </a:rPr>
                        <a:t>t</a:t>
                      </a:r>
                      <a:r>
                        <a:rPr sz="1100" b="1" dirty="0">
                          <a:latin typeface="Times New Roman"/>
                          <a:cs typeface="Times New Roman"/>
                        </a:rPr>
                        <a:t>e</a:t>
                      </a:r>
                      <a:endParaRPr sz="1100">
                        <a:latin typeface="Times New Roman"/>
                        <a:cs typeface="Times New Roman"/>
                      </a:endParaRPr>
                    </a:p>
                  </a:txBody>
                  <a:tcPr marL="0" marR="0" marT="1238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00">
                        <a:latin typeface="Times New Roman"/>
                        <a:cs typeface="Times New Roman"/>
                      </a:endParaRPr>
                    </a:p>
                    <a:p>
                      <a:pPr marL="444500">
                        <a:lnSpc>
                          <a:spcPct val="100000"/>
                        </a:lnSpc>
                      </a:pPr>
                      <a:r>
                        <a:rPr sz="1100" b="1" spc="-5" dirty="0">
                          <a:latin typeface="Times New Roman"/>
                          <a:cs typeface="Times New Roman"/>
                        </a:rPr>
                        <a:t>Brief</a:t>
                      </a:r>
                      <a:r>
                        <a:rPr sz="1100" b="1" dirty="0">
                          <a:latin typeface="Times New Roman"/>
                          <a:cs typeface="Times New Roman"/>
                        </a:rPr>
                        <a:t> </a:t>
                      </a:r>
                      <a:r>
                        <a:rPr sz="1100" b="1" spc="-5" dirty="0">
                          <a:latin typeface="Times New Roman"/>
                          <a:cs typeface="Times New Roman"/>
                        </a:rPr>
                        <a:t>Description</a:t>
                      </a:r>
                      <a:r>
                        <a:rPr sz="1100" b="1" spc="-15" dirty="0">
                          <a:latin typeface="Times New Roman"/>
                          <a:cs typeface="Times New Roman"/>
                        </a:rPr>
                        <a:t> </a:t>
                      </a:r>
                      <a:r>
                        <a:rPr sz="1100" b="1" spc="-5" dirty="0">
                          <a:latin typeface="Times New Roman"/>
                          <a:cs typeface="Times New Roman"/>
                        </a:rPr>
                        <a:t>of</a:t>
                      </a:r>
                      <a:r>
                        <a:rPr sz="1100" b="1" dirty="0">
                          <a:latin typeface="Times New Roman"/>
                          <a:cs typeface="Times New Roman"/>
                        </a:rPr>
                        <a:t> the</a:t>
                      </a:r>
                      <a:r>
                        <a:rPr sz="1100" b="1" spc="-5" dirty="0">
                          <a:latin typeface="Times New Roman"/>
                          <a:cs typeface="Times New Roman"/>
                        </a:rPr>
                        <a:t> Daily</a:t>
                      </a:r>
                      <a:endParaRPr sz="1100">
                        <a:latin typeface="Times New Roman"/>
                        <a:cs typeface="Times New Roman"/>
                      </a:endParaRPr>
                    </a:p>
                    <a:p>
                      <a:pPr marL="1346200">
                        <a:lnSpc>
                          <a:spcPct val="100000"/>
                        </a:lnSpc>
                        <a:spcBef>
                          <a:spcPts val="685"/>
                        </a:spcBef>
                      </a:pPr>
                      <a:r>
                        <a:rPr sz="1100" b="1" spc="-5" dirty="0">
                          <a:latin typeface="Times New Roman"/>
                          <a:cs typeface="Times New Roman"/>
                        </a:rPr>
                        <a:t>Activity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0795" algn="ctr">
                        <a:lnSpc>
                          <a:spcPct val="100000"/>
                        </a:lnSpc>
                        <a:spcBef>
                          <a:spcPts val="100"/>
                        </a:spcBef>
                      </a:pPr>
                      <a:r>
                        <a:rPr sz="1100" b="1" dirty="0">
                          <a:latin typeface="Times New Roman"/>
                          <a:cs typeface="Times New Roman"/>
                        </a:rPr>
                        <a:t>Learning</a:t>
                      </a:r>
                      <a:endParaRPr sz="1100">
                        <a:latin typeface="Times New Roman"/>
                        <a:cs typeface="Times New Roman"/>
                      </a:endParaRPr>
                    </a:p>
                    <a:p>
                      <a:pPr marR="41275" algn="ctr">
                        <a:lnSpc>
                          <a:spcPct val="100000"/>
                        </a:lnSpc>
                        <a:spcBef>
                          <a:spcPts val="730"/>
                        </a:spcBef>
                      </a:pPr>
                      <a:r>
                        <a:rPr sz="1100" b="1" spc="-5" dirty="0">
                          <a:latin typeface="Times New Roman"/>
                          <a:cs typeface="Times New Roman"/>
                        </a:rPr>
                        <a:t>Outcome</a:t>
                      </a:r>
                      <a:endParaRPr sz="1100">
                        <a:latin typeface="Times New Roman"/>
                        <a:cs typeface="Times New Roman"/>
                      </a:endParaRPr>
                    </a:p>
                  </a:txBody>
                  <a:tcPr marL="0" marR="0" marT="127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72415">
                        <a:lnSpc>
                          <a:spcPct val="100000"/>
                        </a:lnSpc>
                        <a:spcBef>
                          <a:spcPts val="100"/>
                        </a:spcBef>
                      </a:pPr>
                      <a:r>
                        <a:rPr sz="1100" b="1" dirty="0">
                          <a:latin typeface="Times New Roman"/>
                          <a:cs typeface="Times New Roman"/>
                        </a:rPr>
                        <a:t>Person</a:t>
                      </a:r>
                      <a:endParaRPr sz="1100">
                        <a:latin typeface="Times New Roman"/>
                        <a:cs typeface="Times New Roman"/>
                      </a:endParaRPr>
                    </a:p>
                    <a:p>
                      <a:pPr marL="297180" marR="265430" indent="51435">
                        <a:lnSpc>
                          <a:spcPct val="148200"/>
                        </a:lnSpc>
                        <a:spcBef>
                          <a:spcPts val="25"/>
                        </a:spcBef>
                      </a:pPr>
                      <a:r>
                        <a:rPr sz="1100" b="1" dirty="0">
                          <a:latin typeface="Times New Roman"/>
                          <a:cs typeface="Times New Roman"/>
                        </a:rPr>
                        <a:t>Inchar</a:t>
                      </a:r>
                      <a:r>
                        <a:rPr sz="1100" b="1" spc="-10" dirty="0">
                          <a:latin typeface="Times New Roman"/>
                          <a:cs typeface="Times New Roman"/>
                        </a:rPr>
                        <a:t>g</a:t>
                      </a:r>
                      <a:r>
                        <a:rPr sz="1100" b="1" dirty="0">
                          <a:latin typeface="Times New Roman"/>
                          <a:cs typeface="Times New Roman"/>
                        </a:rPr>
                        <a:t>e  Signa</a:t>
                      </a:r>
                      <a:r>
                        <a:rPr sz="1100" b="1" spc="5" dirty="0">
                          <a:latin typeface="Times New Roman"/>
                          <a:cs typeface="Times New Roman"/>
                        </a:rPr>
                        <a:t>t</a:t>
                      </a:r>
                      <a:r>
                        <a:rPr sz="1100" b="1" dirty="0">
                          <a:latin typeface="Times New Roman"/>
                          <a:cs typeface="Times New Roman"/>
                        </a:rPr>
                        <a:t>u</a:t>
                      </a:r>
                      <a:r>
                        <a:rPr sz="1100" b="1" spc="-35" dirty="0">
                          <a:latin typeface="Times New Roman"/>
                          <a:cs typeface="Times New Roman"/>
                        </a:rPr>
                        <a:t>r</a:t>
                      </a:r>
                      <a:r>
                        <a:rPr sz="1100" b="1" dirty="0">
                          <a:latin typeface="Times New Roman"/>
                          <a:cs typeface="Times New Roman"/>
                        </a:rPr>
                        <a:t>e</a:t>
                      </a:r>
                      <a:endParaRPr sz="1100">
                        <a:latin typeface="Times New Roman"/>
                        <a:cs typeface="Times New Roman"/>
                      </a:endParaRPr>
                    </a:p>
                  </a:txBody>
                  <a:tcPr marL="0" marR="0" marT="127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18880">
                <a:tc>
                  <a:txBody>
                    <a:bodyPr/>
                    <a:lstStyle/>
                    <a:p>
                      <a:pPr>
                        <a:lnSpc>
                          <a:spcPct val="100000"/>
                        </a:lnSpc>
                      </a:pPr>
                      <a:endParaRPr sz="1200">
                        <a:latin typeface="Times New Roman"/>
                        <a:cs typeface="Times New Roman"/>
                      </a:endParaRPr>
                    </a:p>
                    <a:p>
                      <a:pPr>
                        <a:lnSpc>
                          <a:spcPct val="100000"/>
                        </a:lnSpc>
                      </a:pPr>
                      <a:endParaRPr sz="1600">
                        <a:latin typeface="Times New Roman"/>
                        <a:cs typeface="Times New Roman"/>
                      </a:endParaRPr>
                    </a:p>
                    <a:p>
                      <a:pPr marL="83820">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–1</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50" dirty="0">
                        <a:latin typeface="Times New Roman"/>
                        <a:cs typeface="Times New Roman"/>
                      </a:endParaRPr>
                    </a:p>
                    <a:p>
                      <a:pPr marL="39370">
                        <a:lnSpc>
                          <a:spcPct val="100000"/>
                        </a:lnSpc>
                      </a:pPr>
                      <a:r>
                        <a:rPr sz="1200" spc="-5" dirty="0">
                          <a:latin typeface="Times New Roman"/>
                          <a:cs typeface="Times New Roman"/>
                        </a:rPr>
                        <a:t>Collected</a:t>
                      </a:r>
                      <a:r>
                        <a:rPr sz="1200" spc="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information</a:t>
                      </a:r>
                      <a:r>
                        <a:rPr sz="1200" spc="10" dirty="0">
                          <a:latin typeface="Times New Roman"/>
                          <a:cs typeface="Times New Roman"/>
                        </a:rPr>
                        <a:t> </a:t>
                      </a:r>
                      <a:r>
                        <a:rPr sz="1200" spc="-5" dirty="0">
                          <a:latin typeface="Times New Roman"/>
                          <a:cs typeface="Times New Roman"/>
                        </a:rPr>
                        <a:t>about</a:t>
                      </a:r>
                      <a:r>
                        <a:rPr sz="1200" spc="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adult.</a:t>
                      </a:r>
                      <a:endParaRPr sz="1200" dirty="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0"/>
                        </a:spcBef>
                      </a:pPr>
                      <a:endParaRPr sz="1300">
                        <a:latin typeface="Times New Roman"/>
                        <a:cs typeface="Times New Roman"/>
                      </a:endParaRPr>
                    </a:p>
                    <a:p>
                      <a:pPr marL="488950" marR="13335" indent="-372110">
                        <a:lnSpc>
                          <a:spcPct val="103600"/>
                        </a:lnSpc>
                      </a:pPr>
                      <a:r>
                        <a:rPr sz="1200" spc="-5" dirty="0">
                          <a:latin typeface="Times New Roman"/>
                          <a:cs typeface="Times New Roman"/>
                        </a:rPr>
                        <a:t>Known about the </a:t>
                      </a:r>
                      <a:r>
                        <a:rPr sz="1200" dirty="0">
                          <a:latin typeface="Times New Roman"/>
                          <a:cs typeface="Times New Roman"/>
                        </a:rPr>
                        <a:t>usage </a:t>
                      </a:r>
                      <a:r>
                        <a:rPr sz="1200" spc="-5" dirty="0">
                          <a:latin typeface="Times New Roman"/>
                          <a:cs typeface="Times New Roman"/>
                        </a:rPr>
                        <a:t>of</a:t>
                      </a:r>
                      <a:r>
                        <a:rPr sz="1200" dirty="0">
                          <a:latin typeface="Times New Roman"/>
                          <a:cs typeface="Times New Roman"/>
                        </a:rPr>
                        <a:t> </a:t>
                      </a:r>
                      <a:r>
                        <a:rPr sz="1200" spc="-5" dirty="0">
                          <a:latin typeface="Times New Roman"/>
                          <a:cs typeface="Times New Roman"/>
                        </a:rPr>
                        <a:t>the </a:t>
                      </a:r>
                      <a:r>
                        <a:rPr sz="1200" spc="-28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928245">
                <a:tc>
                  <a:txBody>
                    <a:bodyPr/>
                    <a:lstStyle/>
                    <a:p>
                      <a:pPr>
                        <a:lnSpc>
                          <a:spcPct val="100000"/>
                        </a:lnSpc>
                      </a:pPr>
                      <a:endParaRPr sz="1200">
                        <a:latin typeface="Times New Roman"/>
                        <a:cs typeface="Times New Roman"/>
                      </a:endParaRPr>
                    </a:p>
                    <a:p>
                      <a:pPr>
                        <a:lnSpc>
                          <a:spcPct val="100000"/>
                        </a:lnSpc>
                        <a:spcBef>
                          <a:spcPts val="45"/>
                        </a:spcBef>
                      </a:pPr>
                      <a:endParaRPr sz="1550">
                        <a:latin typeface="Times New Roman"/>
                        <a:cs typeface="Times New Roman"/>
                      </a:endParaRPr>
                    </a:p>
                    <a:p>
                      <a:pPr marL="85090">
                        <a:lnSpc>
                          <a:spcPct val="100000"/>
                        </a:lnSpc>
                      </a:pPr>
                      <a:r>
                        <a:rPr sz="1100" b="1" spc="-5" dirty="0">
                          <a:latin typeface="Times New Roman"/>
                          <a:cs typeface="Times New Roman"/>
                        </a:rPr>
                        <a:t>Day</a:t>
                      </a:r>
                      <a:r>
                        <a:rPr sz="1100" b="1" spc="-30" dirty="0">
                          <a:latin typeface="Times New Roman"/>
                          <a:cs typeface="Times New Roman"/>
                        </a:rPr>
                        <a:t> </a:t>
                      </a:r>
                      <a:r>
                        <a:rPr sz="1100" b="1" dirty="0">
                          <a:latin typeface="Times New Roman"/>
                          <a:cs typeface="Times New Roman"/>
                        </a:rPr>
                        <a:t>-</a:t>
                      </a:r>
                      <a:r>
                        <a:rPr sz="1100" b="1" spc="-20" dirty="0">
                          <a:latin typeface="Times New Roman"/>
                          <a:cs typeface="Times New Roman"/>
                        </a:rPr>
                        <a:t> </a:t>
                      </a:r>
                      <a:r>
                        <a:rPr sz="1100" b="1" dirty="0">
                          <a:latin typeface="Times New Roman"/>
                          <a:cs typeface="Times New Roman"/>
                        </a:rPr>
                        <a:t>2</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pPr>
                      <a:endParaRPr sz="1350">
                        <a:latin typeface="Times New Roman"/>
                        <a:cs typeface="Times New Roman"/>
                      </a:endParaRPr>
                    </a:p>
                    <a:p>
                      <a:pPr marL="240665">
                        <a:lnSpc>
                          <a:spcPct val="100000"/>
                        </a:lnSpc>
                      </a:pPr>
                      <a:r>
                        <a:rPr sz="1200" spc="-5" dirty="0">
                          <a:latin typeface="Times New Roman"/>
                          <a:cs typeface="Times New Roman"/>
                        </a:rPr>
                        <a:t>Met</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each </a:t>
                      </a:r>
                      <a:r>
                        <a:rPr sz="1200" dirty="0">
                          <a:latin typeface="Times New Roman"/>
                          <a:cs typeface="Times New Roman"/>
                        </a:rPr>
                        <a:t>person</a:t>
                      </a:r>
                      <a:r>
                        <a:rPr sz="1200" spc="-5" dirty="0">
                          <a:latin typeface="Times New Roman"/>
                          <a:cs typeface="Times New Roman"/>
                        </a:rPr>
                        <a:t> in </a:t>
                      </a:r>
                      <a:r>
                        <a:rPr sz="1200" spc="5" dirty="0">
                          <a:latin typeface="Times New Roman"/>
                          <a:cs typeface="Times New Roman"/>
                        </a:rPr>
                        <a:t>my</a:t>
                      </a:r>
                      <a:r>
                        <a:rPr sz="1200" spc="-20" dirty="0">
                          <a:latin typeface="Times New Roman"/>
                          <a:cs typeface="Times New Roman"/>
                        </a:rPr>
                        <a:t> </a:t>
                      </a:r>
                      <a:r>
                        <a:rPr sz="1200" spc="-15" dirty="0">
                          <a:latin typeface="Times New Roman"/>
                          <a:cs typeface="Times New Roman"/>
                        </a:rPr>
                        <a:t>locality.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50">
                        <a:latin typeface="Times New Roman"/>
                        <a:cs typeface="Times New Roman"/>
                      </a:endParaRPr>
                    </a:p>
                    <a:p>
                      <a:pPr marL="2540" indent="114300">
                        <a:lnSpc>
                          <a:spcPct val="104200"/>
                        </a:lnSpc>
                        <a:tabLst>
                          <a:tab pos="636270" algn="l"/>
                          <a:tab pos="1122680" algn="l"/>
                          <a:tab pos="1456055" algn="l"/>
                          <a:tab pos="1867535" algn="l"/>
                        </a:tabLst>
                      </a:pPr>
                      <a:r>
                        <a:rPr sz="1200" dirty="0">
                          <a:latin typeface="Times New Roman"/>
                          <a:cs typeface="Times New Roman"/>
                        </a:rPr>
                        <a:t>Know	about	the	</a:t>
                      </a:r>
                      <a:r>
                        <a:rPr sz="1200" spc="10" dirty="0">
                          <a:latin typeface="Times New Roman"/>
                          <a:cs typeface="Times New Roman"/>
                        </a:rPr>
                        <a:t>u</a:t>
                      </a:r>
                      <a:r>
                        <a:rPr sz="1200" dirty="0">
                          <a:latin typeface="Times New Roman"/>
                          <a:cs typeface="Times New Roman"/>
                        </a:rPr>
                        <a:t>ses	of  </a:t>
                      </a:r>
                      <a:r>
                        <a:rPr sz="1200" spc="-5" dirty="0">
                          <a:latin typeface="Times New Roman"/>
                          <a:cs typeface="Times New Roman"/>
                        </a:rPr>
                        <a:t>android </a:t>
                      </a:r>
                      <a:r>
                        <a:rPr sz="1200" spc="5" dirty="0">
                          <a:latin typeface="Times New Roman"/>
                          <a:cs typeface="Times New Roman"/>
                        </a:rPr>
                        <a:t>by</a:t>
                      </a:r>
                      <a:r>
                        <a:rPr sz="1200" spc="-3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members.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833744">
                <a:tc>
                  <a:txBody>
                    <a:bodyPr/>
                    <a:lstStyle/>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83820">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–3</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50">
                        <a:latin typeface="Times New Roman"/>
                        <a:cs typeface="Times New Roman"/>
                      </a:endParaRPr>
                    </a:p>
                    <a:p>
                      <a:pPr marL="193040">
                        <a:lnSpc>
                          <a:spcPct val="100000"/>
                        </a:lnSpc>
                      </a:pPr>
                      <a:r>
                        <a:rPr sz="1200" spc="-5" dirty="0">
                          <a:latin typeface="Times New Roman"/>
                          <a:cs typeface="Times New Roman"/>
                        </a:rPr>
                        <a:t>Note</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each and</a:t>
                      </a:r>
                      <a:r>
                        <a:rPr sz="1200" spc="5" dirty="0">
                          <a:latin typeface="Times New Roman"/>
                          <a:cs typeface="Times New Roman"/>
                        </a:rPr>
                        <a:t> </a:t>
                      </a:r>
                      <a:r>
                        <a:rPr sz="1200" dirty="0">
                          <a:latin typeface="Times New Roman"/>
                          <a:cs typeface="Times New Roman"/>
                        </a:rPr>
                        <a:t>every</a:t>
                      </a:r>
                      <a:r>
                        <a:rPr sz="1200" spc="-25" dirty="0">
                          <a:latin typeface="Times New Roman"/>
                          <a:cs typeface="Times New Roman"/>
                        </a:rPr>
                        <a:t> </a:t>
                      </a:r>
                      <a:r>
                        <a:rPr sz="1200" spc="-5" dirty="0">
                          <a:latin typeface="Times New Roman"/>
                          <a:cs typeface="Times New Roman"/>
                        </a:rPr>
                        <a:t>information.</a:t>
                      </a:r>
                      <a:endParaRPr sz="120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5"/>
                        </a:spcBef>
                      </a:pPr>
                      <a:endParaRPr sz="1300">
                        <a:latin typeface="Times New Roman"/>
                        <a:cs typeface="Times New Roman"/>
                      </a:endParaRPr>
                    </a:p>
                    <a:p>
                      <a:pPr marL="813435" marR="42545" indent="-767080">
                        <a:lnSpc>
                          <a:spcPct val="103299"/>
                        </a:lnSpc>
                      </a:pPr>
                      <a:r>
                        <a:rPr sz="1200" spc="-5" dirty="0">
                          <a:latin typeface="Times New Roman"/>
                          <a:cs typeface="Times New Roman"/>
                        </a:rPr>
                        <a:t>Know about the which purpose </a:t>
                      </a:r>
                      <a:r>
                        <a:rPr sz="1200" spc="-285" dirty="0">
                          <a:latin typeface="Times New Roman"/>
                          <a:cs typeface="Times New Roman"/>
                        </a:rPr>
                        <a:t> </a:t>
                      </a:r>
                      <a:r>
                        <a:rPr sz="1200" spc="-15" dirty="0">
                          <a:latin typeface="Times New Roman"/>
                          <a:cs typeface="Times New Roman"/>
                        </a:rPr>
                        <a:t>occur.</a:t>
                      </a:r>
                      <a:endParaRPr sz="1200">
                        <a:latin typeface="Times New Roman"/>
                        <a:cs typeface="Times New Roman"/>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833988">
                <a:tc>
                  <a:txBody>
                    <a:bodyPr/>
                    <a:lstStyle/>
                    <a:p>
                      <a:pPr>
                        <a:lnSpc>
                          <a:spcPct val="100000"/>
                        </a:lnSpc>
                      </a:pPr>
                      <a:endParaRPr sz="1200">
                        <a:latin typeface="Times New Roman"/>
                        <a:cs typeface="Times New Roman"/>
                      </a:endParaRPr>
                    </a:p>
                    <a:p>
                      <a:pPr>
                        <a:lnSpc>
                          <a:spcPct val="100000"/>
                        </a:lnSpc>
                        <a:spcBef>
                          <a:spcPts val="15"/>
                        </a:spcBef>
                      </a:pPr>
                      <a:endParaRPr sz="1200">
                        <a:latin typeface="Times New Roman"/>
                        <a:cs typeface="Times New Roman"/>
                      </a:endParaRPr>
                    </a:p>
                    <a:p>
                      <a:pPr marL="83820">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–4</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00">
                        <a:latin typeface="Times New Roman"/>
                        <a:cs typeface="Times New Roman"/>
                      </a:endParaRPr>
                    </a:p>
                    <a:p>
                      <a:pPr marL="632460" marR="72390" indent="-558800">
                        <a:lnSpc>
                          <a:spcPct val="103299"/>
                        </a:lnSpc>
                      </a:pPr>
                      <a:r>
                        <a:rPr sz="1200" spc="-5" dirty="0">
                          <a:latin typeface="Times New Roman"/>
                          <a:cs typeface="Times New Roman"/>
                        </a:rPr>
                        <a:t>Collect</a:t>
                      </a:r>
                      <a:r>
                        <a:rPr sz="1200" spc="-10" dirty="0">
                          <a:latin typeface="Times New Roman"/>
                          <a:cs typeface="Times New Roman"/>
                        </a:rPr>
                        <a:t> </a:t>
                      </a:r>
                      <a:r>
                        <a:rPr sz="1200" spc="-5" dirty="0">
                          <a:latin typeface="Times New Roman"/>
                          <a:cs typeface="Times New Roman"/>
                        </a:rPr>
                        <a:t>the information</a:t>
                      </a:r>
                      <a:r>
                        <a:rPr sz="1200" dirty="0">
                          <a:latin typeface="Times New Roman"/>
                          <a:cs typeface="Times New Roman"/>
                        </a:rPr>
                        <a:t> about</a:t>
                      </a:r>
                      <a:r>
                        <a:rPr sz="1200" spc="-5" dirty="0">
                          <a:latin typeface="Times New Roman"/>
                          <a:cs typeface="Times New Roman"/>
                        </a:rPr>
                        <a:t> how</a:t>
                      </a:r>
                      <a:r>
                        <a:rPr sz="1200" dirty="0">
                          <a:latin typeface="Times New Roman"/>
                          <a:cs typeface="Times New Roman"/>
                        </a:rPr>
                        <a:t> </a:t>
                      </a:r>
                      <a:r>
                        <a:rPr sz="1200" spc="-5" dirty="0">
                          <a:latin typeface="Times New Roman"/>
                          <a:cs typeface="Times New Roman"/>
                        </a:rPr>
                        <a:t>much </a:t>
                      </a:r>
                      <a:r>
                        <a:rPr sz="1200" spc="-285" dirty="0">
                          <a:latin typeface="Times New Roman"/>
                          <a:cs typeface="Times New Roman"/>
                        </a:rPr>
                        <a:t> </a:t>
                      </a:r>
                      <a:r>
                        <a:rPr sz="1200" spc="-5" dirty="0">
                          <a:latin typeface="Times New Roman"/>
                          <a:cs typeface="Times New Roman"/>
                        </a:rPr>
                        <a:t>time spent</a:t>
                      </a:r>
                      <a:r>
                        <a:rPr sz="1200" dirty="0">
                          <a:latin typeface="Times New Roman"/>
                          <a:cs typeface="Times New Roman"/>
                        </a:rPr>
                        <a:t> </a:t>
                      </a:r>
                      <a:r>
                        <a:rPr sz="1200" spc="-5" dirty="0">
                          <a:latin typeface="Times New Roman"/>
                          <a:cs typeface="Times New Roman"/>
                        </a:rPr>
                        <a:t>on android.</a:t>
                      </a:r>
                      <a:endParaRPr sz="120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450">
                        <a:latin typeface="Times New Roman"/>
                        <a:cs typeface="Times New Roman"/>
                      </a:endParaRPr>
                    </a:p>
                    <a:p>
                      <a:pPr marL="76200" marR="55880" indent="71120">
                        <a:lnSpc>
                          <a:spcPct val="103299"/>
                        </a:lnSpc>
                      </a:pPr>
                      <a:r>
                        <a:rPr sz="1200" spc="-5" dirty="0">
                          <a:latin typeface="Times New Roman"/>
                          <a:cs typeface="Times New Roman"/>
                        </a:rPr>
                        <a:t>Understanding the time </a:t>
                      </a:r>
                      <a:r>
                        <a:rPr sz="1200" dirty="0">
                          <a:latin typeface="Times New Roman"/>
                          <a:cs typeface="Times New Roman"/>
                        </a:rPr>
                        <a:t>spent </a:t>
                      </a:r>
                      <a:r>
                        <a:rPr sz="1200" spc="-285" dirty="0">
                          <a:latin typeface="Times New Roman"/>
                          <a:cs typeface="Times New Roman"/>
                        </a:rPr>
                        <a:t> </a:t>
                      </a:r>
                      <a:r>
                        <a:rPr sz="1200" spc="-5" dirty="0">
                          <a:latin typeface="Times New Roman"/>
                          <a:cs typeface="Times New Roman"/>
                        </a:rPr>
                        <a:t>on android.</a:t>
                      </a:r>
                      <a:endParaRPr sz="12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838317">
                <a:tc>
                  <a:txBody>
                    <a:bodyPr/>
                    <a:lstStyle/>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83820">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–5</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00">
                        <a:latin typeface="Times New Roman"/>
                        <a:cs typeface="Times New Roman"/>
                      </a:endParaRPr>
                    </a:p>
                    <a:p>
                      <a:pPr marL="54610" marR="1270">
                        <a:lnSpc>
                          <a:spcPct val="103299"/>
                        </a:lnSpc>
                      </a:pPr>
                      <a:r>
                        <a:rPr sz="1200" spc="-5" dirty="0">
                          <a:latin typeface="Times New Roman"/>
                          <a:cs typeface="Times New Roman"/>
                        </a:rPr>
                        <a:t>Collect</a:t>
                      </a:r>
                      <a:r>
                        <a:rPr sz="1200" spc="210" dirty="0">
                          <a:latin typeface="Times New Roman"/>
                          <a:cs typeface="Times New Roman"/>
                        </a:rPr>
                        <a:t> </a:t>
                      </a:r>
                      <a:r>
                        <a:rPr sz="1200" spc="-5" dirty="0">
                          <a:latin typeface="Times New Roman"/>
                          <a:cs typeface="Times New Roman"/>
                        </a:rPr>
                        <a:t>the</a:t>
                      </a:r>
                      <a:r>
                        <a:rPr sz="1200" spc="210" dirty="0">
                          <a:latin typeface="Times New Roman"/>
                          <a:cs typeface="Times New Roman"/>
                        </a:rPr>
                        <a:t> </a:t>
                      </a:r>
                      <a:r>
                        <a:rPr sz="1200" spc="-5" dirty="0">
                          <a:latin typeface="Times New Roman"/>
                          <a:cs typeface="Times New Roman"/>
                        </a:rPr>
                        <a:t>information</a:t>
                      </a:r>
                      <a:r>
                        <a:rPr sz="1200" spc="215" dirty="0">
                          <a:latin typeface="Times New Roman"/>
                          <a:cs typeface="Times New Roman"/>
                        </a:rPr>
                        <a:t> </a:t>
                      </a:r>
                      <a:r>
                        <a:rPr sz="1200" spc="-5" dirty="0">
                          <a:latin typeface="Times New Roman"/>
                          <a:cs typeface="Times New Roman"/>
                        </a:rPr>
                        <a:t>on</a:t>
                      </a:r>
                      <a:r>
                        <a:rPr sz="1200" spc="215" dirty="0">
                          <a:latin typeface="Times New Roman"/>
                          <a:cs typeface="Times New Roman"/>
                        </a:rPr>
                        <a:t> </a:t>
                      </a:r>
                      <a:r>
                        <a:rPr sz="1200" spc="-5" dirty="0">
                          <a:latin typeface="Times New Roman"/>
                          <a:cs typeface="Times New Roman"/>
                        </a:rPr>
                        <a:t>which</a:t>
                      </a:r>
                      <a:r>
                        <a:rPr sz="1200" spc="210" dirty="0">
                          <a:latin typeface="Times New Roman"/>
                          <a:cs typeface="Times New Roman"/>
                        </a:rPr>
                        <a:t> </a:t>
                      </a:r>
                      <a:r>
                        <a:rPr sz="1200" dirty="0">
                          <a:latin typeface="Times New Roman"/>
                          <a:cs typeface="Times New Roman"/>
                        </a:rPr>
                        <a:t>the </a:t>
                      </a:r>
                      <a:r>
                        <a:rPr sz="1200" spc="-285" dirty="0">
                          <a:latin typeface="Times New Roman"/>
                          <a:cs typeface="Times New Roman"/>
                        </a:rPr>
                        <a:t> </a:t>
                      </a:r>
                      <a:r>
                        <a:rPr sz="1200" dirty="0">
                          <a:latin typeface="Times New Roman"/>
                          <a:cs typeface="Times New Roman"/>
                        </a:rPr>
                        <a:t>primary</a:t>
                      </a:r>
                      <a:r>
                        <a:rPr sz="1200" spc="-30" dirty="0">
                          <a:latin typeface="Times New Roman"/>
                          <a:cs typeface="Times New Roman"/>
                        </a:rPr>
                        <a:t> </a:t>
                      </a:r>
                      <a:r>
                        <a:rPr sz="1200" spc="-5" dirty="0">
                          <a:latin typeface="Times New Roman"/>
                          <a:cs typeface="Times New Roman"/>
                        </a:rPr>
                        <a:t>purpose </a:t>
                      </a:r>
                      <a:r>
                        <a:rPr sz="1200" dirty="0">
                          <a:latin typeface="Times New Roman"/>
                          <a:cs typeface="Times New Roman"/>
                        </a:rPr>
                        <a:t>of </a:t>
                      </a:r>
                      <a:r>
                        <a:rPr sz="1200" spc="-5" dirty="0">
                          <a:latin typeface="Times New Roman"/>
                          <a:cs typeface="Times New Roman"/>
                        </a:rPr>
                        <a:t>android</a:t>
                      </a:r>
                      <a:r>
                        <a:rPr sz="1200" dirty="0">
                          <a:latin typeface="Times New Roman"/>
                          <a:cs typeface="Times New Roman"/>
                        </a:rPr>
                        <a:t> </a:t>
                      </a:r>
                      <a:r>
                        <a:rPr sz="1200" spc="-5" dirty="0">
                          <a:latin typeface="Times New Roman"/>
                          <a:cs typeface="Times New Roman"/>
                        </a:rPr>
                        <a:t>uses.</a:t>
                      </a:r>
                      <a:endParaRPr sz="120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00">
                        <a:latin typeface="Times New Roman"/>
                        <a:cs typeface="Times New Roman"/>
                      </a:endParaRPr>
                    </a:p>
                    <a:p>
                      <a:pPr marL="39370" marR="55880" indent="4445" algn="ctr">
                        <a:lnSpc>
                          <a:spcPct val="103299"/>
                        </a:lnSpc>
                      </a:pPr>
                      <a:r>
                        <a:rPr sz="1200" spc="-5" dirty="0">
                          <a:latin typeface="Times New Roman"/>
                          <a:cs typeface="Times New Roman"/>
                        </a:rPr>
                        <a:t>Understanding</a:t>
                      </a:r>
                      <a:r>
                        <a:rPr sz="1200" spc="-1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which</a:t>
                      </a:r>
                      <a:r>
                        <a:rPr sz="1200" spc="5" dirty="0">
                          <a:latin typeface="Times New Roman"/>
                          <a:cs typeface="Times New Roman"/>
                        </a:rPr>
                        <a:t> </a:t>
                      </a:r>
                      <a:r>
                        <a:rPr sz="1200" spc="-5" dirty="0">
                          <a:latin typeface="Times New Roman"/>
                          <a:cs typeface="Times New Roman"/>
                        </a:rPr>
                        <a:t>they </a:t>
                      </a:r>
                      <a:r>
                        <a:rPr sz="1200" dirty="0">
                          <a:latin typeface="Times New Roman"/>
                          <a:cs typeface="Times New Roman"/>
                        </a:rPr>
                        <a:t> </a:t>
                      </a:r>
                      <a:r>
                        <a:rPr sz="1200" spc="-5" dirty="0">
                          <a:latin typeface="Times New Roman"/>
                          <a:cs typeface="Times New Roman"/>
                        </a:rPr>
                        <a:t>can be</a:t>
                      </a:r>
                      <a:r>
                        <a:rPr sz="1200" dirty="0">
                          <a:latin typeface="Times New Roman"/>
                          <a:cs typeface="Times New Roman"/>
                        </a:rPr>
                        <a:t> </a:t>
                      </a:r>
                      <a:r>
                        <a:rPr sz="1200" spc="-5" dirty="0">
                          <a:latin typeface="Times New Roman"/>
                          <a:cs typeface="Times New Roman"/>
                        </a:rPr>
                        <a:t>gave high preference on </a:t>
                      </a:r>
                      <a:r>
                        <a:rPr sz="1200" spc="-28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931672">
                <a:tc>
                  <a:txBody>
                    <a:bodyPr/>
                    <a:lstStyle/>
                    <a:p>
                      <a:pPr>
                        <a:lnSpc>
                          <a:spcPct val="100000"/>
                        </a:lnSpc>
                      </a:pPr>
                      <a:endParaRPr sz="1200">
                        <a:latin typeface="Times New Roman"/>
                        <a:cs typeface="Times New Roman"/>
                      </a:endParaRPr>
                    </a:p>
                    <a:p>
                      <a:pPr>
                        <a:lnSpc>
                          <a:spcPct val="100000"/>
                        </a:lnSpc>
                        <a:spcBef>
                          <a:spcPts val="15"/>
                        </a:spcBef>
                      </a:pPr>
                      <a:endParaRPr sz="1200">
                        <a:latin typeface="Times New Roman"/>
                        <a:cs typeface="Times New Roman"/>
                      </a:endParaRPr>
                    </a:p>
                    <a:p>
                      <a:pPr marL="83820">
                        <a:lnSpc>
                          <a:spcPct val="100000"/>
                        </a:lnSpc>
                        <a:spcBef>
                          <a:spcPts val="5"/>
                        </a:spcBef>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–6</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spcBef>
                          <a:spcPts val="45"/>
                        </a:spcBef>
                      </a:pPr>
                      <a:endParaRPr sz="1300">
                        <a:latin typeface="Times New Roman"/>
                        <a:cs typeface="Times New Roman"/>
                      </a:endParaRPr>
                    </a:p>
                    <a:p>
                      <a:pPr marL="118745">
                        <a:lnSpc>
                          <a:spcPct val="100000"/>
                        </a:lnSpc>
                        <a:spcBef>
                          <a:spcPts val="5"/>
                        </a:spcBef>
                      </a:pPr>
                      <a:r>
                        <a:rPr sz="1200" spc="-5" dirty="0">
                          <a:latin typeface="Times New Roman"/>
                          <a:cs typeface="Times New Roman"/>
                        </a:rPr>
                        <a:t>Interact with</a:t>
                      </a:r>
                      <a:r>
                        <a:rPr sz="120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adults in</a:t>
                      </a:r>
                      <a:r>
                        <a:rPr sz="1200" dirty="0">
                          <a:latin typeface="Times New Roman"/>
                          <a:cs typeface="Times New Roman"/>
                        </a:rPr>
                        <a:t> </a:t>
                      </a:r>
                      <a:r>
                        <a:rPr sz="1200" spc="5" dirty="0">
                          <a:latin typeface="Times New Roman"/>
                          <a:cs typeface="Times New Roman"/>
                        </a:rPr>
                        <a:t>my</a:t>
                      </a:r>
                      <a:r>
                        <a:rPr sz="1200" spc="-25" dirty="0">
                          <a:latin typeface="Times New Roman"/>
                          <a:cs typeface="Times New Roman"/>
                        </a:rPr>
                        <a:t> </a:t>
                      </a:r>
                      <a:r>
                        <a:rPr sz="1200" spc="-15" dirty="0">
                          <a:latin typeface="Times New Roman"/>
                          <a:cs typeface="Times New Roman"/>
                        </a:rPr>
                        <a:t>locality.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marL="554355" marR="69215" indent="-483234">
                        <a:lnSpc>
                          <a:spcPct val="103600"/>
                        </a:lnSpc>
                      </a:pPr>
                      <a:r>
                        <a:rPr sz="1200" spc="-5" dirty="0">
                          <a:latin typeface="Times New Roman"/>
                          <a:cs typeface="Times New Roman"/>
                        </a:rPr>
                        <a:t>Noted the</a:t>
                      </a:r>
                      <a:r>
                        <a:rPr sz="1200" spc="5" dirty="0">
                          <a:latin typeface="Times New Roman"/>
                          <a:cs typeface="Times New Roman"/>
                        </a:rPr>
                        <a:t> </a:t>
                      </a:r>
                      <a:r>
                        <a:rPr sz="1200" spc="-5" dirty="0">
                          <a:latin typeface="Times New Roman"/>
                          <a:cs typeface="Times New Roman"/>
                        </a:rPr>
                        <a:t>total information</a:t>
                      </a:r>
                      <a:r>
                        <a:rPr sz="1200" dirty="0">
                          <a:latin typeface="Times New Roman"/>
                          <a:cs typeface="Times New Roman"/>
                        </a:rPr>
                        <a:t> </a:t>
                      </a:r>
                      <a:r>
                        <a:rPr sz="1200" spc="-5" dirty="0">
                          <a:latin typeface="Times New Roman"/>
                          <a:cs typeface="Times New Roman"/>
                        </a:rPr>
                        <a:t>on </a:t>
                      </a:r>
                      <a:r>
                        <a:rPr sz="1200" spc="-285" dirty="0">
                          <a:latin typeface="Times New Roman"/>
                          <a:cs typeface="Times New Roman"/>
                        </a:rPr>
                        <a:t> </a:t>
                      </a:r>
                      <a:r>
                        <a:rPr sz="1200" spc="-5" dirty="0">
                          <a:latin typeface="Times New Roman"/>
                          <a:cs typeface="Times New Roman"/>
                        </a:rPr>
                        <a:t>android usage.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8A81D097-4FF7-B36E-F620-C8D35E4BE51B}"/>
              </a:ext>
            </a:extLst>
          </p:cNvPr>
          <p:cNvSpPr txBox="1"/>
          <p:nvPr/>
        </p:nvSpPr>
        <p:spPr>
          <a:xfrm>
            <a:off x="3806212" y="979725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13</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87048" y="1162050"/>
            <a:ext cx="6224619" cy="7455374"/>
          </a:xfrm>
          <a:prstGeom prst="rect">
            <a:avLst/>
          </a:prstGeom>
        </p:spPr>
        <p:txBody>
          <a:bodyPr vert="horz" wrap="square" lIns="0" tIns="71755" rIns="0" bIns="0" rtlCol="0">
            <a:spAutoFit/>
          </a:bodyPr>
          <a:lstStyle/>
          <a:p>
            <a:pPr marL="2503805">
              <a:lnSpc>
                <a:spcPct val="100000"/>
              </a:lnSpc>
              <a:spcBef>
                <a:spcPts val="565"/>
              </a:spcBef>
            </a:pPr>
            <a:r>
              <a:rPr sz="1400" b="1" dirty="0">
                <a:latin typeface="Times New Roman"/>
                <a:cs typeface="Times New Roman"/>
              </a:rPr>
              <a:t>W</a:t>
            </a:r>
            <a:r>
              <a:rPr sz="1400" b="1" spc="-10" dirty="0">
                <a:latin typeface="Times New Roman"/>
                <a:cs typeface="Times New Roman"/>
              </a:rPr>
              <a:t>E</a:t>
            </a:r>
            <a:r>
              <a:rPr sz="1400" b="1" dirty="0">
                <a:latin typeface="Times New Roman"/>
                <a:cs typeface="Times New Roman"/>
              </a:rPr>
              <a:t>E</a:t>
            </a:r>
            <a:r>
              <a:rPr sz="1400" b="1" spc="5" dirty="0">
                <a:latin typeface="Times New Roman"/>
                <a:cs typeface="Times New Roman"/>
              </a:rPr>
              <a:t>K</a:t>
            </a:r>
            <a:r>
              <a:rPr sz="1400" b="1" spc="-145" dirty="0">
                <a:latin typeface="Times New Roman"/>
                <a:cs typeface="Times New Roman"/>
              </a:rPr>
              <a:t>L</a:t>
            </a:r>
            <a:r>
              <a:rPr sz="1400" b="1" dirty="0">
                <a:latin typeface="Times New Roman"/>
                <a:cs typeface="Times New Roman"/>
              </a:rPr>
              <a:t>Y</a:t>
            </a:r>
            <a:r>
              <a:rPr sz="1400" b="1" spc="-55" dirty="0">
                <a:latin typeface="Times New Roman"/>
                <a:cs typeface="Times New Roman"/>
              </a:rPr>
              <a:t> </a:t>
            </a:r>
            <a:r>
              <a:rPr sz="1400" b="1" spc="-5" dirty="0">
                <a:latin typeface="Times New Roman"/>
                <a:cs typeface="Times New Roman"/>
              </a:rPr>
              <a:t>R</a:t>
            </a:r>
            <a:r>
              <a:rPr sz="1400" b="1" dirty="0">
                <a:latin typeface="Times New Roman"/>
                <a:cs typeface="Times New Roman"/>
              </a:rPr>
              <a:t>EPO</a:t>
            </a:r>
            <a:r>
              <a:rPr sz="1400" b="1" spc="-50" dirty="0">
                <a:latin typeface="Times New Roman"/>
                <a:cs typeface="Times New Roman"/>
              </a:rPr>
              <a:t>R</a:t>
            </a:r>
            <a:r>
              <a:rPr lang="en-US" sz="1400" b="1" spc="-50" dirty="0">
                <a:latin typeface="Times New Roman"/>
                <a:cs typeface="Times New Roman"/>
              </a:rPr>
              <a:t>T</a:t>
            </a:r>
          </a:p>
          <a:p>
            <a:pPr>
              <a:lnSpc>
                <a:spcPct val="100000"/>
              </a:lnSpc>
              <a:spcBef>
                <a:spcPts val="40"/>
              </a:spcBef>
            </a:pPr>
            <a:r>
              <a:rPr lang="en-US" sz="1400" b="1" dirty="0">
                <a:latin typeface="Times New Roman"/>
                <a:cs typeface="Times New Roman"/>
              </a:rPr>
              <a:t>                                  WEEK-3 </a:t>
            </a:r>
            <a:r>
              <a:rPr lang="en-US" sz="1400" dirty="0">
                <a:latin typeface="Times New Roman"/>
                <a:cs typeface="Times New Roman"/>
              </a:rPr>
              <a:t>(FROM </a:t>
            </a:r>
            <a:r>
              <a:rPr lang="en-US" sz="1400" b="1" dirty="0">
                <a:latin typeface="Times New Roman"/>
                <a:cs typeface="Times New Roman"/>
              </a:rPr>
              <a:t>06-08-2024</a:t>
            </a:r>
            <a:r>
              <a:rPr lang="en-US" sz="1400" dirty="0">
                <a:latin typeface="Times New Roman"/>
                <a:cs typeface="Times New Roman"/>
              </a:rPr>
              <a:t> TO</a:t>
            </a:r>
            <a:r>
              <a:rPr lang="en-US" sz="1400" b="1" dirty="0">
                <a:latin typeface="Times New Roman"/>
                <a:cs typeface="Times New Roman"/>
              </a:rPr>
              <a:t> 12-08-2024</a:t>
            </a:r>
            <a:r>
              <a:rPr lang="en-US" sz="1400" dirty="0">
                <a:latin typeface="Times New Roman"/>
                <a:cs typeface="Times New Roman"/>
              </a:rPr>
              <a:t>)</a:t>
            </a:r>
          </a:p>
          <a:p>
            <a:pPr>
              <a:lnSpc>
                <a:spcPct val="100000"/>
              </a:lnSpc>
              <a:spcBef>
                <a:spcPts val="40"/>
              </a:spcBef>
            </a:pPr>
            <a:endParaRPr sz="800" dirty="0">
              <a:latin typeface="Times New Roman"/>
              <a:cs typeface="Times New Roman"/>
            </a:endParaRPr>
          </a:p>
          <a:p>
            <a:pPr marL="12700">
              <a:lnSpc>
                <a:spcPct val="100000"/>
              </a:lnSpc>
            </a:pPr>
            <a:r>
              <a:rPr sz="1400" b="1" spc="-5" dirty="0">
                <a:latin typeface="Times New Roman"/>
                <a:cs typeface="Times New Roman"/>
              </a:rPr>
              <a:t>Overview</a:t>
            </a:r>
            <a:r>
              <a:rPr sz="1400" b="1" spc="5" dirty="0">
                <a:latin typeface="Times New Roman"/>
                <a:cs typeface="Times New Roman"/>
              </a:rPr>
              <a:t> </a:t>
            </a:r>
            <a:r>
              <a:rPr sz="1400" b="1" spc="-5" dirty="0">
                <a:latin typeface="Times New Roman"/>
                <a:cs typeface="Times New Roman"/>
              </a:rPr>
              <a:t>of</a:t>
            </a:r>
            <a:r>
              <a:rPr sz="1400" b="1" spc="-60" dirty="0">
                <a:latin typeface="Times New Roman"/>
                <a:cs typeface="Times New Roman"/>
              </a:rPr>
              <a:t> </a:t>
            </a:r>
            <a:r>
              <a:rPr sz="1400" b="1" spc="-10" dirty="0">
                <a:latin typeface="Times New Roman"/>
                <a:cs typeface="Times New Roman"/>
              </a:rPr>
              <a:t>Android</a:t>
            </a:r>
            <a:r>
              <a:rPr sz="1400" b="1" spc="5" dirty="0">
                <a:latin typeface="Times New Roman"/>
                <a:cs typeface="Times New Roman"/>
              </a:rPr>
              <a:t> </a:t>
            </a:r>
            <a:r>
              <a:rPr sz="1400" b="1" spc="-5" dirty="0">
                <a:latin typeface="Times New Roman"/>
                <a:cs typeface="Times New Roman"/>
              </a:rPr>
              <a:t>Phone</a:t>
            </a:r>
            <a:r>
              <a:rPr sz="1400" b="1" dirty="0">
                <a:latin typeface="Times New Roman"/>
                <a:cs typeface="Times New Roman"/>
              </a:rPr>
              <a:t> </a:t>
            </a:r>
            <a:r>
              <a:rPr sz="1400" b="1" spc="-5" dirty="0">
                <a:latin typeface="Times New Roman"/>
                <a:cs typeface="Times New Roman"/>
              </a:rPr>
              <a:t>Usage</a:t>
            </a:r>
            <a:r>
              <a:rPr sz="1400" b="1" spc="-80" dirty="0">
                <a:latin typeface="Times New Roman"/>
                <a:cs typeface="Times New Roman"/>
              </a:rPr>
              <a:t> </a:t>
            </a:r>
            <a:r>
              <a:rPr sz="1400" b="1" spc="-5" dirty="0">
                <a:latin typeface="Times New Roman"/>
                <a:cs typeface="Times New Roman"/>
              </a:rPr>
              <a:t>Among</a:t>
            </a:r>
            <a:r>
              <a:rPr sz="1400" b="1" spc="-55" dirty="0">
                <a:latin typeface="Times New Roman"/>
                <a:cs typeface="Times New Roman"/>
              </a:rPr>
              <a:t> </a:t>
            </a:r>
            <a:r>
              <a:rPr sz="1400" b="1" spc="-5" dirty="0">
                <a:latin typeface="Times New Roman"/>
                <a:cs typeface="Times New Roman"/>
              </a:rPr>
              <a:t>Adults</a:t>
            </a:r>
            <a:endParaRPr sz="1400" dirty="0">
              <a:latin typeface="Times New Roman"/>
              <a:cs typeface="Times New Roman"/>
            </a:endParaRPr>
          </a:p>
          <a:p>
            <a:pPr marL="18415" marR="83185" indent="-6350">
              <a:lnSpc>
                <a:spcPct val="145000"/>
              </a:lnSpc>
            </a:pPr>
            <a:r>
              <a:rPr sz="1200" spc="-5" dirty="0">
                <a:latin typeface="Times New Roman"/>
                <a:cs typeface="Times New Roman"/>
              </a:rPr>
              <a:t>Adults</a:t>
            </a:r>
            <a:r>
              <a:rPr sz="1200" spc="10" dirty="0">
                <a:latin typeface="Times New Roman"/>
                <a:cs typeface="Times New Roman"/>
              </a:rPr>
              <a:t> </a:t>
            </a:r>
            <a:r>
              <a:rPr sz="1200" spc="-5" dirty="0">
                <a:latin typeface="Times New Roman"/>
                <a:cs typeface="Times New Roman"/>
              </a:rPr>
              <a:t>aged</a:t>
            </a:r>
            <a:r>
              <a:rPr sz="1200" spc="15" dirty="0">
                <a:latin typeface="Times New Roman"/>
                <a:cs typeface="Times New Roman"/>
              </a:rPr>
              <a:t> </a:t>
            </a:r>
            <a:r>
              <a:rPr sz="1200" spc="-5" dirty="0">
                <a:latin typeface="Times New Roman"/>
                <a:cs typeface="Times New Roman"/>
              </a:rPr>
              <a:t>30-59</a:t>
            </a:r>
            <a:r>
              <a:rPr sz="1200" spc="15" dirty="0">
                <a:latin typeface="Times New Roman"/>
                <a:cs typeface="Times New Roman"/>
              </a:rPr>
              <a:t> </a:t>
            </a:r>
            <a:r>
              <a:rPr sz="1200" spc="-5" dirty="0">
                <a:latin typeface="Times New Roman"/>
                <a:cs typeface="Times New Roman"/>
              </a:rPr>
              <a:t>represent</a:t>
            </a:r>
            <a:r>
              <a:rPr sz="1200" spc="15" dirty="0">
                <a:latin typeface="Times New Roman"/>
                <a:cs typeface="Times New Roman"/>
              </a:rPr>
              <a:t> </a:t>
            </a:r>
            <a:r>
              <a:rPr sz="1200" spc="-5" dirty="0">
                <a:latin typeface="Times New Roman"/>
                <a:cs typeface="Times New Roman"/>
              </a:rPr>
              <a:t>a</a:t>
            </a:r>
            <a:r>
              <a:rPr sz="1200" spc="10" dirty="0">
                <a:latin typeface="Times New Roman"/>
                <a:cs typeface="Times New Roman"/>
              </a:rPr>
              <a:t> </a:t>
            </a:r>
            <a:r>
              <a:rPr sz="1200" spc="-5" dirty="0">
                <a:latin typeface="Times New Roman"/>
                <a:cs typeface="Times New Roman"/>
              </a:rPr>
              <a:t>diverse</a:t>
            </a:r>
            <a:r>
              <a:rPr sz="1200" spc="20" dirty="0">
                <a:latin typeface="Times New Roman"/>
                <a:cs typeface="Times New Roman"/>
              </a:rPr>
              <a:t> </a:t>
            </a:r>
            <a:r>
              <a:rPr sz="1200" spc="-5" dirty="0">
                <a:latin typeface="Times New Roman"/>
                <a:cs typeface="Times New Roman"/>
              </a:rPr>
              <a:t>group</a:t>
            </a:r>
            <a:r>
              <a:rPr sz="1200" spc="1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varied</a:t>
            </a:r>
            <a:r>
              <a:rPr sz="1200" spc="-50" dirty="0">
                <a:latin typeface="Times New Roman"/>
                <a:cs typeface="Times New Roman"/>
              </a:rPr>
              <a:t> </a:t>
            </a:r>
            <a:r>
              <a:rPr sz="1200" spc="-5" dirty="0">
                <a:latin typeface="Times New Roman"/>
                <a:cs typeface="Times New Roman"/>
              </a:rPr>
              <a:t>Android</a:t>
            </a:r>
            <a:r>
              <a:rPr sz="1200" spc="15" dirty="0">
                <a:latin typeface="Times New Roman"/>
                <a:cs typeface="Times New Roman"/>
              </a:rPr>
              <a:t> </a:t>
            </a:r>
            <a:r>
              <a:rPr sz="1200" spc="-5" dirty="0">
                <a:latin typeface="Times New Roman"/>
                <a:cs typeface="Times New Roman"/>
              </a:rPr>
              <a:t>smartphone</a:t>
            </a:r>
            <a:r>
              <a:rPr sz="1200" spc="5" dirty="0">
                <a:latin typeface="Times New Roman"/>
                <a:cs typeface="Times New Roman"/>
              </a:rPr>
              <a:t> </a:t>
            </a:r>
            <a:r>
              <a:rPr sz="1200" spc="-5" dirty="0">
                <a:latin typeface="Times New Roman"/>
                <a:cs typeface="Times New Roman"/>
              </a:rPr>
              <a:t>usage</a:t>
            </a:r>
            <a:r>
              <a:rPr sz="1200" spc="10" dirty="0">
                <a:latin typeface="Times New Roman"/>
                <a:cs typeface="Times New Roman"/>
              </a:rPr>
              <a:t> </a:t>
            </a:r>
            <a:r>
              <a:rPr sz="1200" spc="-5" dirty="0">
                <a:latin typeface="Times New Roman"/>
                <a:cs typeface="Times New Roman"/>
              </a:rPr>
              <a:t>patterns.</a:t>
            </a:r>
            <a:r>
              <a:rPr sz="1200" spc="15" dirty="0">
                <a:latin typeface="Times New Roman"/>
                <a:cs typeface="Times New Roman"/>
              </a:rPr>
              <a:t> </a:t>
            </a:r>
            <a:r>
              <a:rPr sz="1200" spc="-5" dirty="0">
                <a:latin typeface="Times New Roman"/>
                <a:cs typeface="Times New Roman"/>
              </a:rPr>
              <a:t>For </a:t>
            </a:r>
            <a:r>
              <a:rPr sz="1200" spc="-285" dirty="0">
                <a:latin typeface="Times New Roman"/>
                <a:cs typeface="Times New Roman"/>
              </a:rPr>
              <a:t> </a:t>
            </a:r>
            <a:r>
              <a:rPr sz="1200" spc="-5" dirty="0">
                <a:latin typeface="Times New Roman"/>
                <a:cs typeface="Times New Roman"/>
              </a:rPr>
              <a:t>this</a:t>
            </a:r>
            <a:r>
              <a:rPr sz="1200" spc="15" dirty="0">
                <a:latin typeface="Times New Roman"/>
                <a:cs typeface="Times New Roman"/>
              </a:rPr>
              <a:t> </a:t>
            </a:r>
            <a:r>
              <a:rPr sz="1200" spc="-5" dirty="0">
                <a:latin typeface="Times New Roman"/>
                <a:cs typeface="Times New Roman"/>
              </a:rPr>
              <a:t>demographic,</a:t>
            </a:r>
            <a:r>
              <a:rPr sz="1200" spc="15" dirty="0">
                <a:latin typeface="Times New Roman"/>
                <a:cs typeface="Times New Roman"/>
              </a:rPr>
              <a:t> </a:t>
            </a:r>
            <a:r>
              <a:rPr sz="1200" spc="-5" dirty="0">
                <a:latin typeface="Times New Roman"/>
                <a:cs typeface="Times New Roman"/>
              </a:rPr>
              <a:t>smartphones</a:t>
            </a:r>
            <a:r>
              <a:rPr sz="1200" spc="20" dirty="0">
                <a:latin typeface="Times New Roman"/>
                <a:cs typeface="Times New Roman"/>
              </a:rPr>
              <a:t> </a:t>
            </a:r>
            <a:r>
              <a:rPr sz="1200" spc="-5" dirty="0">
                <a:latin typeface="Times New Roman"/>
                <a:cs typeface="Times New Roman"/>
              </a:rPr>
              <a:t>are</a:t>
            </a:r>
            <a:r>
              <a:rPr sz="1200" spc="25" dirty="0">
                <a:latin typeface="Times New Roman"/>
                <a:cs typeface="Times New Roman"/>
              </a:rPr>
              <a:t> </a:t>
            </a:r>
            <a:r>
              <a:rPr sz="1200" spc="-5" dirty="0">
                <a:latin typeface="Times New Roman"/>
                <a:cs typeface="Times New Roman"/>
              </a:rPr>
              <a:t>essential</a:t>
            </a:r>
            <a:r>
              <a:rPr sz="1200" spc="15" dirty="0">
                <a:latin typeface="Times New Roman"/>
                <a:cs typeface="Times New Roman"/>
              </a:rPr>
              <a:t> </a:t>
            </a:r>
            <a:r>
              <a:rPr sz="1200" spc="-5" dirty="0">
                <a:latin typeface="Times New Roman"/>
                <a:cs typeface="Times New Roman"/>
              </a:rPr>
              <a:t>tools</a:t>
            </a:r>
            <a:r>
              <a:rPr sz="1200" spc="20" dirty="0">
                <a:latin typeface="Times New Roman"/>
                <a:cs typeface="Times New Roman"/>
              </a:rPr>
              <a:t> </a:t>
            </a:r>
            <a:r>
              <a:rPr sz="1200" spc="-5" dirty="0">
                <a:latin typeface="Times New Roman"/>
                <a:cs typeface="Times New Roman"/>
              </a:rPr>
              <a:t>that</a:t>
            </a:r>
            <a:r>
              <a:rPr sz="1200" spc="20" dirty="0">
                <a:latin typeface="Times New Roman"/>
                <a:cs typeface="Times New Roman"/>
              </a:rPr>
              <a:t> </a:t>
            </a:r>
            <a:r>
              <a:rPr sz="1200" spc="-5" dirty="0">
                <a:latin typeface="Times New Roman"/>
                <a:cs typeface="Times New Roman"/>
              </a:rPr>
              <a:t>support</a:t>
            </a:r>
            <a:r>
              <a:rPr sz="1200" spc="20" dirty="0">
                <a:latin typeface="Times New Roman"/>
                <a:cs typeface="Times New Roman"/>
              </a:rPr>
              <a:t> </a:t>
            </a:r>
            <a:r>
              <a:rPr sz="1200" spc="-5" dirty="0">
                <a:latin typeface="Times New Roman"/>
                <a:cs typeface="Times New Roman"/>
              </a:rPr>
              <a:t>both</a:t>
            </a:r>
            <a:r>
              <a:rPr sz="1200" spc="15" dirty="0">
                <a:latin typeface="Times New Roman"/>
                <a:cs typeface="Times New Roman"/>
              </a:rPr>
              <a:t> </a:t>
            </a:r>
            <a:r>
              <a:rPr sz="1200" spc="-5" dirty="0">
                <a:latin typeface="Times New Roman"/>
                <a:cs typeface="Times New Roman"/>
              </a:rPr>
              <a:t>professional</a:t>
            </a:r>
            <a:r>
              <a:rPr sz="1200" spc="15" dirty="0">
                <a:latin typeface="Times New Roman"/>
                <a:cs typeface="Times New Roman"/>
              </a:rPr>
              <a:t> </a:t>
            </a:r>
            <a:r>
              <a:rPr sz="1200" spc="-5" dirty="0">
                <a:latin typeface="Times New Roman"/>
                <a:cs typeface="Times New Roman"/>
              </a:rPr>
              <a:t>responsibilities</a:t>
            </a:r>
            <a:endParaRPr sz="1200" dirty="0">
              <a:latin typeface="Times New Roman"/>
              <a:cs typeface="Times New Roman"/>
            </a:endParaRPr>
          </a:p>
          <a:p>
            <a:pPr marL="18415" marR="96520">
              <a:lnSpc>
                <a:spcPct val="145000"/>
              </a:lnSpc>
              <a:spcBef>
                <a:spcPts val="15"/>
              </a:spcBef>
            </a:pP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personal</a:t>
            </a:r>
            <a:r>
              <a:rPr sz="1200" spc="20" dirty="0">
                <a:latin typeface="Times New Roman"/>
                <a:cs typeface="Times New Roman"/>
              </a:rPr>
              <a:t> </a:t>
            </a:r>
            <a:r>
              <a:rPr sz="1200" spc="-5" dirty="0">
                <a:latin typeface="Times New Roman"/>
                <a:cs typeface="Times New Roman"/>
              </a:rPr>
              <a:t>life.</a:t>
            </a:r>
            <a:r>
              <a:rPr sz="1200" spc="5" dirty="0">
                <a:latin typeface="Times New Roman"/>
                <a:cs typeface="Times New Roman"/>
              </a:rPr>
              <a:t> </a:t>
            </a:r>
            <a:r>
              <a:rPr sz="1200" spc="-15" dirty="0">
                <a:latin typeface="Times New Roman"/>
                <a:cs typeface="Times New Roman"/>
              </a:rPr>
              <a:t>With</a:t>
            </a:r>
            <a:r>
              <a:rPr sz="1200" spc="20" dirty="0">
                <a:latin typeface="Times New Roman"/>
                <a:cs typeface="Times New Roman"/>
              </a:rPr>
              <a:t> </a:t>
            </a:r>
            <a:r>
              <a:rPr sz="1200" spc="-5" dirty="0">
                <a:latin typeface="Times New Roman"/>
                <a:cs typeface="Times New Roman"/>
              </a:rPr>
              <a:t>widespread</a:t>
            </a:r>
            <a:r>
              <a:rPr sz="1200" spc="10" dirty="0">
                <a:latin typeface="Times New Roman"/>
                <a:cs typeface="Times New Roman"/>
              </a:rPr>
              <a:t> </a:t>
            </a:r>
            <a:r>
              <a:rPr sz="1200" spc="-5" dirty="0">
                <a:latin typeface="Times New Roman"/>
                <a:cs typeface="Times New Roman"/>
              </a:rPr>
              <a:t>smartphone</a:t>
            </a:r>
            <a:r>
              <a:rPr sz="1200" spc="15" dirty="0">
                <a:latin typeface="Times New Roman"/>
                <a:cs typeface="Times New Roman"/>
              </a:rPr>
              <a:t> </a:t>
            </a:r>
            <a:r>
              <a:rPr sz="1200" spc="-5" dirty="0">
                <a:latin typeface="Times New Roman"/>
                <a:cs typeface="Times New Roman"/>
              </a:rPr>
              <a:t>ownership,</a:t>
            </a:r>
            <a:r>
              <a:rPr sz="1200" spc="-55" dirty="0">
                <a:latin typeface="Times New Roman"/>
                <a:cs typeface="Times New Roman"/>
              </a:rPr>
              <a:t> </a:t>
            </a:r>
            <a:r>
              <a:rPr sz="1200" spc="-5" dirty="0">
                <a:latin typeface="Times New Roman"/>
                <a:cs typeface="Times New Roman"/>
              </a:rPr>
              <a:t>Android</a:t>
            </a:r>
            <a:r>
              <a:rPr sz="1200" spc="20" dirty="0">
                <a:latin typeface="Times New Roman"/>
                <a:cs typeface="Times New Roman"/>
              </a:rPr>
              <a:t> </a:t>
            </a:r>
            <a:r>
              <a:rPr sz="1200" spc="-5" dirty="0">
                <a:latin typeface="Times New Roman"/>
                <a:cs typeface="Times New Roman"/>
              </a:rPr>
              <a:t>devices</a:t>
            </a:r>
            <a:r>
              <a:rPr sz="1200" spc="30" dirty="0">
                <a:latin typeface="Times New Roman"/>
                <a:cs typeface="Times New Roman"/>
              </a:rPr>
              <a:t> </a:t>
            </a:r>
            <a:r>
              <a:rPr sz="1200" spc="-5" dirty="0">
                <a:latin typeface="Times New Roman"/>
                <a:cs typeface="Times New Roman"/>
              </a:rPr>
              <a:t>are</a:t>
            </a:r>
            <a:r>
              <a:rPr sz="1200" spc="5" dirty="0">
                <a:latin typeface="Times New Roman"/>
                <a:cs typeface="Times New Roman"/>
              </a:rPr>
              <a:t> </a:t>
            </a:r>
            <a:r>
              <a:rPr sz="1200" spc="-5" dirty="0">
                <a:latin typeface="Times New Roman"/>
                <a:cs typeface="Times New Roman"/>
              </a:rPr>
              <a:t>used</a:t>
            </a:r>
            <a:r>
              <a:rPr sz="1200" spc="30" dirty="0">
                <a:latin typeface="Times New Roman"/>
                <a:cs typeface="Times New Roman"/>
              </a:rPr>
              <a:t> </a:t>
            </a:r>
            <a:r>
              <a:rPr sz="1200" spc="-5" dirty="0">
                <a:latin typeface="Times New Roman"/>
                <a:cs typeface="Times New Roman"/>
              </a:rPr>
              <a:t>extensively </a:t>
            </a:r>
            <a:r>
              <a:rPr sz="1200" spc="-285" dirty="0">
                <a:latin typeface="Times New Roman"/>
                <a:cs typeface="Times New Roman"/>
              </a:rPr>
              <a:t> </a:t>
            </a:r>
            <a:r>
              <a:rPr sz="1200" spc="-5" dirty="0">
                <a:latin typeface="Times New Roman"/>
                <a:cs typeface="Times New Roman"/>
              </a:rPr>
              <a:t>for</a:t>
            </a:r>
            <a:r>
              <a:rPr sz="1200" spc="-10" dirty="0">
                <a:latin typeface="Times New Roman"/>
                <a:cs typeface="Times New Roman"/>
              </a:rPr>
              <a:t> </a:t>
            </a:r>
            <a:r>
              <a:rPr sz="1200" spc="-5" dirty="0">
                <a:latin typeface="Times New Roman"/>
                <a:cs typeface="Times New Roman"/>
              </a:rPr>
              <a:t>communication,</a:t>
            </a:r>
            <a:r>
              <a:rPr sz="1200" spc="5" dirty="0">
                <a:latin typeface="Times New Roman"/>
                <a:cs typeface="Times New Roman"/>
              </a:rPr>
              <a:t> </a:t>
            </a:r>
            <a:r>
              <a:rPr sz="1200" spc="-5" dirty="0">
                <a:latin typeface="Times New Roman"/>
                <a:cs typeface="Times New Roman"/>
              </a:rPr>
              <a:t>work,</a:t>
            </a:r>
            <a:r>
              <a:rPr sz="1200" dirty="0">
                <a:latin typeface="Times New Roman"/>
                <a:cs typeface="Times New Roman"/>
              </a:rPr>
              <a:t> </a:t>
            </a:r>
            <a:r>
              <a:rPr sz="1200" spc="-5" dirty="0">
                <a:latin typeface="Times New Roman"/>
                <a:cs typeface="Times New Roman"/>
              </a:rPr>
              <a:t>entertainment,</a:t>
            </a:r>
            <a:r>
              <a:rPr sz="1200" spc="5"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managing</a:t>
            </a:r>
            <a:r>
              <a:rPr sz="1200" spc="-15" dirty="0">
                <a:latin typeface="Times New Roman"/>
                <a:cs typeface="Times New Roman"/>
              </a:rPr>
              <a:t> </a:t>
            </a:r>
            <a:r>
              <a:rPr sz="1200" dirty="0">
                <a:latin typeface="Times New Roman"/>
                <a:cs typeface="Times New Roman"/>
              </a:rPr>
              <a:t>daily</a:t>
            </a:r>
            <a:r>
              <a:rPr sz="1200" spc="-10" dirty="0">
                <a:latin typeface="Times New Roman"/>
                <a:cs typeface="Times New Roman"/>
              </a:rPr>
              <a:t> </a:t>
            </a:r>
            <a:r>
              <a:rPr sz="1200" spc="-5" dirty="0">
                <a:latin typeface="Times New Roman"/>
                <a:cs typeface="Times New Roman"/>
              </a:rPr>
              <a:t>activities.</a:t>
            </a:r>
            <a:endParaRPr sz="1200" dirty="0">
              <a:latin typeface="Times New Roman"/>
              <a:cs typeface="Times New Roman"/>
            </a:endParaRPr>
          </a:p>
          <a:p>
            <a:pPr marL="12700">
              <a:lnSpc>
                <a:spcPct val="100000"/>
              </a:lnSpc>
              <a:spcBef>
                <a:spcPts val="695"/>
              </a:spcBef>
            </a:pPr>
            <a:r>
              <a:rPr sz="1400" b="1" dirty="0">
                <a:latin typeface="Times New Roman"/>
                <a:cs typeface="Times New Roman"/>
              </a:rPr>
              <a:t>Online</a:t>
            </a:r>
            <a:r>
              <a:rPr sz="1400" b="1" spc="-10" dirty="0">
                <a:latin typeface="Times New Roman"/>
                <a:cs typeface="Times New Roman"/>
              </a:rPr>
              <a:t> </a:t>
            </a:r>
            <a:r>
              <a:rPr sz="1400" b="1" spc="-5" dirty="0">
                <a:latin typeface="Times New Roman"/>
                <a:cs typeface="Times New Roman"/>
              </a:rPr>
              <a:t>Behavior</a:t>
            </a:r>
            <a:r>
              <a:rPr sz="1400" b="1" spc="-25"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5" dirty="0">
                <a:latin typeface="Times New Roman"/>
                <a:cs typeface="Times New Roman"/>
              </a:rPr>
              <a:t>Social</a:t>
            </a:r>
            <a:r>
              <a:rPr sz="1400" b="1" dirty="0">
                <a:latin typeface="Times New Roman"/>
                <a:cs typeface="Times New Roman"/>
              </a:rPr>
              <a:t> </a:t>
            </a:r>
            <a:r>
              <a:rPr sz="1400" b="1" spc="-5" dirty="0">
                <a:latin typeface="Times New Roman"/>
                <a:cs typeface="Times New Roman"/>
              </a:rPr>
              <a:t>Engagement</a:t>
            </a:r>
            <a:endParaRPr sz="1400" dirty="0">
              <a:latin typeface="Times New Roman"/>
              <a:cs typeface="Times New Roman"/>
            </a:endParaRPr>
          </a:p>
          <a:p>
            <a:pPr marL="12700">
              <a:lnSpc>
                <a:spcPct val="100000"/>
              </a:lnSpc>
              <a:spcBef>
                <a:spcPts val="650"/>
              </a:spcBef>
            </a:pPr>
            <a:r>
              <a:rPr sz="1200" spc="-5" dirty="0">
                <a:latin typeface="Times New Roman"/>
                <a:cs typeface="Times New Roman"/>
              </a:rPr>
              <a:t>Adults</a:t>
            </a:r>
            <a:r>
              <a:rPr sz="1200" spc="5" dirty="0">
                <a:latin typeface="Times New Roman"/>
                <a:cs typeface="Times New Roman"/>
              </a:rPr>
              <a:t> </a:t>
            </a:r>
            <a:r>
              <a:rPr sz="1200" spc="-5" dirty="0">
                <a:latin typeface="Times New Roman"/>
                <a:cs typeface="Times New Roman"/>
              </a:rPr>
              <a:t>are</a:t>
            </a:r>
            <a:r>
              <a:rPr sz="1200" dirty="0">
                <a:latin typeface="Times New Roman"/>
                <a:cs typeface="Times New Roman"/>
              </a:rPr>
              <a:t> </a:t>
            </a:r>
            <a:r>
              <a:rPr sz="1200" spc="-5" dirty="0">
                <a:latin typeface="Times New Roman"/>
                <a:cs typeface="Times New Roman"/>
              </a:rPr>
              <a:t>active</a:t>
            </a:r>
            <a:r>
              <a:rPr sz="1200" spc="5" dirty="0">
                <a:latin typeface="Times New Roman"/>
                <a:cs typeface="Times New Roman"/>
              </a:rPr>
              <a:t> </a:t>
            </a:r>
            <a:r>
              <a:rPr sz="1200" spc="-5" dirty="0">
                <a:latin typeface="Times New Roman"/>
                <a:cs typeface="Times New Roman"/>
              </a:rPr>
              <a:t>users</a:t>
            </a:r>
            <a:r>
              <a:rPr sz="1200" spc="1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media,</a:t>
            </a:r>
            <a:r>
              <a:rPr sz="1200" spc="5" dirty="0">
                <a:latin typeface="Times New Roman"/>
                <a:cs typeface="Times New Roman"/>
              </a:rPr>
              <a:t> </a:t>
            </a:r>
            <a:r>
              <a:rPr sz="1200" spc="-5" dirty="0">
                <a:latin typeface="Times New Roman"/>
                <a:cs typeface="Times New Roman"/>
              </a:rPr>
              <a:t>though</a:t>
            </a:r>
            <a:r>
              <a:rPr sz="1200" spc="10" dirty="0">
                <a:latin typeface="Times New Roman"/>
                <a:cs typeface="Times New Roman"/>
              </a:rPr>
              <a:t> </a:t>
            </a:r>
            <a:r>
              <a:rPr sz="1200" dirty="0">
                <a:latin typeface="Times New Roman"/>
                <a:cs typeface="Times New Roman"/>
              </a:rPr>
              <a:t>their</a:t>
            </a:r>
            <a:r>
              <a:rPr sz="1200" spc="5" dirty="0">
                <a:latin typeface="Times New Roman"/>
                <a:cs typeface="Times New Roman"/>
              </a:rPr>
              <a:t> </a:t>
            </a:r>
            <a:r>
              <a:rPr sz="1200" spc="-5" dirty="0">
                <a:latin typeface="Times New Roman"/>
                <a:cs typeface="Times New Roman"/>
              </a:rPr>
              <a:t>engagement</a:t>
            </a:r>
            <a:r>
              <a:rPr sz="1200" spc="10" dirty="0">
                <a:latin typeface="Times New Roman"/>
                <a:cs typeface="Times New Roman"/>
              </a:rPr>
              <a:t> </a:t>
            </a:r>
            <a:r>
              <a:rPr sz="1200" spc="-5" dirty="0">
                <a:latin typeface="Times New Roman"/>
                <a:cs typeface="Times New Roman"/>
              </a:rPr>
              <a:t>tends</a:t>
            </a:r>
            <a:r>
              <a:rPr sz="1200" spc="10"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spc="-5" dirty="0">
                <a:latin typeface="Times New Roman"/>
                <a:cs typeface="Times New Roman"/>
              </a:rPr>
              <a:t>more</a:t>
            </a:r>
            <a:r>
              <a:rPr sz="1200" dirty="0">
                <a:latin typeface="Times New Roman"/>
                <a:cs typeface="Times New Roman"/>
              </a:rPr>
              <a:t> </a:t>
            </a:r>
            <a:r>
              <a:rPr sz="1200" spc="-5" dirty="0">
                <a:latin typeface="Times New Roman"/>
                <a:cs typeface="Times New Roman"/>
              </a:rPr>
              <a:t>focused</a:t>
            </a:r>
            <a:r>
              <a:rPr sz="1200" spc="10" dirty="0">
                <a:latin typeface="Times New Roman"/>
                <a:cs typeface="Times New Roman"/>
              </a:rPr>
              <a:t> </a:t>
            </a:r>
            <a:r>
              <a:rPr sz="1200" spc="-5" dirty="0">
                <a:latin typeface="Times New Roman"/>
                <a:cs typeface="Times New Roman"/>
              </a:rPr>
              <a:t>on</a:t>
            </a:r>
            <a:endParaRPr sz="1200" dirty="0">
              <a:latin typeface="Times New Roman"/>
              <a:cs typeface="Times New Roman"/>
            </a:endParaRPr>
          </a:p>
          <a:p>
            <a:pPr marL="18415" marR="91440">
              <a:lnSpc>
                <a:spcPct val="145200"/>
              </a:lnSpc>
              <a:spcBef>
                <a:spcPts val="10"/>
              </a:spcBef>
            </a:pPr>
            <a:r>
              <a:rPr sz="1200" spc="-5" dirty="0">
                <a:latin typeface="Times New Roman"/>
                <a:cs typeface="Times New Roman"/>
              </a:rPr>
              <a:t>maintaining connections</a:t>
            </a:r>
            <a:r>
              <a:rPr sz="1200" spc="5" dirty="0">
                <a:latin typeface="Times New Roman"/>
                <a:cs typeface="Times New Roman"/>
              </a:rPr>
              <a:t> </a:t>
            </a:r>
            <a:r>
              <a:rPr sz="1200" spc="-5" dirty="0">
                <a:latin typeface="Times New Roman"/>
                <a:cs typeface="Times New Roman"/>
              </a:rPr>
              <a:t>with</a:t>
            </a:r>
            <a:r>
              <a:rPr sz="1200" spc="5" dirty="0">
                <a:latin typeface="Times New Roman"/>
                <a:cs typeface="Times New Roman"/>
              </a:rPr>
              <a:t> </a:t>
            </a:r>
            <a:r>
              <a:rPr sz="1200" spc="-20" dirty="0">
                <a:latin typeface="Times New Roman"/>
                <a:cs typeface="Times New Roman"/>
              </a:rPr>
              <a:t>family,</a:t>
            </a:r>
            <a:r>
              <a:rPr sz="1200" spc="20" dirty="0">
                <a:latin typeface="Times New Roman"/>
                <a:cs typeface="Times New Roman"/>
              </a:rPr>
              <a:t> </a:t>
            </a:r>
            <a:r>
              <a:rPr sz="1200" spc="-5" dirty="0">
                <a:latin typeface="Times New Roman"/>
                <a:cs typeface="Times New Roman"/>
              </a:rPr>
              <a:t>friends,</a:t>
            </a:r>
            <a:r>
              <a:rPr sz="1200" spc="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professional</a:t>
            </a:r>
            <a:r>
              <a:rPr sz="1200" spc="10" dirty="0">
                <a:latin typeface="Times New Roman"/>
                <a:cs typeface="Times New Roman"/>
              </a:rPr>
              <a:t> </a:t>
            </a:r>
            <a:r>
              <a:rPr sz="1200" spc="-5" dirty="0">
                <a:latin typeface="Times New Roman"/>
                <a:cs typeface="Times New Roman"/>
              </a:rPr>
              <a:t>networks.</a:t>
            </a:r>
            <a:r>
              <a:rPr sz="1200" spc="5" dirty="0">
                <a:latin typeface="Times New Roman"/>
                <a:cs typeface="Times New Roman"/>
              </a:rPr>
              <a:t> </a:t>
            </a:r>
            <a:r>
              <a:rPr sz="1200" spc="-5" dirty="0">
                <a:latin typeface="Times New Roman"/>
                <a:cs typeface="Times New Roman"/>
              </a:rPr>
              <a:t>Platforms</a:t>
            </a:r>
            <a:r>
              <a:rPr sz="1200" spc="5" dirty="0">
                <a:latin typeface="Times New Roman"/>
                <a:cs typeface="Times New Roman"/>
              </a:rPr>
              <a:t> </a:t>
            </a:r>
            <a:r>
              <a:rPr sz="1200" spc="-5" dirty="0">
                <a:latin typeface="Times New Roman"/>
                <a:cs typeface="Times New Roman"/>
              </a:rPr>
              <a:t>like </a:t>
            </a:r>
            <a:r>
              <a:rPr sz="1200" dirty="0">
                <a:latin typeface="Times New Roman"/>
                <a:cs typeface="Times New Roman"/>
              </a:rPr>
              <a:t> </a:t>
            </a:r>
            <a:r>
              <a:rPr sz="1200" spc="-5" dirty="0">
                <a:latin typeface="Times New Roman"/>
                <a:cs typeface="Times New Roman"/>
              </a:rPr>
              <a:t>Facebook,</a:t>
            </a:r>
            <a:r>
              <a:rPr sz="1200" spc="15" dirty="0">
                <a:latin typeface="Times New Roman"/>
                <a:cs typeface="Times New Roman"/>
              </a:rPr>
              <a:t> </a:t>
            </a:r>
            <a:r>
              <a:rPr sz="1200" spc="-5" dirty="0">
                <a:latin typeface="Times New Roman"/>
                <a:cs typeface="Times New Roman"/>
              </a:rPr>
              <a:t>LinkedIn,</a:t>
            </a:r>
            <a:r>
              <a:rPr sz="1200" spc="15" dirty="0">
                <a:latin typeface="Times New Roman"/>
                <a:cs typeface="Times New Roman"/>
              </a:rPr>
              <a:t> </a:t>
            </a:r>
            <a:r>
              <a:rPr sz="1200" spc="-5" dirty="0">
                <a:latin typeface="Times New Roman"/>
                <a:cs typeface="Times New Roman"/>
              </a:rPr>
              <a:t>and</a:t>
            </a:r>
            <a:r>
              <a:rPr sz="1200" spc="35" dirty="0">
                <a:latin typeface="Times New Roman"/>
                <a:cs typeface="Times New Roman"/>
              </a:rPr>
              <a:t> </a:t>
            </a:r>
            <a:r>
              <a:rPr sz="1200" spc="-5" dirty="0">
                <a:latin typeface="Times New Roman"/>
                <a:cs typeface="Times New Roman"/>
              </a:rPr>
              <a:t>Instagram</a:t>
            </a:r>
            <a:r>
              <a:rPr sz="1200" spc="5"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spc="-5" dirty="0">
                <a:latin typeface="Times New Roman"/>
                <a:cs typeface="Times New Roman"/>
              </a:rPr>
              <a:t>commonly</a:t>
            </a:r>
            <a:r>
              <a:rPr sz="1200" spc="-10" dirty="0">
                <a:latin typeface="Times New Roman"/>
                <a:cs typeface="Times New Roman"/>
              </a:rPr>
              <a:t> </a:t>
            </a:r>
            <a:r>
              <a:rPr sz="1200" spc="-5" dirty="0">
                <a:latin typeface="Times New Roman"/>
                <a:cs typeface="Times New Roman"/>
              </a:rPr>
              <a:t>used,</a:t>
            </a:r>
            <a:r>
              <a:rPr sz="1200" spc="5" dirty="0">
                <a:latin typeface="Times New Roman"/>
                <a:cs typeface="Times New Roman"/>
              </a:rPr>
              <a:t> </a:t>
            </a:r>
            <a:r>
              <a:rPr sz="1200" spc="-5" dirty="0">
                <a:latin typeface="Times New Roman"/>
                <a:cs typeface="Times New Roman"/>
              </a:rPr>
              <a:t>though</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level</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engagement</a:t>
            </a:r>
            <a:r>
              <a:rPr sz="1200" spc="5" dirty="0">
                <a:latin typeface="Times New Roman"/>
                <a:cs typeface="Times New Roman"/>
              </a:rPr>
              <a:t> </a:t>
            </a:r>
            <a:r>
              <a:rPr sz="1200" spc="-5" dirty="0">
                <a:latin typeface="Times New Roman"/>
                <a:cs typeface="Times New Roman"/>
              </a:rPr>
              <a:t>is</a:t>
            </a:r>
            <a:r>
              <a:rPr sz="1200" spc="5" dirty="0">
                <a:latin typeface="Times New Roman"/>
                <a:cs typeface="Times New Roman"/>
              </a:rPr>
              <a:t> </a:t>
            </a:r>
            <a:r>
              <a:rPr sz="1200" spc="-5" dirty="0">
                <a:latin typeface="Times New Roman"/>
                <a:cs typeface="Times New Roman"/>
              </a:rPr>
              <a:t>often </a:t>
            </a:r>
            <a:r>
              <a:rPr sz="1200" spc="-285" dirty="0">
                <a:latin typeface="Times New Roman"/>
                <a:cs typeface="Times New Roman"/>
              </a:rPr>
              <a:t> </a:t>
            </a:r>
            <a:r>
              <a:rPr sz="1200" spc="-5" dirty="0">
                <a:latin typeface="Times New Roman"/>
                <a:cs typeface="Times New Roman"/>
              </a:rPr>
              <a:t>more measured</a:t>
            </a:r>
            <a:r>
              <a:rPr sz="1200" spc="5" dirty="0">
                <a:latin typeface="Times New Roman"/>
                <a:cs typeface="Times New Roman"/>
              </a:rPr>
              <a:t> </a:t>
            </a:r>
            <a:r>
              <a:rPr sz="1200" spc="-5" dirty="0">
                <a:latin typeface="Times New Roman"/>
                <a:cs typeface="Times New Roman"/>
              </a:rPr>
              <a:t>compared</a:t>
            </a:r>
            <a:r>
              <a:rPr sz="1200" spc="5"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younger</a:t>
            </a:r>
            <a:r>
              <a:rPr sz="1200" spc="5" dirty="0">
                <a:latin typeface="Times New Roman"/>
                <a:cs typeface="Times New Roman"/>
              </a:rPr>
              <a:t> </a:t>
            </a:r>
            <a:r>
              <a:rPr sz="1200" spc="-5" dirty="0">
                <a:latin typeface="Times New Roman"/>
                <a:cs typeface="Times New Roman"/>
              </a:rPr>
              <a:t>demographics.</a:t>
            </a:r>
            <a:r>
              <a:rPr sz="1200" spc="5" dirty="0">
                <a:latin typeface="Times New Roman"/>
                <a:cs typeface="Times New Roman"/>
              </a:rPr>
              <a:t> </a:t>
            </a:r>
            <a:r>
              <a:rPr sz="1200" dirty="0">
                <a:latin typeface="Times New Roman"/>
                <a:cs typeface="Times New Roman"/>
              </a:rPr>
              <a:t>Many</a:t>
            </a:r>
            <a:r>
              <a:rPr sz="1200" spc="-25" dirty="0">
                <a:latin typeface="Times New Roman"/>
                <a:cs typeface="Times New Roman"/>
              </a:rPr>
              <a:t> </a:t>
            </a:r>
            <a:r>
              <a:rPr sz="1200" spc="-5" dirty="0">
                <a:latin typeface="Times New Roman"/>
                <a:cs typeface="Times New Roman"/>
              </a:rPr>
              <a:t>adults</a:t>
            </a:r>
            <a:r>
              <a:rPr sz="1200" spc="5" dirty="0">
                <a:latin typeface="Times New Roman"/>
                <a:cs typeface="Times New Roman"/>
              </a:rPr>
              <a:t> </a:t>
            </a:r>
            <a:r>
              <a:rPr sz="1200" spc="-5" dirty="0">
                <a:latin typeface="Times New Roman"/>
                <a:cs typeface="Times New Roman"/>
              </a:rPr>
              <a:t>also</a:t>
            </a:r>
            <a:r>
              <a:rPr sz="1200" spc="5" dirty="0">
                <a:latin typeface="Times New Roman"/>
                <a:cs typeface="Times New Roman"/>
              </a:rPr>
              <a:t> </a:t>
            </a:r>
            <a:r>
              <a:rPr sz="1200" dirty="0">
                <a:latin typeface="Times New Roman"/>
                <a:cs typeface="Times New Roman"/>
              </a:rPr>
              <a:t>engage</a:t>
            </a:r>
            <a:r>
              <a:rPr sz="1200" spc="-5" dirty="0">
                <a:latin typeface="Times New Roman"/>
                <a:cs typeface="Times New Roman"/>
              </a:rPr>
              <a:t> in</a:t>
            </a:r>
            <a:r>
              <a:rPr sz="1200" spc="5" dirty="0">
                <a:latin typeface="Times New Roman"/>
                <a:cs typeface="Times New Roman"/>
              </a:rPr>
              <a:t> </a:t>
            </a:r>
            <a:r>
              <a:rPr sz="1200" spc="-5" dirty="0">
                <a:latin typeface="Times New Roman"/>
                <a:cs typeface="Times New Roman"/>
              </a:rPr>
              <a:t>content </a:t>
            </a:r>
            <a:r>
              <a:rPr sz="1200" dirty="0">
                <a:latin typeface="Times New Roman"/>
                <a:cs typeface="Times New Roman"/>
              </a:rPr>
              <a:t> </a:t>
            </a:r>
            <a:r>
              <a:rPr sz="1200" spc="-5" dirty="0">
                <a:latin typeface="Times New Roman"/>
                <a:cs typeface="Times New Roman"/>
              </a:rPr>
              <a:t>consumption</a:t>
            </a:r>
            <a:r>
              <a:rPr sz="1200" spc="5" dirty="0">
                <a:latin typeface="Times New Roman"/>
                <a:cs typeface="Times New Roman"/>
              </a:rPr>
              <a:t> </a:t>
            </a:r>
            <a:r>
              <a:rPr sz="1200" spc="-5" dirty="0">
                <a:latin typeface="Times New Roman"/>
                <a:cs typeface="Times New Roman"/>
              </a:rPr>
              <a:t>related</a:t>
            </a:r>
            <a:r>
              <a:rPr sz="1200" spc="10"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news,</a:t>
            </a:r>
            <a:r>
              <a:rPr sz="1200" spc="10" dirty="0">
                <a:latin typeface="Times New Roman"/>
                <a:cs typeface="Times New Roman"/>
              </a:rPr>
              <a:t> </a:t>
            </a:r>
            <a:r>
              <a:rPr sz="1200" spc="-5" dirty="0">
                <a:latin typeface="Times New Roman"/>
                <a:cs typeface="Times New Roman"/>
              </a:rPr>
              <a:t>health,</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lifestyle,</a:t>
            </a:r>
            <a:r>
              <a:rPr sz="1200" spc="15" dirty="0">
                <a:latin typeface="Times New Roman"/>
                <a:cs typeface="Times New Roman"/>
              </a:rPr>
              <a:t> </a:t>
            </a:r>
            <a:r>
              <a:rPr sz="1200" spc="-5" dirty="0">
                <a:latin typeface="Times New Roman"/>
                <a:cs typeface="Times New Roman"/>
              </a:rPr>
              <a:t>using</a:t>
            </a:r>
            <a:r>
              <a:rPr sz="1200" dirty="0">
                <a:latin typeface="Times New Roman"/>
                <a:cs typeface="Times New Roman"/>
              </a:rPr>
              <a:t> </a:t>
            </a:r>
            <a:r>
              <a:rPr sz="1200" spc="-5" dirty="0">
                <a:latin typeface="Times New Roman"/>
                <a:cs typeface="Times New Roman"/>
              </a:rPr>
              <a:t>apps</a:t>
            </a:r>
            <a:r>
              <a:rPr sz="1200" spc="10" dirty="0">
                <a:latin typeface="Times New Roman"/>
                <a:cs typeface="Times New Roman"/>
              </a:rPr>
              <a:t> </a:t>
            </a:r>
            <a:r>
              <a:rPr sz="1200" spc="-5" dirty="0">
                <a:latin typeface="Times New Roman"/>
                <a:cs typeface="Times New Roman"/>
              </a:rPr>
              <a:t>like</a:t>
            </a:r>
            <a:r>
              <a:rPr sz="1200" spc="20" dirty="0">
                <a:latin typeface="Times New Roman"/>
                <a:cs typeface="Times New Roman"/>
              </a:rPr>
              <a:t> </a:t>
            </a:r>
            <a:r>
              <a:rPr sz="1200" spc="-5" dirty="0">
                <a:latin typeface="Times New Roman"/>
                <a:cs typeface="Times New Roman"/>
              </a:rPr>
              <a:t>Flipboard,</a:t>
            </a:r>
            <a:r>
              <a:rPr sz="1200" spc="10" dirty="0">
                <a:latin typeface="Times New Roman"/>
                <a:cs typeface="Times New Roman"/>
              </a:rPr>
              <a:t> </a:t>
            </a:r>
            <a:r>
              <a:rPr sz="1200" spc="-5" dirty="0">
                <a:latin typeface="Times New Roman"/>
                <a:cs typeface="Times New Roman"/>
              </a:rPr>
              <a:t>Google</a:t>
            </a:r>
            <a:r>
              <a:rPr sz="1200" spc="20" dirty="0">
                <a:latin typeface="Times New Roman"/>
                <a:cs typeface="Times New Roman"/>
              </a:rPr>
              <a:t> </a:t>
            </a:r>
            <a:r>
              <a:rPr sz="1200" spc="-5" dirty="0">
                <a:latin typeface="Times New Roman"/>
                <a:cs typeface="Times New Roman"/>
              </a:rPr>
              <a:t>News,</a:t>
            </a:r>
            <a:r>
              <a:rPr sz="1200" spc="20" dirty="0">
                <a:latin typeface="Times New Roman"/>
                <a:cs typeface="Times New Roman"/>
              </a:rPr>
              <a:t> </a:t>
            </a:r>
            <a:r>
              <a:rPr sz="1200" spc="-5" dirty="0">
                <a:latin typeface="Times New Roman"/>
                <a:cs typeface="Times New Roman"/>
              </a:rPr>
              <a:t>and </a:t>
            </a:r>
            <a:r>
              <a:rPr sz="1200" dirty="0">
                <a:latin typeface="Times New Roman"/>
                <a:cs typeface="Times New Roman"/>
              </a:rPr>
              <a:t> </a:t>
            </a:r>
            <a:r>
              <a:rPr sz="1200" spc="-5" dirty="0">
                <a:latin typeface="Times New Roman"/>
                <a:cs typeface="Times New Roman"/>
              </a:rPr>
              <a:t>specialized</a:t>
            </a:r>
            <a:r>
              <a:rPr sz="1200" dirty="0">
                <a:latin typeface="Times New Roman"/>
                <a:cs typeface="Times New Roman"/>
              </a:rPr>
              <a:t> </a:t>
            </a:r>
            <a:r>
              <a:rPr sz="1200" spc="-5" dirty="0">
                <a:latin typeface="Times New Roman"/>
                <a:cs typeface="Times New Roman"/>
              </a:rPr>
              <a:t>apps</a:t>
            </a:r>
            <a:r>
              <a:rPr sz="1200" dirty="0">
                <a:latin typeface="Times New Roman"/>
                <a:cs typeface="Times New Roman"/>
              </a:rPr>
              <a:t> </a:t>
            </a:r>
            <a:r>
              <a:rPr sz="1200" spc="-5" dirty="0">
                <a:latin typeface="Times New Roman"/>
                <a:cs typeface="Times New Roman"/>
              </a:rPr>
              <a:t>for </a:t>
            </a:r>
            <a:r>
              <a:rPr sz="1200" dirty="0">
                <a:latin typeface="Times New Roman"/>
                <a:cs typeface="Times New Roman"/>
              </a:rPr>
              <a:t>health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wellness.</a:t>
            </a:r>
            <a:endParaRPr sz="1200" dirty="0">
              <a:latin typeface="Times New Roman"/>
              <a:cs typeface="Times New Roman"/>
            </a:endParaRPr>
          </a:p>
          <a:p>
            <a:pPr marL="12700">
              <a:lnSpc>
                <a:spcPct val="100000"/>
              </a:lnSpc>
              <a:spcBef>
                <a:spcPts val="695"/>
              </a:spcBef>
            </a:pPr>
            <a:r>
              <a:rPr sz="1400" b="1" spc="-10" dirty="0">
                <a:latin typeface="Times New Roman"/>
                <a:cs typeface="Times New Roman"/>
              </a:rPr>
              <a:t>Security,</a:t>
            </a:r>
            <a:r>
              <a:rPr sz="1400" b="1" spc="5" dirty="0">
                <a:latin typeface="Times New Roman"/>
                <a:cs typeface="Times New Roman"/>
              </a:rPr>
              <a:t> </a:t>
            </a:r>
            <a:r>
              <a:rPr sz="1400" b="1" spc="-15" dirty="0">
                <a:latin typeface="Times New Roman"/>
                <a:cs typeface="Times New Roman"/>
              </a:rPr>
              <a:t>Privacy,</a:t>
            </a:r>
            <a:r>
              <a:rPr sz="1400" b="1" spc="-5" dirty="0">
                <a:latin typeface="Times New Roman"/>
                <a:cs typeface="Times New Roman"/>
              </a:rPr>
              <a:t> and</a:t>
            </a:r>
            <a:r>
              <a:rPr sz="1400" b="1" spc="5" dirty="0">
                <a:latin typeface="Times New Roman"/>
                <a:cs typeface="Times New Roman"/>
              </a:rPr>
              <a:t> </a:t>
            </a:r>
            <a:r>
              <a:rPr sz="1400" b="1" spc="-5" dirty="0">
                <a:latin typeface="Times New Roman"/>
                <a:cs typeface="Times New Roman"/>
              </a:rPr>
              <a:t>Health</a:t>
            </a:r>
            <a:r>
              <a:rPr sz="1400" b="1" dirty="0">
                <a:latin typeface="Times New Roman"/>
                <a:cs typeface="Times New Roman"/>
              </a:rPr>
              <a:t> </a:t>
            </a:r>
            <a:r>
              <a:rPr sz="1400" b="1" spc="-5" dirty="0">
                <a:latin typeface="Times New Roman"/>
                <a:cs typeface="Times New Roman"/>
              </a:rPr>
              <a:t>Concerns</a:t>
            </a:r>
            <a:endParaRPr sz="1400" dirty="0">
              <a:latin typeface="Times New Roman"/>
              <a:cs typeface="Times New Roman"/>
            </a:endParaRPr>
          </a:p>
          <a:p>
            <a:pPr marL="12700">
              <a:lnSpc>
                <a:spcPct val="100000"/>
              </a:lnSpc>
              <a:spcBef>
                <a:spcPts val="650"/>
              </a:spcBef>
            </a:pPr>
            <a:r>
              <a:rPr sz="1200" spc="-5" dirty="0">
                <a:latin typeface="Times New Roman"/>
                <a:cs typeface="Times New Roman"/>
              </a:rPr>
              <a:t>This</a:t>
            </a:r>
            <a:r>
              <a:rPr sz="1200" spc="5" dirty="0">
                <a:latin typeface="Times New Roman"/>
                <a:cs typeface="Times New Roman"/>
              </a:rPr>
              <a:t> </a:t>
            </a:r>
            <a:r>
              <a:rPr sz="1200" spc="-5" dirty="0">
                <a:latin typeface="Times New Roman"/>
                <a:cs typeface="Times New Roman"/>
              </a:rPr>
              <a:t>age</a:t>
            </a:r>
            <a:r>
              <a:rPr sz="1200" spc="10" dirty="0">
                <a:latin typeface="Times New Roman"/>
                <a:cs typeface="Times New Roman"/>
              </a:rPr>
              <a:t> </a:t>
            </a:r>
            <a:r>
              <a:rPr sz="1200" spc="-5" dirty="0">
                <a:latin typeface="Times New Roman"/>
                <a:cs typeface="Times New Roman"/>
              </a:rPr>
              <a:t>group</a:t>
            </a:r>
            <a:r>
              <a:rPr sz="1200" spc="5" dirty="0">
                <a:latin typeface="Times New Roman"/>
                <a:cs typeface="Times New Roman"/>
              </a:rPr>
              <a:t> </a:t>
            </a:r>
            <a:r>
              <a:rPr sz="1200" spc="-5" dirty="0">
                <a:latin typeface="Times New Roman"/>
                <a:cs typeface="Times New Roman"/>
              </a:rPr>
              <a:t>tends</a:t>
            </a:r>
            <a:r>
              <a:rPr sz="1200" spc="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be </a:t>
            </a:r>
            <a:r>
              <a:rPr sz="1200" spc="-5" dirty="0">
                <a:latin typeface="Times New Roman"/>
                <a:cs typeface="Times New Roman"/>
              </a:rPr>
              <a:t>more</a:t>
            </a:r>
            <a:r>
              <a:rPr sz="1200" spc="5" dirty="0">
                <a:latin typeface="Times New Roman"/>
                <a:cs typeface="Times New Roman"/>
              </a:rPr>
              <a:t> </a:t>
            </a:r>
            <a:r>
              <a:rPr sz="1200" spc="-5" dirty="0">
                <a:latin typeface="Times New Roman"/>
                <a:cs typeface="Times New Roman"/>
              </a:rPr>
              <a:t>conscious</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dirty="0">
                <a:latin typeface="Times New Roman"/>
                <a:cs typeface="Times New Roman"/>
              </a:rPr>
              <a:t>security</a:t>
            </a:r>
            <a:r>
              <a:rPr sz="1200" spc="-2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spc="-5" dirty="0">
                <a:latin typeface="Times New Roman"/>
                <a:cs typeface="Times New Roman"/>
              </a:rPr>
              <a:t>issues.</a:t>
            </a:r>
            <a:r>
              <a:rPr sz="1200" spc="15" dirty="0">
                <a:latin typeface="Times New Roman"/>
                <a:cs typeface="Times New Roman"/>
              </a:rPr>
              <a:t> </a:t>
            </a:r>
            <a:r>
              <a:rPr sz="1200" dirty="0">
                <a:latin typeface="Times New Roman"/>
                <a:cs typeface="Times New Roman"/>
              </a:rPr>
              <a:t>Many</a:t>
            </a:r>
            <a:r>
              <a:rPr sz="1200" spc="-5" dirty="0">
                <a:latin typeface="Times New Roman"/>
                <a:cs typeface="Times New Roman"/>
              </a:rPr>
              <a:t> adults</a:t>
            </a:r>
            <a:r>
              <a:rPr sz="1200" spc="5" dirty="0">
                <a:latin typeface="Times New Roman"/>
                <a:cs typeface="Times New Roman"/>
              </a:rPr>
              <a:t> </a:t>
            </a:r>
            <a:r>
              <a:rPr sz="1200" spc="-5" dirty="0">
                <a:latin typeface="Times New Roman"/>
                <a:cs typeface="Times New Roman"/>
              </a:rPr>
              <a:t>use</a:t>
            </a:r>
            <a:endParaRPr sz="1200" dirty="0">
              <a:latin typeface="Times New Roman"/>
              <a:cs typeface="Times New Roman"/>
            </a:endParaRPr>
          </a:p>
          <a:p>
            <a:pPr marL="18415" marR="5080">
              <a:lnSpc>
                <a:spcPct val="145400"/>
              </a:lnSpc>
              <a:spcBef>
                <a:spcPts val="10"/>
              </a:spcBef>
            </a:pPr>
            <a:r>
              <a:rPr sz="1200" spc="-5" dirty="0">
                <a:latin typeface="Times New Roman"/>
                <a:cs typeface="Times New Roman"/>
              </a:rPr>
              <a:t>advanced</a:t>
            </a:r>
            <a:r>
              <a:rPr sz="1200" spc="5" dirty="0">
                <a:latin typeface="Times New Roman"/>
                <a:cs typeface="Times New Roman"/>
              </a:rPr>
              <a:t> </a:t>
            </a:r>
            <a:r>
              <a:rPr sz="1200" dirty="0">
                <a:latin typeface="Times New Roman"/>
                <a:cs typeface="Times New Roman"/>
              </a:rPr>
              <a:t>security</a:t>
            </a:r>
            <a:r>
              <a:rPr sz="1200" spc="-15" dirty="0">
                <a:latin typeface="Times New Roman"/>
                <a:cs typeface="Times New Roman"/>
              </a:rPr>
              <a:t> </a:t>
            </a:r>
            <a:r>
              <a:rPr sz="1200" spc="-5" dirty="0">
                <a:latin typeface="Times New Roman"/>
                <a:cs typeface="Times New Roman"/>
              </a:rPr>
              <a:t>features</a:t>
            </a:r>
            <a:r>
              <a:rPr sz="1200" spc="10" dirty="0">
                <a:latin typeface="Times New Roman"/>
                <a:cs typeface="Times New Roman"/>
              </a:rPr>
              <a:t> </a:t>
            </a:r>
            <a:r>
              <a:rPr sz="1200" spc="-5" dirty="0">
                <a:latin typeface="Times New Roman"/>
                <a:cs typeface="Times New Roman"/>
              </a:rPr>
              <a:t>like</a:t>
            </a:r>
            <a:r>
              <a:rPr sz="1200" spc="5" dirty="0">
                <a:latin typeface="Times New Roman"/>
                <a:cs typeface="Times New Roman"/>
              </a:rPr>
              <a:t> </a:t>
            </a:r>
            <a:r>
              <a:rPr sz="1200" spc="-5" dirty="0">
                <a:latin typeface="Times New Roman"/>
                <a:cs typeface="Times New Roman"/>
              </a:rPr>
              <a:t>biometric</a:t>
            </a:r>
            <a:r>
              <a:rPr sz="1200" spc="5" dirty="0">
                <a:latin typeface="Times New Roman"/>
                <a:cs typeface="Times New Roman"/>
              </a:rPr>
              <a:t> </a:t>
            </a:r>
            <a:r>
              <a:rPr sz="1200" spc="-5" dirty="0">
                <a:latin typeface="Times New Roman"/>
                <a:cs typeface="Times New Roman"/>
              </a:rPr>
              <a:t>authentication,</a:t>
            </a:r>
            <a:r>
              <a:rPr sz="1200" spc="10" dirty="0">
                <a:latin typeface="Times New Roman"/>
                <a:cs typeface="Times New Roman"/>
              </a:rPr>
              <a:t> </a:t>
            </a:r>
            <a:r>
              <a:rPr sz="1200" spc="-5" dirty="0">
                <a:latin typeface="Times New Roman"/>
                <a:cs typeface="Times New Roman"/>
              </a:rPr>
              <a:t>password</a:t>
            </a:r>
            <a:r>
              <a:rPr sz="1200" spc="15" dirty="0">
                <a:latin typeface="Times New Roman"/>
                <a:cs typeface="Times New Roman"/>
              </a:rPr>
              <a:t> </a:t>
            </a:r>
            <a:r>
              <a:rPr sz="1200" spc="-5" dirty="0">
                <a:latin typeface="Times New Roman"/>
                <a:cs typeface="Times New Roman"/>
              </a:rPr>
              <a:t>managers,</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encrypted </a:t>
            </a:r>
            <a:r>
              <a:rPr sz="1200" dirty="0">
                <a:latin typeface="Times New Roman"/>
                <a:cs typeface="Times New Roman"/>
              </a:rPr>
              <a:t> </a:t>
            </a:r>
            <a:r>
              <a:rPr sz="1200" spc="-5" dirty="0">
                <a:latin typeface="Times New Roman"/>
                <a:cs typeface="Times New Roman"/>
              </a:rPr>
              <a:t>messaging</a:t>
            </a:r>
            <a:r>
              <a:rPr sz="1200" spc="5"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to</a:t>
            </a:r>
            <a:r>
              <a:rPr sz="1200" spc="5" dirty="0">
                <a:latin typeface="Times New Roman"/>
                <a:cs typeface="Times New Roman"/>
              </a:rPr>
              <a:t> </a:t>
            </a:r>
            <a:r>
              <a:rPr sz="1200" spc="-5" dirty="0">
                <a:latin typeface="Times New Roman"/>
                <a:cs typeface="Times New Roman"/>
              </a:rPr>
              <a:t>protect</a:t>
            </a:r>
            <a:r>
              <a:rPr sz="1200" spc="5"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personal</a:t>
            </a:r>
            <a:r>
              <a:rPr sz="1200" spc="2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professional</a:t>
            </a:r>
            <a:r>
              <a:rPr sz="1200" spc="5" dirty="0">
                <a:latin typeface="Times New Roman"/>
                <a:cs typeface="Times New Roman"/>
              </a:rPr>
              <a:t> </a:t>
            </a:r>
            <a:r>
              <a:rPr sz="1200" spc="-5" dirty="0">
                <a:latin typeface="Times New Roman"/>
                <a:cs typeface="Times New Roman"/>
              </a:rPr>
              <a:t>data.</a:t>
            </a:r>
            <a:r>
              <a:rPr sz="1200" spc="-20" dirty="0">
                <a:latin typeface="Times New Roman"/>
                <a:cs typeface="Times New Roman"/>
              </a:rPr>
              <a:t> </a:t>
            </a:r>
            <a:r>
              <a:rPr sz="1200" spc="-5" dirty="0">
                <a:latin typeface="Times New Roman"/>
                <a:cs typeface="Times New Roman"/>
              </a:rPr>
              <a:t>There</a:t>
            </a:r>
            <a:r>
              <a:rPr sz="120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dirty="0">
                <a:latin typeface="Times New Roman"/>
                <a:cs typeface="Times New Roman"/>
              </a:rPr>
              <a:t>also</a:t>
            </a:r>
            <a:r>
              <a:rPr sz="1200" spc="5" dirty="0">
                <a:latin typeface="Times New Roman"/>
                <a:cs typeface="Times New Roman"/>
              </a:rPr>
              <a:t> </a:t>
            </a:r>
            <a:r>
              <a:rPr sz="1200" spc="-5" dirty="0">
                <a:latin typeface="Times New Roman"/>
                <a:cs typeface="Times New Roman"/>
              </a:rPr>
              <a:t>an</a:t>
            </a:r>
            <a:r>
              <a:rPr sz="1200" spc="5" dirty="0">
                <a:latin typeface="Times New Roman"/>
                <a:cs typeface="Times New Roman"/>
              </a:rPr>
              <a:t> </a:t>
            </a:r>
            <a:r>
              <a:rPr sz="1200" spc="-5" dirty="0">
                <a:latin typeface="Times New Roman"/>
                <a:cs typeface="Times New Roman"/>
              </a:rPr>
              <a:t>increasing </a:t>
            </a:r>
            <a:r>
              <a:rPr sz="1200" dirty="0">
                <a:latin typeface="Times New Roman"/>
                <a:cs typeface="Times New Roman"/>
              </a:rPr>
              <a:t> </a:t>
            </a:r>
            <a:r>
              <a:rPr sz="1200" spc="-5" dirty="0">
                <a:latin typeface="Times New Roman"/>
                <a:cs typeface="Times New Roman"/>
              </a:rPr>
              <a:t>awareness</a:t>
            </a:r>
            <a:r>
              <a:rPr sz="1200" spc="1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spc="15" dirty="0">
                <a:latin typeface="Times New Roman"/>
                <a:cs typeface="Times New Roman"/>
              </a:rPr>
              <a:t> </a:t>
            </a:r>
            <a:r>
              <a:rPr sz="1200" spc="-5" dirty="0">
                <a:latin typeface="Times New Roman"/>
                <a:cs typeface="Times New Roman"/>
              </a:rPr>
              <a:t>health</a:t>
            </a:r>
            <a:r>
              <a:rPr sz="1200" spc="10" dirty="0">
                <a:latin typeface="Times New Roman"/>
                <a:cs typeface="Times New Roman"/>
              </a:rPr>
              <a:t> </a:t>
            </a:r>
            <a:r>
              <a:rPr sz="1200" spc="-5" dirty="0">
                <a:latin typeface="Times New Roman"/>
                <a:cs typeface="Times New Roman"/>
              </a:rPr>
              <a:t>impacts</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prolonged</a:t>
            </a:r>
            <a:r>
              <a:rPr sz="1200" spc="15" dirty="0">
                <a:latin typeface="Times New Roman"/>
                <a:cs typeface="Times New Roman"/>
              </a:rPr>
              <a:t> </a:t>
            </a:r>
            <a:r>
              <a:rPr sz="1200" spc="-5" dirty="0">
                <a:latin typeface="Times New Roman"/>
                <a:cs typeface="Times New Roman"/>
              </a:rPr>
              <a:t>smartphone</a:t>
            </a:r>
            <a:r>
              <a:rPr sz="1200" spc="5" dirty="0">
                <a:latin typeface="Times New Roman"/>
                <a:cs typeface="Times New Roman"/>
              </a:rPr>
              <a:t> </a:t>
            </a:r>
            <a:r>
              <a:rPr sz="1200" spc="-5" dirty="0">
                <a:latin typeface="Times New Roman"/>
                <a:cs typeface="Times New Roman"/>
              </a:rPr>
              <a:t>use,</a:t>
            </a:r>
            <a:r>
              <a:rPr sz="1200" spc="5" dirty="0">
                <a:latin typeface="Times New Roman"/>
                <a:cs typeface="Times New Roman"/>
              </a:rPr>
              <a:t> </a:t>
            </a:r>
            <a:r>
              <a:rPr sz="1200" spc="-5" dirty="0">
                <a:latin typeface="Times New Roman"/>
                <a:cs typeface="Times New Roman"/>
              </a:rPr>
              <a:t>such</a:t>
            </a:r>
            <a:r>
              <a:rPr sz="1200" spc="25" dirty="0">
                <a:latin typeface="Times New Roman"/>
                <a:cs typeface="Times New Roman"/>
              </a:rPr>
              <a:t> </a:t>
            </a:r>
            <a:r>
              <a:rPr sz="1200" spc="-5" dirty="0">
                <a:latin typeface="Times New Roman"/>
                <a:cs typeface="Times New Roman"/>
              </a:rPr>
              <a:t>as</a:t>
            </a:r>
            <a:r>
              <a:rPr sz="1200" spc="10" dirty="0">
                <a:latin typeface="Times New Roman"/>
                <a:cs typeface="Times New Roman"/>
              </a:rPr>
              <a:t> </a:t>
            </a:r>
            <a:r>
              <a:rPr sz="1200" spc="-5" dirty="0">
                <a:latin typeface="Times New Roman"/>
                <a:cs typeface="Times New Roman"/>
              </a:rPr>
              <a:t>eye</a:t>
            </a:r>
            <a:r>
              <a:rPr sz="1200" spc="20" dirty="0">
                <a:latin typeface="Times New Roman"/>
                <a:cs typeface="Times New Roman"/>
              </a:rPr>
              <a:t> </a:t>
            </a:r>
            <a:r>
              <a:rPr sz="1200" spc="-5" dirty="0">
                <a:latin typeface="Times New Roman"/>
                <a:cs typeface="Times New Roman"/>
              </a:rPr>
              <a:t>strain,</a:t>
            </a:r>
            <a:r>
              <a:rPr sz="1200" spc="10" dirty="0">
                <a:latin typeface="Times New Roman"/>
                <a:cs typeface="Times New Roman"/>
              </a:rPr>
              <a:t> </a:t>
            </a:r>
            <a:r>
              <a:rPr sz="1200" spc="-5" dirty="0">
                <a:latin typeface="Times New Roman"/>
                <a:cs typeface="Times New Roman"/>
              </a:rPr>
              <a:t>sleep</a:t>
            </a:r>
            <a:r>
              <a:rPr sz="1200" spc="15" dirty="0">
                <a:latin typeface="Times New Roman"/>
                <a:cs typeface="Times New Roman"/>
              </a:rPr>
              <a:t> </a:t>
            </a:r>
            <a:r>
              <a:rPr sz="1200" spc="-5" dirty="0">
                <a:latin typeface="Times New Roman"/>
                <a:cs typeface="Times New Roman"/>
              </a:rPr>
              <a:t>disruption, </a:t>
            </a:r>
            <a:r>
              <a:rPr sz="1200" spc="-285" dirty="0">
                <a:latin typeface="Times New Roman"/>
                <a:cs typeface="Times New Roman"/>
              </a:rPr>
              <a:t> </a:t>
            </a:r>
            <a:r>
              <a:rPr sz="1200" spc="-5" dirty="0">
                <a:latin typeface="Times New Roman"/>
                <a:cs typeface="Times New Roman"/>
              </a:rPr>
              <a:t>and</a:t>
            </a:r>
            <a:r>
              <a:rPr sz="1200" spc="35" dirty="0">
                <a:latin typeface="Times New Roman"/>
                <a:cs typeface="Times New Roman"/>
              </a:rPr>
              <a:t> </a:t>
            </a:r>
            <a:r>
              <a:rPr sz="1200" spc="-5" dirty="0">
                <a:latin typeface="Times New Roman"/>
                <a:cs typeface="Times New Roman"/>
              </a:rPr>
              <a:t>the</a:t>
            </a:r>
            <a:r>
              <a:rPr sz="1200" spc="40" dirty="0">
                <a:latin typeface="Times New Roman"/>
                <a:cs typeface="Times New Roman"/>
              </a:rPr>
              <a:t> </a:t>
            </a:r>
            <a:r>
              <a:rPr sz="1200" spc="-5" dirty="0">
                <a:latin typeface="Times New Roman"/>
                <a:cs typeface="Times New Roman"/>
              </a:rPr>
              <a:t>effects</a:t>
            </a:r>
            <a:r>
              <a:rPr sz="1200" spc="40" dirty="0">
                <a:latin typeface="Times New Roman"/>
                <a:cs typeface="Times New Roman"/>
              </a:rPr>
              <a:t> </a:t>
            </a:r>
            <a:r>
              <a:rPr sz="1200" spc="-5" dirty="0">
                <a:latin typeface="Times New Roman"/>
                <a:cs typeface="Times New Roman"/>
              </a:rPr>
              <a:t>of</a:t>
            </a:r>
            <a:r>
              <a:rPr sz="1200" spc="40" dirty="0">
                <a:latin typeface="Times New Roman"/>
                <a:cs typeface="Times New Roman"/>
              </a:rPr>
              <a:t> </a:t>
            </a:r>
            <a:r>
              <a:rPr sz="1200" spc="-5" dirty="0">
                <a:latin typeface="Times New Roman"/>
                <a:cs typeface="Times New Roman"/>
              </a:rPr>
              <a:t>screen</a:t>
            </a:r>
            <a:r>
              <a:rPr sz="1200" spc="35"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spc="-5" dirty="0">
                <a:latin typeface="Times New Roman"/>
                <a:cs typeface="Times New Roman"/>
              </a:rPr>
              <a:t>on</a:t>
            </a:r>
            <a:r>
              <a:rPr sz="1200" spc="40" dirty="0">
                <a:latin typeface="Times New Roman"/>
                <a:cs typeface="Times New Roman"/>
              </a:rPr>
              <a:t> </a:t>
            </a:r>
            <a:r>
              <a:rPr sz="1200" spc="-5" dirty="0">
                <a:latin typeface="Times New Roman"/>
                <a:cs typeface="Times New Roman"/>
              </a:rPr>
              <a:t>mental</a:t>
            </a:r>
            <a:r>
              <a:rPr sz="1200" spc="35" dirty="0">
                <a:latin typeface="Times New Roman"/>
                <a:cs typeface="Times New Roman"/>
              </a:rPr>
              <a:t> </a:t>
            </a:r>
            <a:r>
              <a:rPr sz="1200" spc="-5" dirty="0">
                <a:latin typeface="Times New Roman"/>
                <a:cs typeface="Times New Roman"/>
              </a:rPr>
              <a:t>well-being.</a:t>
            </a:r>
            <a:r>
              <a:rPr sz="1200" spc="-20" dirty="0">
                <a:latin typeface="Times New Roman"/>
                <a:cs typeface="Times New Roman"/>
              </a:rPr>
              <a:t> </a:t>
            </a:r>
            <a:r>
              <a:rPr sz="1200" spc="-5" dirty="0">
                <a:latin typeface="Times New Roman"/>
                <a:cs typeface="Times New Roman"/>
              </a:rPr>
              <a:t>As</a:t>
            </a:r>
            <a:r>
              <a:rPr sz="1200" spc="40" dirty="0">
                <a:latin typeface="Times New Roman"/>
                <a:cs typeface="Times New Roman"/>
              </a:rPr>
              <a:t> </a:t>
            </a:r>
            <a:r>
              <a:rPr sz="1200" spc="-5" dirty="0">
                <a:latin typeface="Times New Roman"/>
                <a:cs typeface="Times New Roman"/>
              </a:rPr>
              <a:t>a</a:t>
            </a:r>
            <a:r>
              <a:rPr sz="1200" spc="35" dirty="0">
                <a:latin typeface="Times New Roman"/>
                <a:cs typeface="Times New Roman"/>
              </a:rPr>
              <a:t> </a:t>
            </a:r>
            <a:r>
              <a:rPr sz="1200" dirty="0">
                <a:latin typeface="Times New Roman"/>
                <a:cs typeface="Times New Roman"/>
              </a:rPr>
              <a:t>result,</a:t>
            </a:r>
            <a:r>
              <a:rPr sz="1200" spc="40" dirty="0">
                <a:latin typeface="Times New Roman"/>
                <a:cs typeface="Times New Roman"/>
              </a:rPr>
              <a:t> </a:t>
            </a:r>
            <a:r>
              <a:rPr sz="1200" spc="-5" dirty="0">
                <a:latin typeface="Times New Roman"/>
                <a:cs typeface="Times New Roman"/>
              </a:rPr>
              <a:t>some</a:t>
            </a:r>
            <a:r>
              <a:rPr sz="1200" spc="35" dirty="0">
                <a:latin typeface="Times New Roman"/>
                <a:cs typeface="Times New Roman"/>
              </a:rPr>
              <a:t> </a:t>
            </a:r>
            <a:r>
              <a:rPr sz="1200" spc="-5" dirty="0">
                <a:latin typeface="Times New Roman"/>
                <a:cs typeface="Times New Roman"/>
              </a:rPr>
              <a:t>adults</a:t>
            </a:r>
            <a:r>
              <a:rPr sz="1200" spc="40" dirty="0">
                <a:latin typeface="Times New Roman"/>
                <a:cs typeface="Times New Roman"/>
              </a:rPr>
              <a:t> </a:t>
            </a:r>
            <a:r>
              <a:rPr sz="1200" spc="-5" dirty="0">
                <a:latin typeface="Times New Roman"/>
                <a:cs typeface="Times New Roman"/>
              </a:rPr>
              <a:t>actively</a:t>
            </a:r>
            <a:r>
              <a:rPr sz="1200" spc="15" dirty="0">
                <a:latin typeface="Times New Roman"/>
                <a:cs typeface="Times New Roman"/>
              </a:rPr>
              <a:t> </a:t>
            </a:r>
            <a:r>
              <a:rPr sz="1200" spc="-5" dirty="0">
                <a:latin typeface="Times New Roman"/>
                <a:cs typeface="Times New Roman"/>
              </a:rPr>
              <a:t>manage </a:t>
            </a:r>
            <a:r>
              <a:rPr sz="1200"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digital</a:t>
            </a:r>
            <a:r>
              <a:rPr sz="1200" spc="5" dirty="0">
                <a:latin typeface="Times New Roman"/>
                <a:cs typeface="Times New Roman"/>
              </a:rPr>
              <a:t> </a:t>
            </a:r>
            <a:r>
              <a:rPr sz="1200" spc="-5" dirty="0">
                <a:latin typeface="Times New Roman"/>
                <a:cs typeface="Times New Roman"/>
              </a:rPr>
              <a:t>wellness</a:t>
            </a:r>
            <a:r>
              <a:rPr sz="1200" spc="10" dirty="0">
                <a:latin typeface="Times New Roman"/>
                <a:cs typeface="Times New Roman"/>
              </a:rPr>
              <a:t> by</a:t>
            </a:r>
            <a:r>
              <a:rPr sz="1200" spc="-20" dirty="0">
                <a:latin typeface="Times New Roman"/>
                <a:cs typeface="Times New Roman"/>
              </a:rPr>
              <a:t> </a:t>
            </a:r>
            <a:r>
              <a:rPr sz="1200" dirty="0">
                <a:latin typeface="Times New Roman"/>
                <a:cs typeface="Times New Roman"/>
              </a:rPr>
              <a:t>setting </a:t>
            </a:r>
            <a:r>
              <a:rPr sz="1200" spc="-5" dirty="0">
                <a:latin typeface="Times New Roman"/>
                <a:cs typeface="Times New Roman"/>
              </a:rPr>
              <a:t>screen</a:t>
            </a:r>
            <a:r>
              <a:rPr sz="1200" spc="5" dirty="0">
                <a:latin typeface="Times New Roman"/>
                <a:cs typeface="Times New Roman"/>
              </a:rPr>
              <a:t> </a:t>
            </a:r>
            <a:r>
              <a:rPr sz="1200" spc="-5" dirty="0">
                <a:latin typeface="Times New Roman"/>
                <a:cs typeface="Times New Roman"/>
              </a:rPr>
              <a:t>time</a:t>
            </a:r>
            <a:r>
              <a:rPr sz="1200" spc="10" dirty="0">
                <a:latin typeface="Times New Roman"/>
                <a:cs typeface="Times New Roman"/>
              </a:rPr>
              <a:t> </a:t>
            </a:r>
            <a:r>
              <a:rPr sz="1200" dirty="0">
                <a:latin typeface="Times New Roman"/>
                <a:cs typeface="Times New Roman"/>
              </a:rPr>
              <a:t>limits,</a:t>
            </a:r>
            <a:r>
              <a:rPr sz="1200" spc="5" dirty="0">
                <a:latin typeface="Times New Roman"/>
                <a:cs typeface="Times New Roman"/>
              </a:rPr>
              <a:t> </a:t>
            </a:r>
            <a:r>
              <a:rPr sz="1200" spc="-5" dirty="0">
                <a:latin typeface="Times New Roman"/>
                <a:cs typeface="Times New Roman"/>
              </a:rPr>
              <a:t>using</a:t>
            </a:r>
            <a:r>
              <a:rPr sz="1200" dirty="0">
                <a:latin typeface="Times New Roman"/>
                <a:cs typeface="Times New Roman"/>
              </a:rPr>
              <a:t> </a:t>
            </a:r>
            <a:r>
              <a:rPr sz="1200" spc="-5" dirty="0">
                <a:latin typeface="Times New Roman"/>
                <a:cs typeface="Times New Roman"/>
              </a:rPr>
              <a:t>blue</a:t>
            </a:r>
            <a:r>
              <a:rPr sz="1200" spc="10" dirty="0">
                <a:latin typeface="Times New Roman"/>
                <a:cs typeface="Times New Roman"/>
              </a:rPr>
              <a:t> </a:t>
            </a:r>
            <a:r>
              <a:rPr sz="1200" spc="-5" dirty="0">
                <a:latin typeface="Times New Roman"/>
                <a:cs typeface="Times New Roman"/>
              </a:rPr>
              <a:t>light</a:t>
            </a:r>
            <a:r>
              <a:rPr sz="1200" spc="25" dirty="0">
                <a:latin typeface="Times New Roman"/>
                <a:cs typeface="Times New Roman"/>
              </a:rPr>
              <a:t> </a:t>
            </a:r>
            <a:r>
              <a:rPr sz="1200" spc="-5" dirty="0">
                <a:latin typeface="Times New Roman"/>
                <a:cs typeface="Times New Roman"/>
              </a:rPr>
              <a:t>filters,</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engaging in</a:t>
            </a:r>
            <a:r>
              <a:rPr sz="1200" spc="10" dirty="0">
                <a:latin typeface="Times New Roman"/>
                <a:cs typeface="Times New Roman"/>
              </a:rPr>
              <a:t> </a:t>
            </a:r>
            <a:r>
              <a:rPr sz="1200" spc="-5" dirty="0">
                <a:latin typeface="Times New Roman"/>
                <a:cs typeface="Times New Roman"/>
              </a:rPr>
              <a:t>digital </a:t>
            </a:r>
            <a:r>
              <a:rPr sz="1200" dirty="0">
                <a:latin typeface="Times New Roman"/>
                <a:cs typeface="Times New Roman"/>
              </a:rPr>
              <a:t> </a:t>
            </a:r>
            <a:r>
              <a:rPr sz="1200" spc="-5" dirty="0">
                <a:latin typeface="Times New Roman"/>
                <a:cs typeface="Times New Roman"/>
              </a:rPr>
              <a:t>detox</a:t>
            </a:r>
            <a:r>
              <a:rPr sz="1200" spc="10" dirty="0">
                <a:latin typeface="Times New Roman"/>
                <a:cs typeface="Times New Roman"/>
              </a:rPr>
              <a:t> </a:t>
            </a:r>
            <a:r>
              <a:rPr sz="1200" spc="-5" dirty="0">
                <a:latin typeface="Times New Roman"/>
                <a:cs typeface="Times New Roman"/>
              </a:rPr>
              <a:t>practices.</a:t>
            </a:r>
            <a:endParaRPr sz="1200" dirty="0">
              <a:latin typeface="Times New Roman"/>
              <a:cs typeface="Times New Roman"/>
            </a:endParaRPr>
          </a:p>
          <a:p>
            <a:pPr marL="12700">
              <a:lnSpc>
                <a:spcPct val="100000"/>
              </a:lnSpc>
              <a:spcBef>
                <a:spcPts val="695"/>
              </a:spcBef>
            </a:pPr>
            <a:r>
              <a:rPr sz="1400" b="1" spc="-20" dirty="0">
                <a:latin typeface="Times New Roman"/>
                <a:cs typeface="Times New Roman"/>
              </a:rPr>
              <a:t>Trends</a:t>
            </a:r>
            <a:r>
              <a:rPr sz="1400" b="1" dirty="0">
                <a:latin typeface="Times New Roman"/>
                <a:cs typeface="Times New Roman"/>
              </a:rPr>
              <a:t> </a:t>
            </a:r>
            <a:r>
              <a:rPr sz="1400" b="1" spc="-5" dirty="0">
                <a:latin typeface="Times New Roman"/>
                <a:cs typeface="Times New Roman"/>
              </a:rPr>
              <a:t>in</a:t>
            </a:r>
            <a:r>
              <a:rPr sz="1400" b="1" spc="5" dirty="0">
                <a:latin typeface="Times New Roman"/>
                <a:cs typeface="Times New Roman"/>
              </a:rPr>
              <a:t> </a:t>
            </a:r>
            <a:r>
              <a:rPr sz="1400" b="1" spc="-5" dirty="0">
                <a:latin typeface="Times New Roman"/>
                <a:cs typeface="Times New Roman"/>
              </a:rPr>
              <a:t>Usage</a:t>
            </a:r>
            <a:r>
              <a:rPr sz="1400" b="1" dirty="0">
                <a:latin typeface="Times New Roman"/>
                <a:cs typeface="Times New Roman"/>
              </a:rPr>
              <a:t> </a:t>
            </a:r>
            <a:r>
              <a:rPr sz="1400" b="1" spc="-5"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Emerging</a:t>
            </a:r>
            <a:r>
              <a:rPr sz="1400" b="1" spc="-25" dirty="0">
                <a:latin typeface="Times New Roman"/>
                <a:cs typeface="Times New Roman"/>
              </a:rPr>
              <a:t> </a:t>
            </a:r>
            <a:r>
              <a:rPr sz="1400" b="1" spc="-15" dirty="0">
                <a:latin typeface="Times New Roman"/>
                <a:cs typeface="Times New Roman"/>
              </a:rPr>
              <a:t>Technologies</a:t>
            </a:r>
            <a:endParaRPr sz="1400" dirty="0">
              <a:latin typeface="Times New Roman"/>
              <a:cs typeface="Times New Roman"/>
            </a:endParaRPr>
          </a:p>
          <a:p>
            <a:pPr marL="18415" marR="398780" indent="-6350">
              <a:lnSpc>
                <a:spcPct val="145000"/>
              </a:lnSpc>
              <a:spcBef>
                <a:spcPts val="5"/>
              </a:spcBef>
            </a:pPr>
            <a:r>
              <a:rPr sz="1200" spc="-5" dirty="0">
                <a:latin typeface="Times New Roman"/>
                <a:cs typeface="Times New Roman"/>
              </a:rPr>
              <a:t>Adults</a:t>
            </a:r>
            <a:r>
              <a:rPr sz="1200" spc="5"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this</a:t>
            </a:r>
            <a:r>
              <a:rPr sz="1200" spc="10" dirty="0">
                <a:latin typeface="Times New Roman"/>
                <a:cs typeface="Times New Roman"/>
              </a:rPr>
              <a:t> </a:t>
            </a:r>
            <a:r>
              <a:rPr sz="1200" spc="-5" dirty="0">
                <a:latin typeface="Times New Roman"/>
                <a:cs typeface="Times New Roman"/>
              </a:rPr>
              <a:t>demographic</a:t>
            </a:r>
            <a:r>
              <a:rPr sz="1200" spc="5" dirty="0">
                <a:latin typeface="Times New Roman"/>
                <a:cs typeface="Times New Roman"/>
              </a:rPr>
              <a:t> </a:t>
            </a:r>
            <a:r>
              <a:rPr sz="1200" spc="-5" dirty="0">
                <a:latin typeface="Times New Roman"/>
                <a:cs typeface="Times New Roman"/>
              </a:rPr>
              <a:t>are</a:t>
            </a:r>
            <a:r>
              <a:rPr sz="1200" spc="5" dirty="0">
                <a:latin typeface="Times New Roman"/>
                <a:cs typeface="Times New Roman"/>
              </a:rPr>
              <a:t> </a:t>
            </a:r>
            <a:r>
              <a:rPr sz="1200" dirty="0">
                <a:latin typeface="Times New Roman"/>
                <a:cs typeface="Times New Roman"/>
              </a:rPr>
              <a:t>increasingly</a:t>
            </a:r>
            <a:r>
              <a:rPr sz="1200" spc="-20" dirty="0">
                <a:latin typeface="Times New Roman"/>
                <a:cs typeface="Times New Roman"/>
              </a:rPr>
              <a:t> </a:t>
            </a:r>
            <a:r>
              <a:rPr sz="1200" spc="-5" dirty="0">
                <a:latin typeface="Times New Roman"/>
                <a:cs typeface="Times New Roman"/>
              </a:rPr>
              <a:t>adopting</a:t>
            </a:r>
            <a:r>
              <a:rPr sz="1200" dirty="0">
                <a:latin typeface="Times New Roman"/>
                <a:cs typeface="Times New Roman"/>
              </a:rPr>
              <a:t> </a:t>
            </a:r>
            <a:r>
              <a:rPr sz="1200" spc="-5" dirty="0">
                <a:latin typeface="Times New Roman"/>
                <a:cs typeface="Times New Roman"/>
              </a:rPr>
              <a:t>emerging technologies</a:t>
            </a:r>
            <a:r>
              <a:rPr sz="1200" spc="5" dirty="0">
                <a:latin typeface="Times New Roman"/>
                <a:cs typeface="Times New Roman"/>
              </a:rPr>
              <a:t> </a:t>
            </a:r>
            <a:r>
              <a:rPr sz="1200" spc="-5" dirty="0">
                <a:latin typeface="Times New Roman"/>
                <a:cs typeface="Times New Roman"/>
              </a:rPr>
              <a:t>that</a:t>
            </a:r>
            <a:r>
              <a:rPr sz="1200" spc="10" dirty="0">
                <a:latin typeface="Times New Roman"/>
                <a:cs typeface="Times New Roman"/>
              </a:rPr>
              <a:t> </a:t>
            </a:r>
            <a:r>
              <a:rPr sz="1200" spc="-5" dirty="0">
                <a:latin typeface="Times New Roman"/>
                <a:cs typeface="Times New Roman"/>
              </a:rPr>
              <a:t>enhance </a:t>
            </a:r>
            <a:r>
              <a:rPr sz="1200" dirty="0">
                <a:latin typeface="Times New Roman"/>
                <a:cs typeface="Times New Roman"/>
              </a:rPr>
              <a:t> </a:t>
            </a:r>
            <a:r>
              <a:rPr sz="1200" spc="-5" dirty="0">
                <a:latin typeface="Times New Roman"/>
                <a:cs typeface="Times New Roman"/>
              </a:rPr>
              <a:t>convenience</a:t>
            </a:r>
            <a:r>
              <a:rPr sz="120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10" dirty="0">
                <a:latin typeface="Times New Roman"/>
                <a:cs typeface="Times New Roman"/>
              </a:rPr>
              <a:t>productivity.</a:t>
            </a:r>
            <a:r>
              <a:rPr sz="1200" spc="-15" dirty="0">
                <a:latin typeface="Times New Roman"/>
                <a:cs typeface="Times New Roman"/>
              </a:rPr>
              <a:t> </a:t>
            </a:r>
            <a:r>
              <a:rPr sz="1200" spc="-5" dirty="0">
                <a:latin typeface="Times New Roman"/>
                <a:cs typeface="Times New Roman"/>
              </a:rPr>
              <a:t>This</a:t>
            </a:r>
            <a:r>
              <a:rPr sz="1200" spc="10" dirty="0">
                <a:latin typeface="Times New Roman"/>
                <a:cs typeface="Times New Roman"/>
              </a:rPr>
              <a:t> </a:t>
            </a:r>
            <a:r>
              <a:rPr sz="1200" spc="-5" dirty="0">
                <a:latin typeface="Times New Roman"/>
                <a:cs typeface="Times New Roman"/>
              </a:rPr>
              <a:t>includes</a:t>
            </a:r>
            <a:r>
              <a:rPr sz="1200" spc="1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dirty="0">
                <a:latin typeface="Times New Roman"/>
                <a:cs typeface="Times New Roman"/>
              </a:rPr>
              <a:t>use</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smart</a:t>
            </a:r>
            <a:r>
              <a:rPr sz="1200" spc="10" dirty="0">
                <a:latin typeface="Times New Roman"/>
                <a:cs typeface="Times New Roman"/>
              </a:rPr>
              <a:t> </a:t>
            </a:r>
            <a:r>
              <a:rPr sz="1200" spc="-5" dirty="0">
                <a:latin typeface="Times New Roman"/>
                <a:cs typeface="Times New Roman"/>
              </a:rPr>
              <a:t>home</a:t>
            </a:r>
            <a:r>
              <a:rPr sz="1200" spc="10" dirty="0">
                <a:latin typeface="Times New Roman"/>
                <a:cs typeface="Times New Roman"/>
              </a:rPr>
              <a:t> </a:t>
            </a:r>
            <a:r>
              <a:rPr sz="1200" spc="-5" dirty="0">
                <a:latin typeface="Times New Roman"/>
                <a:cs typeface="Times New Roman"/>
              </a:rPr>
              <a:t>devices,</a:t>
            </a:r>
            <a:r>
              <a:rPr sz="1200" spc="20" dirty="0">
                <a:latin typeface="Times New Roman"/>
                <a:cs typeface="Times New Roman"/>
              </a:rPr>
              <a:t> </a:t>
            </a:r>
            <a:r>
              <a:rPr sz="1200" spc="-5" dirty="0">
                <a:latin typeface="Times New Roman"/>
                <a:cs typeface="Times New Roman"/>
              </a:rPr>
              <a:t>which</a:t>
            </a:r>
            <a:r>
              <a:rPr sz="1200" spc="10" dirty="0">
                <a:latin typeface="Times New Roman"/>
                <a:cs typeface="Times New Roman"/>
              </a:rPr>
              <a:t> </a:t>
            </a:r>
            <a:r>
              <a:rPr sz="1200" spc="-5" dirty="0">
                <a:latin typeface="Times New Roman"/>
                <a:cs typeface="Times New Roman"/>
              </a:rPr>
              <a:t>are</a:t>
            </a:r>
            <a:r>
              <a:rPr sz="1200" dirty="0">
                <a:latin typeface="Times New Roman"/>
                <a:cs typeface="Times New Roman"/>
              </a:rPr>
              <a:t> often</a:t>
            </a:r>
          </a:p>
          <a:p>
            <a:pPr marL="18415" marR="188595" algn="just">
              <a:lnSpc>
                <a:spcPct val="145400"/>
              </a:lnSpc>
              <a:spcBef>
                <a:spcPts val="5"/>
              </a:spcBef>
            </a:pPr>
            <a:r>
              <a:rPr sz="1200" spc="-5" dirty="0">
                <a:latin typeface="Times New Roman"/>
                <a:cs typeface="Times New Roman"/>
              </a:rPr>
              <a:t>controlled via Android smartphones, such as </a:t>
            </a:r>
            <a:r>
              <a:rPr sz="1200" dirty="0">
                <a:latin typeface="Times New Roman"/>
                <a:cs typeface="Times New Roman"/>
              </a:rPr>
              <a:t>smart </a:t>
            </a:r>
            <a:r>
              <a:rPr sz="1200" spc="-5" dirty="0">
                <a:latin typeface="Times New Roman"/>
                <a:cs typeface="Times New Roman"/>
              </a:rPr>
              <a:t>thermostats, lighting, and </a:t>
            </a:r>
            <a:r>
              <a:rPr sz="1200" dirty="0">
                <a:latin typeface="Times New Roman"/>
                <a:cs typeface="Times New Roman"/>
              </a:rPr>
              <a:t>security </a:t>
            </a:r>
            <a:r>
              <a:rPr sz="1200" spc="-5" dirty="0">
                <a:latin typeface="Times New Roman"/>
                <a:cs typeface="Times New Roman"/>
              </a:rPr>
              <a:t>systems. </a:t>
            </a:r>
            <a:r>
              <a:rPr sz="1200" dirty="0">
                <a:latin typeface="Times New Roman"/>
                <a:cs typeface="Times New Roman"/>
              </a:rPr>
              <a:t> </a:t>
            </a:r>
            <a:r>
              <a:rPr sz="1200" spc="-10" dirty="0">
                <a:latin typeface="Times New Roman"/>
                <a:cs typeface="Times New Roman"/>
              </a:rPr>
              <a:t>Additionally, </a:t>
            </a:r>
            <a:r>
              <a:rPr sz="1200" dirty="0">
                <a:latin typeface="Times New Roman"/>
                <a:cs typeface="Times New Roman"/>
              </a:rPr>
              <a:t>many </a:t>
            </a:r>
            <a:r>
              <a:rPr sz="1200" spc="-5" dirty="0">
                <a:latin typeface="Times New Roman"/>
                <a:cs typeface="Times New Roman"/>
              </a:rPr>
              <a:t>adults are exploring the benefits of wearable </a:t>
            </a:r>
            <a:r>
              <a:rPr sz="1200" spc="-10" dirty="0">
                <a:latin typeface="Times New Roman"/>
                <a:cs typeface="Times New Roman"/>
              </a:rPr>
              <a:t>technology, </a:t>
            </a:r>
            <a:r>
              <a:rPr sz="1200" dirty="0">
                <a:latin typeface="Times New Roman"/>
                <a:cs typeface="Times New Roman"/>
              </a:rPr>
              <a:t>integrating </a:t>
            </a:r>
            <a:r>
              <a:rPr sz="1200" spc="-5" dirty="0">
                <a:latin typeface="Times New Roman"/>
                <a:cs typeface="Times New Roman"/>
              </a:rPr>
              <a:t>it with </a:t>
            </a:r>
            <a:r>
              <a:rPr sz="1200" spc="-285" dirty="0">
                <a:latin typeface="Times New Roman"/>
                <a:cs typeface="Times New Roman"/>
              </a:rPr>
              <a:t> </a:t>
            </a:r>
            <a:r>
              <a:rPr sz="1200" spc="-5" dirty="0">
                <a:latin typeface="Times New Roman"/>
                <a:cs typeface="Times New Roman"/>
              </a:rPr>
              <a:t>their</a:t>
            </a:r>
            <a:r>
              <a:rPr sz="1200" dirty="0">
                <a:latin typeface="Times New Roman"/>
                <a:cs typeface="Times New Roman"/>
              </a:rPr>
              <a:t> </a:t>
            </a:r>
            <a:r>
              <a:rPr sz="1200" spc="-5" dirty="0">
                <a:latin typeface="Times New Roman"/>
                <a:cs typeface="Times New Roman"/>
              </a:rPr>
              <a:t>smartphones</a:t>
            </a:r>
            <a:r>
              <a:rPr sz="1200" spc="5" dirty="0">
                <a:latin typeface="Times New Roman"/>
                <a:cs typeface="Times New Roman"/>
              </a:rPr>
              <a:t> </a:t>
            </a:r>
            <a:r>
              <a:rPr sz="1200" spc="-5" dirty="0">
                <a:latin typeface="Times New Roman"/>
                <a:cs typeface="Times New Roman"/>
              </a:rPr>
              <a:t>to</a:t>
            </a:r>
            <a:r>
              <a:rPr sz="1200" spc="5" dirty="0">
                <a:latin typeface="Times New Roman"/>
                <a:cs typeface="Times New Roman"/>
              </a:rPr>
              <a:t> </a:t>
            </a:r>
            <a:r>
              <a:rPr sz="1200" spc="-5" dirty="0">
                <a:latin typeface="Times New Roman"/>
                <a:cs typeface="Times New Roman"/>
              </a:rPr>
              <a:t>monitor</a:t>
            </a:r>
            <a:r>
              <a:rPr sz="1200" spc="5" dirty="0">
                <a:latin typeface="Times New Roman"/>
                <a:cs typeface="Times New Roman"/>
              </a:rPr>
              <a:t> </a:t>
            </a:r>
            <a:r>
              <a:rPr sz="1200" spc="-5" dirty="0">
                <a:latin typeface="Times New Roman"/>
                <a:cs typeface="Times New Roman"/>
              </a:rPr>
              <a:t>health</a:t>
            </a:r>
            <a:r>
              <a:rPr sz="1200" spc="5" dirty="0">
                <a:latin typeface="Times New Roman"/>
                <a:cs typeface="Times New Roman"/>
              </a:rPr>
              <a:t> </a:t>
            </a:r>
            <a:r>
              <a:rPr sz="1200" spc="-5" dirty="0">
                <a:latin typeface="Times New Roman"/>
                <a:cs typeface="Times New Roman"/>
              </a:rPr>
              <a:t>metrics,</a:t>
            </a:r>
            <a:r>
              <a:rPr sz="1200" spc="5" dirty="0">
                <a:latin typeface="Times New Roman"/>
                <a:cs typeface="Times New Roman"/>
              </a:rPr>
              <a:t> </a:t>
            </a:r>
            <a:r>
              <a:rPr sz="1200" dirty="0">
                <a:latin typeface="Times New Roman"/>
                <a:cs typeface="Times New Roman"/>
              </a:rPr>
              <a:t>fitness </a:t>
            </a:r>
            <a:r>
              <a:rPr sz="1200" spc="-5" dirty="0">
                <a:latin typeface="Times New Roman"/>
                <a:cs typeface="Times New Roman"/>
              </a:rPr>
              <a:t>activities,</a:t>
            </a:r>
            <a:r>
              <a:rPr sz="1200" spc="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even</a:t>
            </a:r>
            <a:r>
              <a:rPr sz="1200" spc="5" dirty="0">
                <a:latin typeface="Times New Roman"/>
                <a:cs typeface="Times New Roman"/>
              </a:rPr>
              <a:t> </a:t>
            </a:r>
            <a:r>
              <a:rPr sz="1200" dirty="0">
                <a:latin typeface="Times New Roman"/>
                <a:cs typeface="Times New Roman"/>
              </a:rPr>
              <a:t>stress</a:t>
            </a:r>
            <a:r>
              <a:rPr sz="1200" spc="5" dirty="0">
                <a:latin typeface="Times New Roman"/>
                <a:cs typeface="Times New Roman"/>
              </a:rPr>
              <a:t> </a:t>
            </a:r>
            <a:r>
              <a:rPr sz="1200" spc="-5" dirty="0">
                <a:latin typeface="Times New Roman"/>
                <a:cs typeface="Times New Roman"/>
              </a:rPr>
              <a:t>levels.</a:t>
            </a:r>
            <a:endParaRPr sz="1200" dirty="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4" name="TextBox 3">
            <a:extLst>
              <a:ext uri="{FF2B5EF4-FFF2-40B4-BE49-F238E27FC236}">
                <a16:creationId xmlns:a16="http://schemas.microsoft.com/office/drawing/2014/main" id="{968C1247-8A2B-9692-C8AC-EB6087EFB41E}"/>
              </a:ext>
            </a:extLst>
          </p:cNvPr>
          <p:cNvSpPr txBox="1"/>
          <p:nvPr/>
        </p:nvSpPr>
        <p:spPr>
          <a:xfrm>
            <a:off x="3741516" y="9766358"/>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14</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2108200" y="1235283"/>
            <a:ext cx="357949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ACTIVITY</a:t>
            </a:r>
            <a:r>
              <a:rPr sz="1400" b="1" spc="-70" dirty="0">
                <a:latin typeface="Times New Roman"/>
                <a:cs typeface="Times New Roman"/>
              </a:rPr>
              <a:t> </a:t>
            </a:r>
            <a:r>
              <a:rPr sz="1400" b="1" dirty="0">
                <a:latin typeface="Times New Roman"/>
                <a:cs typeface="Times New Roman"/>
              </a:rPr>
              <a:t>LOG</a:t>
            </a:r>
            <a:r>
              <a:rPr sz="1400" b="1" spc="-20" dirty="0">
                <a:latin typeface="Times New Roman"/>
                <a:cs typeface="Times New Roman"/>
              </a:rPr>
              <a:t> </a:t>
            </a:r>
            <a:r>
              <a:rPr sz="1400" b="1" spc="-10" dirty="0">
                <a:latin typeface="Times New Roman"/>
                <a:cs typeface="Times New Roman"/>
              </a:rPr>
              <a:t>FOR</a:t>
            </a:r>
            <a:r>
              <a:rPr sz="1400" b="1" spc="-40" dirty="0">
                <a:latin typeface="Times New Roman"/>
                <a:cs typeface="Times New Roman"/>
              </a:rPr>
              <a:t> </a:t>
            </a:r>
            <a:r>
              <a:rPr sz="1400" b="1" dirty="0">
                <a:latin typeface="Times New Roman"/>
                <a:cs typeface="Times New Roman"/>
              </a:rPr>
              <a:t>THE</a:t>
            </a:r>
            <a:r>
              <a:rPr sz="1400" b="1" spc="-20" dirty="0">
                <a:latin typeface="Times New Roman"/>
                <a:cs typeface="Times New Roman"/>
              </a:rPr>
              <a:t> </a:t>
            </a:r>
            <a:r>
              <a:rPr sz="1400" b="1" spc="-10" dirty="0">
                <a:latin typeface="Times New Roman"/>
                <a:cs typeface="Times New Roman"/>
              </a:rPr>
              <a:t>FOURTH</a:t>
            </a:r>
            <a:r>
              <a:rPr sz="1400" b="1" spc="-30" dirty="0">
                <a:latin typeface="Times New Roman"/>
                <a:cs typeface="Times New Roman"/>
              </a:rPr>
              <a:t> </a:t>
            </a:r>
            <a:r>
              <a:rPr sz="1400" b="1" dirty="0">
                <a:latin typeface="Times New Roman"/>
                <a:cs typeface="Times New Roman"/>
              </a:rPr>
              <a:t>WEEK</a:t>
            </a:r>
            <a:endParaRPr sz="1400">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graphicFrame>
        <p:nvGraphicFramePr>
          <p:cNvPr id="4" name="object 4"/>
          <p:cNvGraphicFramePr>
            <a:graphicFrameLocks noGrp="1"/>
          </p:cNvGraphicFramePr>
          <p:nvPr>
            <p:extLst>
              <p:ext uri="{D42A27DB-BD31-4B8C-83A1-F6EECF244321}">
                <p14:modId xmlns:p14="http://schemas.microsoft.com/office/powerpoint/2010/main" val="1719425478"/>
              </p:ext>
            </p:extLst>
          </p:nvPr>
        </p:nvGraphicFramePr>
        <p:xfrm>
          <a:off x="690575" y="1661433"/>
          <a:ext cx="6526530" cy="6658758"/>
        </p:xfrm>
        <a:graphic>
          <a:graphicData uri="http://schemas.openxmlformats.org/drawingml/2006/table">
            <a:tbl>
              <a:tblPr firstRow="1" bandRow="1">
                <a:tableStyleId>{2D5ABB26-0587-4C30-8999-92F81FD0307C}</a:tableStyleId>
              </a:tblPr>
              <a:tblGrid>
                <a:gridCol w="734695">
                  <a:extLst>
                    <a:ext uri="{9D8B030D-6E8A-4147-A177-3AD203B41FA5}">
                      <a16:colId xmlns:a16="http://schemas.microsoft.com/office/drawing/2014/main" val="20000"/>
                    </a:ext>
                  </a:extLst>
                </a:gridCol>
                <a:gridCol w="2689225">
                  <a:extLst>
                    <a:ext uri="{9D8B030D-6E8A-4147-A177-3AD203B41FA5}">
                      <a16:colId xmlns:a16="http://schemas.microsoft.com/office/drawing/2014/main" val="20001"/>
                    </a:ext>
                  </a:extLst>
                </a:gridCol>
                <a:gridCol w="2080895">
                  <a:extLst>
                    <a:ext uri="{9D8B030D-6E8A-4147-A177-3AD203B41FA5}">
                      <a16:colId xmlns:a16="http://schemas.microsoft.com/office/drawing/2014/main" val="20002"/>
                    </a:ext>
                  </a:extLst>
                </a:gridCol>
                <a:gridCol w="1021715">
                  <a:extLst>
                    <a:ext uri="{9D8B030D-6E8A-4147-A177-3AD203B41FA5}">
                      <a16:colId xmlns:a16="http://schemas.microsoft.com/office/drawing/2014/main" val="20003"/>
                    </a:ext>
                  </a:extLst>
                </a:gridCol>
              </a:tblGrid>
              <a:tr h="847462">
                <a:tc>
                  <a:txBody>
                    <a:bodyPr/>
                    <a:lstStyle/>
                    <a:p>
                      <a:pPr marL="115570" marR="179070" indent="135255">
                        <a:lnSpc>
                          <a:spcPct val="153700"/>
                        </a:lnSpc>
                        <a:spcBef>
                          <a:spcPts val="1035"/>
                        </a:spcBef>
                      </a:pPr>
                      <a:r>
                        <a:rPr sz="1100" b="1" spc="-5" dirty="0">
                          <a:latin typeface="Times New Roman"/>
                          <a:cs typeface="Times New Roman"/>
                        </a:rPr>
                        <a:t>Day </a:t>
                      </a:r>
                      <a:r>
                        <a:rPr sz="1100" b="1" dirty="0">
                          <a:latin typeface="Times New Roman"/>
                          <a:cs typeface="Times New Roman"/>
                        </a:rPr>
                        <a:t> &amp;</a:t>
                      </a:r>
                      <a:r>
                        <a:rPr sz="1100" b="1" spc="5" dirty="0">
                          <a:latin typeface="Times New Roman"/>
                          <a:cs typeface="Times New Roman"/>
                        </a:rPr>
                        <a:t> </a:t>
                      </a:r>
                      <a:r>
                        <a:rPr sz="1100" b="1" spc="-5" dirty="0">
                          <a:latin typeface="Times New Roman"/>
                          <a:cs typeface="Times New Roman"/>
                        </a:rPr>
                        <a:t>D</a:t>
                      </a:r>
                      <a:r>
                        <a:rPr sz="1100" b="1" dirty="0">
                          <a:latin typeface="Times New Roman"/>
                          <a:cs typeface="Times New Roman"/>
                        </a:rPr>
                        <a:t>a</a:t>
                      </a:r>
                      <a:r>
                        <a:rPr sz="1100" b="1" spc="5" dirty="0">
                          <a:latin typeface="Times New Roman"/>
                          <a:cs typeface="Times New Roman"/>
                        </a:rPr>
                        <a:t>t</a:t>
                      </a:r>
                      <a:r>
                        <a:rPr sz="1100" b="1" dirty="0">
                          <a:latin typeface="Times New Roman"/>
                          <a:cs typeface="Times New Roman"/>
                        </a:rPr>
                        <a:t>e</a:t>
                      </a:r>
                      <a:endParaRPr sz="1100">
                        <a:latin typeface="Times New Roman"/>
                        <a:cs typeface="Times New Roman"/>
                      </a:endParaRPr>
                    </a:p>
                  </a:txBody>
                  <a:tcPr marL="0" marR="0" marT="131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6280" marR="494030" indent="-284480">
                        <a:lnSpc>
                          <a:spcPct val="150900"/>
                        </a:lnSpc>
                        <a:spcBef>
                          <a:spcPts val="1035"/>
                        </a:spcBef>
                      </a:pPr>
                      <a:r>
                        <a:rPr sz="1100" b="1" spc="-5" dirty="0">
                          <a:latin typeface="Times New Roman"/>
                          <a:cs typeface="Times New Roman"/>
                        </a:rPr>
                        <a:t>Brief Description of </a:t>
                      </a:r>
                      <a:r>
                        <a:rPr sz="1100" b="1" dirty="0">
                          <a:latin typeface="Times New Roman"/>
                          <a:cs typeface="Times New Roman"/>
                        </a:rPr>
                        <a:t>the </a:t>
                      </a:r>
                      <a:r>
                        <a:rPr sz="1100" b="1" spc="-5" dirty="0">
                          <a:latin typeface="Times New Roman"/>
                          <a:cs typeface="Times New Roman"/>
                        </a:rPr>
                        <a:t>Daily </a:t>
                      </a:r>
                      <a:r>
                        <a:rPr sz="1100" b="1" spc="-260" dirty="0">
                          <a:latin typeface="Times New Roman"/>
                          <a:cs typeface="Times New Roman"/>
                        </a:rPr>
                        <a:t> </a:t>
                      </a:r>
                      <a:r>
                        <a:rPr sz="1100" b="1" spc="-5" dirty="0">
                          <a:latin typeface="Times New Roman"/>
                          <a:cs typeface="Times New Roman"/>
                        </a:rPr>
                        <a:t>Activity</a:t>
                      </a:r>
                      <a:endParaRPr sz="1100" dirty="0">
                        <a:latin typeface="Times New Roman"/>
                        <a:cs typeface="Times New Roman"/>
                      </a:endParaRPr>
                    </a:p>
                  </a:txBody>
                  <a:tcPr marL="0" marR="0" marT="131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
                        </a:spcBef>
                      </a:pPr>
                      <a:endParaRPr sz="1600">
                        <a:latin typeface="Times New Roman"/>
                        <a:cs typeface="Times New Roman"/>
                      </a:endParaRPr>
                    </a:p>
                    <a:p>
                      <a:pPr marR="807085" algn="ctr">
                        <a:lnSpc>
                          <a:spcPct val="100000"/>
                        </a:lnSpc>
                        <a:spcBef>
                          <a:spcPts val="5"/>
                        </a:spcBef>
                      </a:pPr>
                      <a:r>
                        <a:rPr sz="1100" b="1" dirty="0">
                          <a:latin typeface="Times New Roman"/>
                          <a:cs typeface="Times New Roman"/>
                        </a:rPr>
                        <a:t>Learning</a:t>
                      </a:r>
                      <a:endParaRPr sz="1100">
                        <a:latin typeface="Times New Roman"/>
                        <a:cs typeface="Times New Roman"/>
                      </a:endParaRPr>
                    </a:p>
                    <a:p>
                      <a:pPr algn="ctr">
                        <a:lnSpc>
                          <a:spcPct val="100000"/>
                        </a:lnSpc>
                        <a:spcBef>
                          <a:spcPts val="165"/>
                        </a:spcBef>
                      </a:pPr>
                      <a:r>
                        <a:rPr sz="1100" b="1" spc="-5" dirty="0">
                          <a:latin typeface="Times New Roman"/>
                          <a:cs typeface="Times New Roman"/>
                        </a:rPr>
                        <a:t>Outcome</a:t>
                      </a:r>
                      <a:endParaRPr sz="11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6200" marR="69215" indent="212090">
                        <a:lnSpc>
                          <a:spcPct val="103200"/>
                        </a:lnSpc>
                        <a:spcBef>
                          <a:spcPts val="150"/>
                        </a:spcBef>
                      </a:pPr>
                      <a:r>
                        <a:rPr sz="1100" b="1" dirty="0">
                          <a:latin typeface="Times New Roman"/>
                          <a:cs typeface="Times New Roman"/>
                        </a:rPr>
                        <a:t>Person</a:t>
                      </a:r>
                      <a:r>
                        <a:rPr sz="1100" b="1" spc="150" dirty="0">
                          <a:latin typeface="Times New Roman"/>
                          <a:cs typeface="Times New Roman"/>
                        </a:rPr>
                        <a:t> </a:t>
                      </a:r>
                      <a:r>
                        <a:rPr sz="1100" b="1" spc="-5" dirty="0">
                          <a:latin typeface="Times New Roman"/>
                          <a:cs typeface="Times New Roman"/>
                        </a:rPr>
                        <a:t>In- </a:t>
                      </a:r>
                      <a:r>
                        <a:rPr sz="1100" b="1" spc="-260" dirty="0">
                          <a:latin typeface="Times New Roman"/>
                          <a:cs typeface="Times New Roman"/>
                        </a:rPr>
                        <a:t> </a:t>
                      </a:r>
                      <a:r>
                        <a:rPr sz="1100" b="1" dirty="0">
                          <a:latin typeface="Times New Roman"/>
                          <a:cs typeface="Times New Roman"/>
                        </a:rPr>
                        <a:t>charge </a:t>
                      </a:r>
                      <a:r>
                        <a:rPr sz="1100" b="1" spc="5" dirty="0">
                          <a:latin typeface="Times New Roman"/>
                          <a:cs typeface="Times New Roman"/>
                        </a:rPr>
                        <a:t> </a:t>
                      </a:r>
                      <a:r>
                        <a:rPr sz="1100" b="1" spc="-5" dirty="0">
                          <a:latin typeface="Times New Roman"/>
                          <a:cs typeface="Times New Roman"/>
                        </a:rPr>
                        <a:t>Signature</a:t>
                      </a:r>
                      <a:endParaRPr sz="1100">
                        <a:latin typeface="Times New Roman"/>
                        <a:cs typeface="Times New Roman"/>
                      </a:endParaRPr>
                    </a:p>
                  </a:txBody>
                  <a:tcPr marL="0" marR="0" marT="190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899663">
                <a:tc>
                  <a:txBody>
                    <a:bodyPr/>
                    <a:lstStyle/>
                    <a:p>
                      <a:pPr>
                        <a:lnSpc>
                          <a:spcPct val="100000"/>
                        </a:lnSpc>
                      </a:pPr>
                      <a:endParaRPr sz="1200">
                        <a:latin typeface="Times New Roman"/>
                        <a:cs typeface="Times New Roman"/>
                      </a:endParaRPr>
                    </a:p>
                    <a:p>
                      <a:pPr>
                        <a:lnSpc>
                          <a:spcPct val="100000"/>
                        </a:lnSpc>
                        <a:spcBef>
                          <a:spcPts val="15"/>
                        </a:spcBef>
                      </a:pPr>
                      <a:endParaRPr sz="1650">
                        <a:latin typeface="Times New Roman"/>
                        <a:cs typeface="Times New Roman"/>
                      </a:endParaRPr>
                    </a:p>
                    <a:p>
                      <a:pPr marL="80645">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–1</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5"/>
                        </a:spcBef>
                      </a:pPr>
                      <a:endParaRPr sz="1550">
                        <a:latin typeface="Times New Roman"/>
                        <a:cs typeface="Times New Roman"/>
                      </a:endParaRPr>
                    </a:p>
                    <a:p>
                      <a:pPr marL="794385" marR="38100" indent="-753745">
                        <a:lnSpc>
                          <a:spcPct val="103299"/>
                        </a:lnSpc>
                      </a:pPr>
                      <a:r>
                        <a:rPr sz="1200" spc="-5" dirty="0">
                          <a:latin typeface="Times New Roman"/>
                          <a:cs typeface="Times New Roman"/>
                        </a:rPr>
                        <a:t>Collected</a:t>
                      </a:r>
                      <a:r>
                        <a:rPr sz="1200" spc="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information</a:t>
                      </a:r>
                      <a:r>
                        <a:rPr sz="1200" spc="10" dirty="0">
                          <a:latin typeface="Times New Roman"/>
                          <a:cs typeface="Times New Roman"/>
                        </a:rPr>
                        <a:t> </a:t>
                      </a:r>
                      <a:r>
                        <a:rPr sz="1200" spc="-5" dirty="0">
                          <a:latin typeface="Times New Roman"/>
                          <a:cs typeface="Times New Roman"/>
                        </a:rPr>
                        <a:t>about</a:t>
                      </a:r>
                      <a:r>
                        <a:rPr sz="1200" spc="5"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Senior </a:t>
                      </a:r>
                      <a:r>
                        <a:rPr sz="1200" spc="-285" dirty="0">
                          <a:latin typeface="Times New Roman"/>
                          <a:cs typeface="Times New Roman"/>
                        </a:rPr>
                        <a:t> </a:t>
                      </a:r>
                      <a:r>
                        <a:rPr sz="1200" spc="-5" dirty="0">
                          <a:latin typeface="Times New Roman"/>
                          <a:cs typeface="Times New Roman"/>
                        </a:rPr>
                        <a:t>Citizens members</a:t>
                      </a:r>
                      <a:endParaRPr sz="1200">
                        <a:latin typeface="Times New Roman"/>
                        <a:cs typeface="Times New Roman"/>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350">
                        <a:latin typeface="Times New Roman"/>
                        <a:cs typeface="Times New Roman"/>
                      </a:endParaRPr>
                    </a:p>
                    <a:p>
                      <a:pPr marL="766445" marR="233679" indent="-527685">
                        <a:lnSpc>
                          <a:spcPct val="103600"/>
                        </a:lnSpc>
                      </a:pPr>
                      <a:r>
                        <a:rPr sz="1200" spc="-5" dirty="0">
                          <a:latin typeface="Times New Roman"/>
                          <a:cs typeface="Times New Roman"/>
                        </a:rPr>
                        <a:t>Known</a:t>
                      </a:r>
                      <a:r>
                        <a:rPr sz="1200" spc="-15" dirty="0">
                          <a:latin typeface="Times New Roman"/>
                          <a:cs typeface="Times New Roman"/>
                        </a:rPr>
                        <a:t> </a:t>
                      </a:r>
                      <a:r>
                        <a:rPr sz="1200" spc="-5" dirty="0">
                          <a:latin typeface="Times New Roman"/>
                          <a:cs typeface="Times New Roman"/>
                        </a:rPr>
                        <a:t>about</a:t>
                      </a:r>
                      <a:r>
                        <a:rPr sz="1200" spc="-15" dirty="0">
                          <a:latin typeface="Times New Roman"/>
                          <a:cs typeface="Times New Roman"/>
                        </a:rPr>
                        <a:t> </a:t>
                      </a:r>
                      <a:r>
                        <a:rPr sz="1200" spc="-5" dirty="0">
                          <a:latin typeface="Times New Roman"/>
                          <a:cs typeface="Times New Roman"/>
                        </a:rPr>
                        <a:t>the</a:t>
                      </a:r>
                      <a:r>
                        <a:rPr sz="1200" spc="-15" dirty="0">
                          <a:latin typeface="Times New Roman"/>
                          <a:cs typeface="Times New Roman"/>
                        </a:rPr>
                        <a:t> </a:t>
                      </a:r>
                      <a:r>
                        <a:rPr sz="1200" dirty="0">
                          <a:latin typeface="Times New Roman"/>
                          <a:cs typeface="Times New Roman"/>
                        </a:rPr>
                        <a:t>usage</a:t>
                      </a:r>
                      <a:r>
                        <a:rPr sz="1200" spc="-20" dirty="0">
                          <a:latin typeface="Times New Roman"/>
                          <a:cs typeface="Times New Roman"/>
                        </a:rPr>
                        <a:t> </a:t>
                      </a:r>
                      <a:r>
                        <a:rPr sz="1200" dirty="0">
                          <a:latin typeface="Times New Roman"/>
                          <a:cs typeface="Times New Roman"/>
                        </a:rPr>
                        <a:t>of </a:t>
                      </a:r>
                      <a:r>
                        <a:rPr sz="1200" spc="-28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027319">
                <a:tc>
                  <a:txBody>
                    <a:bodyPr/>
                    <a:lstStyle/>
                    <a:p>
                      <a:pPr>
                        <a:lnSpc>
                          <a:spcPct val="100000"/>
                        </a:lnSpc>
                      </a:pPr>
                      <a:endParaRPr sz="1200">
                        <a:latin typeface="Times New Roman"/>
                        <a:cs typeface="Times New Roman"/>
                      </a:endParaRPr>
                    </a:p>
                    <a:p>
                      <a:pPr>
                        <a:lnSpc>
                          <a:spcPct val="100000"/>
                        </a:lnSpc>
                        <a:spcBef>
                          <a:spcPts val="15"/>
                        </a:spcBef>
                      </a:pPr>
                      <a:endParaRPr sz="1650">
                        <a:latin typeface="Times New Roman"/>
                        <a:cs typeface="Times New Roman"/>
                      </a:endParaRPr>
                    </a:p>
                    <a:p>
                      <a:pPr marL="81915">
                        <a:lnSpc>
                          <a:spcPct val="100000"/>
                        </a:lnSpc>
                      </a:pPr>
                      <a:r>
                        <a:rPr sz="1100" b="1" spc="-5" dirty="0">
                          <a:latin typeface="Times New Roman"/>
                          <a:cs typeface="Times New Roman"/>
                        </a:rPr>
                        <a:t>Day</a:t>
                      </a:r>
                      <a:r>
                        <a:rPr sz="1100" b="1" spc="-30" dirty="0">
                          <a:latin typeface="Times New Roman"/>
                          <a:cs typeface="Times New Roman"/>
                        </a:rPr>
                        <a:t> </a:t>
                      </a:r>
                      <a:r>
                        <a:rPr sz="1100" b="1" dirty="0">
                          <a:latin typeface="Times New Roman"/>
                          <a:cs typeface="Times New Roman"/>
                        </a:rPr>
                        <a:t>-</a:t>
                      </a:r>
                      <a:r>
                        <a:rPr sz="1100" b="1" spc="-20" dirty="0">
                          <a:latin typeface="Times New Roman"/>
                          <a:cs typeface="Times New Roman"/>
                        </a:rPr>
                        <a:t> </a:t>
                      </a:r>
                      <a:r>
                        <a:rPr sz="1100" b="1" dirty="0">
                          <a:latin typeface="Times New Roman"/>
                          <a:cs typeface="Times New Roman"/>
                        </a:rPr>
                        <a:t>2</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spcBef>
                          <a:spcPts val="25"/>
                        </a:spcBef>
                      </a:pPr>
                      <a:endParaRPr sz="1600">
                        <a:latin typeface="Times New Roman"/>
                        <a:cs typeface="Times New Roman"/>
                      </a:endParaRPr>
                    </a:p>
                    <a:p>
                      <a:pPr marR="267970" algn="r">
                        <a:lnSpc>
                          <a:spcPct val="100000"/>
                        </a:lnSpc>
                      </a:pPr>
                      <a:r>
                        <a:rPr sz="1200" spc="-5" dirty="0">
                          <a:latin typeface="Times New Roman"/>
                          <a:cs typeface="Times New Roman"/>
                        </a:rPr>
                        <a:t>Met</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each </a:t>
                      </a:r>
                      <a:r>
                        <a:rPr sz="1200" dirty="0">
                          <a:latin typeface="Times New Roman"/>
                          <a:cs typeface="Times New Roman"/>
                        </a:rPr>
                        <a:t>person</a:t>
                      </a:r>
                      <a:r>
                        <a:rPr sz="1200" spc="-5" dirty="0">
                          <a:latin typeface="Times New Roman"/>
                          <a:cs typeface="Times New Roman"/>
                        </a:rPr>
                        <a:t> in </a:t>
                      </a:r>
                      <a:r>
                        <a:rPr sz="1200" spc="5" dirty="0">
                          <a:latin typeface="Times New Roman"/>
                          <a:cs typeface="Times New Roman"/>
                        </a:rPr>
                        <a:t>my</a:t>
                      </a:r>
                      <a:r>
                        <a:rPr sz="1200" spc="-20" dirty="0">
                          <a:latin typeface="Times New Roman"/>
                          <a:cs typeface="Times New Roman"/>
                        </a:rPr>
                        <a:t> </a:t>
                      </a:r>
                      <a:r>
                        <a:rPr sz="1200" spc="-15" dirty="0">
                          <a:latin typeface="Times New Roman"/>
                          <a:cs typeface="Times New Roman"/>
                        </a:rPr>
                        <a:t>locality.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spcBef>
                          <a:spcPts val="35"/>
                        </a:spcBef>
                      </a:pPr>
                      <a:endParaRPr sz="1350">
                        <a:latin typeface="Times New Roman"/>
                        <a:cs typeface="Times New Roman"/>
                      </a:endParaRPr>
                    </a:p>
                    <a:p>
                      <a:pPr marL="222250" marR="292735" indent="85090">
                        <a:lnSpc>
                          <a:spcPct val="103299"/>
                        </a:lnSpc>
                      </a:pPr>
                      <a:r>
                        <a:rPr sz="1200" spc="-5" dirty="0">
                          <a:latin typeface="Times New Roman"/>
                          <a:cs typeface="Times New Roman"/>
                        </a:rPr>
                        <a:t>Know about the uses of </a:t>
                      </a:r>
                      <a:r>
                        <a:rPr sz="1200" spc="-285" dirty="0">
                          <a:latin typeface="Times New Roman"/>
                          <a:cs typeface="Times New Roman"/>
                        </a:rPr>
                        <a:t> </a:t>
                      </a:r>
                      <a:r>
                        <a:rPr sz="1200" spc="-5" dirty="0">
                          <a:latin typeface="Times New Roman"/>
                          <a:cs typeface="Times New Roman"/>
                        </a:rPr>
                        <a:t>Android</a:t>
                      </a:r>
                      <a:r>
                        <a:rPr sz="1200" spc="-15" dirty="0">
                          <a:latin typeface="Times New Roman"/>
                          <a:cs typeface="Times New Roman"/>
                        </a:rPr>
                        <a:t> </a:t>
                      </a:r>
                      <a:r>
                        <a:rPr sz="1200" spc="10" dirty="0">
                          <a:latin typeface="Times New Roman"/>
                          <a:cs typeface="Times New Roman"/>
                        </a:rPr>
                        <a:t>by</a:t>
                      </a:r>
                      <a:r>
                        <a:rPr sz="1200" spc="-35"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members.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34586">
                <a:tc>
                  <a:txBody>
                    <a:bodyPr/>
                    <a:lstStyle/>
                    <a:p>
                      <a:pPr>
                        <a:lnSpc>
                          <a:spcPct val="100000"/>
                        </a:lnSpc>
                      </a:pPr>
                      <a:endParaRPr sz="1200">
                        <a:latin typeface="Times New Roman"/>
                        <a:cs typeface="Times New Roman"/>
                      </a:endParaRPr>
                    </a:p>
                    <a:p>
                      <a:pPr>
                        <a:lnSpc>
                          <a:spcPct val="100000"/>
                        </a:lnSpc>
                        <a:spcBef>
                          <a:spcPts val="5"/>
                        </a:spcBef>
                      </a:pPr>
                      <a:endParaRPr sz="1300">
                        <a:latin typeface="Times New Roman"/>
                        <a:cs typeface="Times New Roman"/>
                      </a:endParaRPr>
                    </a:p>
                    <a:p>
                      <a:pPr marL="80645">
                        <a:lnSpc>
                          <a:spcPct val="100000"/>
                        </a:lnSpc>
                        <a:spcBef>
                          <a:spcPts val="5"/>
                        </a:spcBef>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–3</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300">
                        <a:latin typeface="Times New Roman"/>
                        <a:cs typeface="Times New Roman"/>
                      </a:endParaRPr>
                    </a:p>
                    <a:p>
                      <a:pPr>
                        <a:lnSpc>
                          <a:spcPct val="100000"/>
                        </a:lnSpc>
                        <a:spcBef>
                          <a:spcPts val="35"/>
                        </a:spcBef>
                      </a:pPr>
                      <a:endParaRPr sz="1400">
                        <a:latin typeface="Times New Roman"/>
                        <a:cs typeface="Times New Roman"/>
                      </a:endParaRPr>
                    </a:p>
                    <a:p>
                      <a:pPr marR="242570" algn="r">
                        <a:lnSpc>
                          <a:spcPct val="100000"/>
                        </a:lnSpc>
                        <a:spcBef>
                          <a:spcPts val="5"/>
                        </a:spcBef>
                      </a:pPr>
                      <a:r>
                        <a:rPr sz="1200" spc="-5" dirty="0">
                          <a:latin typeface="Times New Roman"/>
                          <a:cs typeface="Times New Roman"/>
                        </a:rPr>
                        <a:t>Note the</a:t>
                      </a:r>
                      <a:r>
                        <a:rPr sz="1200" dirty="0">
                          <a:latin typeface="Times New Roman"/>
                          <a:cs typeface="Times New Roman"/>
                        </a:rPr>
                        <a:t> </a:t>
                      </a:r>
                      <a:r>
                        <a:rPr sz="1200" spc="-5" dirty="0">
                          <a:latin typeface="Times New Roman"/>
                          <a:cs typeface="Times New Roman"/>
                        </a:rPr>
                        <a:t>each and</a:t>
                      </a:r>
                      <a:r>
                        <a:rPr sz="1200" spc="10" dirty="0">
                          <a:latin typeface="Times New Roman"/>
                          <a:cs typeface="Times New Roman"/>
                        </a:rPr>
                        <a:t> </a:t>
                      </a:r>
                      <a:r>
                        <a:rPr sz="1200" spc="-5" dirty="0">
                          <a:latin typeface="Times New Roman"/>
                          <a:cs typeface="Times New Roman"/>
                        </a:rPr>
                        <a:t>every</a:t>
                      </a:r>
                      <a:r>
                        <a:rPr sz="1200" spc="-15" dirty="0">
                          <a:latin typeface="Times New Roman"/>
                          <a:cs typeface="Times New Roman"/>
                        </a:rPr>
                        <a:t> </a:t>
                      </a:r>
                      <a:r>
                        <a:rPr sz="1200" spc="-5" dirty="0">
                          <a:latin typeface="Times New Roman"/>
                          <a:cs typeface="Times New Roman"/>
                        </a:rPr>
                        <a:t>information</a:t>
                      </a:r>
                      <a:r>
                        <a:rPr sz="1200" spc="-45" dirty="0">
                          <a:latin typeface="Times New Roman"/>
                          <a:cs typeface="Times New Roman"/>
                        </a:rPr>
                        <a:t> </a:t>
                      </a:r>
                      <a:r>
                        <a:rPr sz="1100" dirty="0">
                          <a:latin typeface="Cambria"/>
                          <a:cs typeface="Cambria"/>
                        </a:rPr>
                        <a:t>.</a:t>
                      </a:r>
                      <a:endParaRPr sz="1100">
                        <a:latin typeface="Cambria"/>
                        <a:cs typeface="Cambri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0"/>
                        </a:spcBef>
                      </a:pPr>
                      <a:endParaRPr sz="1550">
                        <a:latin typeface="Times New Roman"/>
                        <a:cs typeface="Times New Roman"/>
                      </a:endParaRPr>
                    </a:p>
                    <a:p>
                      <a:pPr marL="845819" marR="52069" indent="-753745">
                        <a:lnSpc>
                          <a:spcPct val="103299"/>
                        </a:lnSpc>
                      </a:pPr>
                      <a:r>
                        <a:rPr sz="1200" spc="-5" dirty="0">
                          <a:latin typeface="Times New Roman"/>
                          <a:cs typeface="Times New Roman"/>
                        </a:rPr>
                        <a:t>Know about which purpose can </a:t>
                      </a:r>
                      <a:r>
                        <a:rPr sz="1200" spc="-285" dirty="0">
                          <a:latin typeface="Times New Roman"/>
                          <a:cs typeface="Times New Roman"/>
                        </a:rPr>
                        <a:t> </a:t>
                      </a:r>
                      <a:r>
                        <a:rPr sz="1200" spc="-5" dirty="0">
                          <a:latin typeface="Times New Roman"/>
                          <a:cs typeface="Times New Roman"/>
                        </a:rPr>
                        <a:t>be</a:t>
                      </a:r>
                      <a:r>
                        <a:rPr sz="1200" spc="-10" dirty="0">
                          <a:latin typeface="Times New Roman"/>
                          <a:cs typeface="Times New Roman"/>
                        </a:rPr>
                        <a:t> </a:t>
                      </a:r>
                      <a:r>
                        <a:rPr sz="1200" spc="-5" dirty="0">
                          <a:latin typeface="Times New Roman"/>
                          <a:cs typeface="Times New Roman"/>
                        </a:rPr>
                        <a:t>use</a:t>
                      </a:r>
                      <a:endParaRPr sz="1200">
                        <a:latin typeface="Times New Roman"/>
                        <a:cs typeface="Times New Roman"/>
                      </a:endParaRPr>
                    </a:p>
                  </a:txBody>
                  <a:tcPr marL="0" marR="0" marT="3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022746">
                <a:tc>
                  <a:txBody>
                    <a:bodyPr/>
                    <a:lstStyle/>
                    <a:p>
                      <a:pPr>
                        <a:lnSpc>
                          <a:spcPct val="100000"/>
                        </a:lnSpc>
                      </a:pPr>
                      <a:endParaRPr sz="1200">
                        <a:latin typeface="Times New Roman"/>
                        <a:cs typeface="Times New Roman"/>
                      </a:endParaRPr>
                    </a:p>
                    <a:p>
                      <a:pPr>
                        <a:lnSpc>
                          <a:spcPct val="100000"/>
                        </a:lnSpc>
                        <a:spcBef>
                          <a:spcPts val="55"/>
                        </a:spcBef>
                      </a:pPr>
                      <a:endParaRPr sz="1250">
                        <a:latin typeface="Times New Roman"/>
                        <a:cs typeface="Times New Roman"/>
                      </a:endParaRPr>
                    </a:p>
                    <a:p>
                      <a:pPr marL="80645">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–4</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5"/>
                        </a:spcBef>
                      </a:pPr>
                      <a:endParaRPr sz="1350">
                        <a:latin typeface="Times New Roman"/>
                        <a:cs typeface="Times New Roman"/>
                      </a:endParaRPr>
                    </a:p>
                    <a:p>
                      <a:pPr marL="231140" marR="465455" indent="-114935">
                        <a:lnSpc>
                          <a:spcPct val="104200"/>
                        </a:lnSpc>
                        <a:spcBef>
                          <a:spcPts val="5"/>
                        </a:spcBef>
                      </a:pPr>
                      <a:r>
                        <a:rPr sz="1200" spc="-5" dirty="0">
                          <a:latin typeface="Times New Roman"/>
                          <a:cs typeface="Times New Roman"/>
                        </a:rPr>
                        <a:t>Collect</a:t>
                      </a:r>
                      <a:r>
                        <a:rPr sz="1200" spc="-10" dirty="0">
                          <a:latin typeface="Times New Roman"/>
                          <a:cs typeface="Times New Roman"/>
                        </a:rPr>
                        <a:t> </a:t>
                      </a:r>
                      <a:r>
                        <a:rPr sz="1200" spc="-5" dirty="0">
                          <a:latin typeface="Times New Roman"/>
                          <a:cs typeface="Times New Roman"/>
                        </a:rPr>
                        <a:t>the information</a:t>
                      </a:r>
                      <a:r>
                        <a:rPr sz="1200" dirty="0">
                          <a:latin typeface="Times New Roman"/>
                          <a:cs typeface="Times New Roman"/>
                        </a:rPr>
                        <a:t> </a:t>
                      </a:r>
                      <a:r>
                        <a:rPr sz="1200" spc="-5" dirty="0">
                          <a:latin typeface="Times New Roman"/>
                          <a:cs typeface="Times New Roman"/>
                        </a:rPr>
                        <a:t>about how </a:t>
                      </a:r>
                      <a:r>
                        <a:rPr sz="1200" spc="-285" dirty="0">
                          <a:latin typeface="Times New Roman"/>
                          <a:cs typeface="Times New Roman"/>
                        </a:rPr>
                        <a:t> </a:t>
                      </a:r>
                      <a:r>
                        <a:rPr sz="1200" spc="-5" dirty="0">
                          <a:latin typeface="Times New Roman"/>
                          <a:cs typeface="Times New Roman"/>
                        </a:rPr>
                        <a:t>much time spent on</a:t>
                      </a:r>
                      <a:r>
                        <a:rPr sz="1200"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5150" marR="50800" indent="-524510">
                        <a:lnSpc>
                          <a:spcPct val="145900"/>
                        </a:lnSpc>
                        <a:spcBef>
                          <a:spcPts val="969"/>
                        </a:spcBef>
                      </a:pPr>
                      <a:r>
                        <a:rPr sz="1200" spc="-5" dirty="0">
                          <a:latin typeface="Times New Roman"/>
                          <a:cs typeface="Times New Roman"/>
                        </a:rPr>
                        <a:t>Understanding</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time</a:t>
                      </a:r>
                      <a:r>
                        <a:rPr sz="1200" spc="10" dirty="0">
                          <a:latin typeface="Times New Roman"/>
                          <a:cs typeface="Times New Roman"/>
                        </a:rPr>
                        <a:t> </a:t>
                      </a:r>
                      <a:r>
                        <a:rPr sz="1200" spc="-5" dirty="0">
                          <a:latin typeface="Times New Roman"/>
                          <a:cs typeface="Times New Roman"/>
                        </a:rPr>
                        <a:t>spent</a:t>
                      </a:r>
                      <a:r>
                        <a:rPr sz="1200" dirty="0">
                          <a:latin typeface="Times New Roman"/>
                          <a:cs typeface="Times New Roman"/>
                        </a:rPr>
                        <a:t> </a:t>
                      </a:r>
                      <a:r>
                        <a:rPr sz="1200" spc="-5" dirty="0">
                          <a:latin typeface="Times New Roman"/>
                          <a:cs typeface="Times New Roman"/>
                        </a:rPr>
                        <a:t>on </a:t>
                      </a:r>
                      <a:r>
                        <a:rPr sz="1200" spc="-285" dirty="0">
                          <a:latin typeface="Times New Roman"/>
                          <a:cs typeface="Times New Roman"/>
                        </a:rPr>
                        <a:t> </a:t>
                      </a:r>
                      <a:r>
                        <a:rPr sz="1200" spc="-5" dirty="0">
                          <a:latin typeface="Times New Roman"/>
                          <a:cs typeface="Times New Roman"/>
                        </a:rPr>
                        <a:t>Android.</a:t>
                      </a:r>
                      <a:endParaRPr sz="1200">
                        <a:latin typeface="Times New Roman"/>
                        <a:cs typeface="Times New Roman"/>
                      </a:endParaRPr>
                    </a:p>
                  </a:txBody>
                  <a:tcPr marL="0" marR="0" marT="12318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981971">
                <a:tc>
                  <a:txBody>
                    <a:bodyPr/>
                    <a:lstStyle/>
                    <a:p>
                      <a:pPr>
                        <a:lnSpc>
                          <a:spcPct val="100000"/>
                        </a:lnSpc>
                      </a:pPr>
                      <a:endParaRPr sz="1200">
                        <a:latin typeface="Times New Roman"/>
                        <a:cs typeface="Times New Roman"/>
                      </a:endParaRPr>
                    </a:p>
                    <a:p>
                      <a:pPr>
                        <a:lnSpc>
                          <a:spcPct val="100000"/>
                        </a:lnSpc>
                        <a:spcBef>
                          <a:spcPts val="55"/>
                        </a:spcBef>
                      </a:pPr>
                      <a:endParaRPr sz="1250">
                        <a:latin typeface="Times New Roman"/>
                        <a:cs typeface="Times New Roman"/>
                      </a:endParaRPr>
                    </a:p>
                    <a:p>
                      <a:pPr marL="80645">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–5</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0"/>
                        </a:spcBef>
                      </a:pPr>
                      <a:endParaRPr sz="1350">
                        <a:latin typeface="Times New Roman"/>
                        <a:cs typeface="Times New Roman"/>
                      </a:endParaRPr>
                    </a:p>
                    <a:p>
                      <a:pPr marL="336550" marR="120014" indent="-216535">
                        <a:lnSpc>
                          <a:spcPct val="103299"/>
                        </a:lnSpc>
                        <a:spcBef>
                          <a:spcPts val="5"/>
                        </a:spcBef>
                      </a:pPr>
                      <a:r>
                        <a:rPr sz="1200" spc="-5" dirty="0">
                          <a:latin typeface="Times New Roman"/>
                          <a:cs typeface="Times New Roman"/>
                        </a:rPr>
                        <a:t>Collecting</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information</a:t>
                      </a:r>
                      <a:r>
                        <a:rPr sz="1200" spc="5"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5" dirty="0">
                          <a:latin typeface="Times New Roman"/>
                          <a:cs typeface="Times New Roman"/>
                        </a:rPr>
                        <a:t>which</a:t>
                      </a:r>
                      <a:r>
                        <a:rPr sz="1200" spc="5" dirty="0">
                          <a:latin typeface="Times New Roman"/>
                          <a:cs typeface="Times New Roman"/>
                        </a:rPr>
                        <a:t> </a:t>
                      </a:r>
                      <a:r>
                        <a:rPr sz="1200" spc="-5" dirty="0">
                          <a:latin typeface="Times New Roman"/>
                          <a:cs typeface="Times New Roman"/>
                        </a:rPr>
                        <a:t>the </a:t>
                      </a:r>
                      <a:r>
                        <a:rPr sz="1200" spc="-285" dirty="0">
                          <a:latin typeface="Times New Roman"/>
                          <a:cs typeface="Times New Roman"/>
                        </a:rPr>
                        <a:t> </a:t>
                      </a:r>
                      <a:r>
                        <a:rPr sz="1200" dirty="0">
                          <a:latin typeface="Times New Roman"/>
                          <a:cs typeface="Times New Roman"/>
                        </a:rPr>
                        <a:t>primary</a:t>
                      </a:r>
                      <a:r>
                        <a:rPr sz="1200" spc="-30" dirty="0">
                          <a:latin typeface="Times New Roman"/>
                          <a:cs typeface="Times New Roman"/>
                        </a:rPr>
                        <a:t> </a:t>
                      </a:r>
                      <a:r>
                        <a:rPr sz="1200" spc="-5" dirty="0">
                          <a:latin typeface="Times New Roman"/>
                          <a:cs typeface="Times New Roman"/>
                        </a:rPr>
                        <a:t>purpose </a:t>
                      </a:r>
                      <a:r>
                        <a:rPr sz="1200" dirty="0">
                          <a:latin typeface="Times New Roman"/>
                          <a:cs typeface="Times New Roman"/>
                        </a:rPr>
                        <a:t>of</a:t>
                      </a:r>
                      <a:r>
                        <a:rPr sz="1200" spc="-5" dirty="0">
                          <a:latin typeface="Times New Roman"/>
                          <a:cs typeface="Times New Roman"/>
                        </a:rPr>
                        <a:t> android</a:t>
                      </a:r>
                      <a:r>
                        <a:rPr sz="1200" dirty="0">
                          <a:latin typeface="Times New Roman"/>
                          <a:cs typeface="Times New Roman"/>
                        </a:rPr>
                        <a:t> </a:t>
                      </a:r>
                      <a:r>
                        <a:rPr sz="1200" spc="-5" dirty="0">
                          <a:latin typeface="Times New Roman"/>
                          <a:cs typeface="Times New Roman"/>
                        </a:rPr>
                        <a:t>uses.</a:t>
                      </a:r>
                      <a:endParaRPr sz="1200">
                        <a:latin typeface="Times New Roman"/>
                        <a:cs typeface="Times New Roman"/>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0"/>
                        </a:spcBef>
                      </a:pPr>
                      <a:endParaRPr sz="1350">
                        <a:latin typeface="Times New Roman"/>
                        <a:cs typeface="Times New Roman"/>
                      </a:endParaRPr>
                    </a:p>
                    <a:p>
                      <a:pPr marL="137160" marR="140970" indent="-38100">
                        <a:lnSpc>
                          <a:spcPct val="103299"/>
                        </a:lnSpc>
                        <a:spcBef>
                          <a:spcPts val="5"/>
                        </a:spcBef>
                      </a:pPr>
                      <a:r>
                        <a:rPr sz="1200" spc="-5" dirty="0">
                          <a:latin typeface="Times New Roman"/>
                          <a:cs typeface="Times New Roman"/>
                        </a:rPr>
                        <a:t>Understanding</a:t>
                      </a:r>
                      <a:r>
                        <a:rPr sz="1200" spc="-15"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which</a:t>
                      </a:r>
                      <a:r>
                        <a:rPr sz="1200" spc="5" dirty="0">
                          <a:latin typeface="Times New Roman"/>
                          <a:cs typeface="Times New Roman"/>
                        </a:rPr>
                        <a:t> </a:t>
                      </a:r>
                      <a:r>
                        <a:rPr sz="1200" spc="-5" dirty="0">
                          <a:latin typeface="Times New Roman"/>
                          <a:cs typeface="Times New Roman"/>
                        </a:rPr>
                        <a:t>they </a:t>
                      </a:r>
                      <a:r>
                        <a:rPr sz="1200" spc="-285" dirty="0">
                          <a:latin typeface="Times New Roman"/>
                          <a:cs typeface="Times New Roman"/>
                        </a:rPr>
                        <a:t> </a:t>
                      </a:r>
                      <a:r>
                        <a:rPr sz="1200" spc="-5" dirty="0">
                          <a:latin typeface="Times New Roman"/>
                          <a:cs typeface="Times New Roman"/>
                        </a:rPr>
                        <a:t>can be</a:t>
                      </a:r>
                      <a:r>
                        <a:rPr sz="1200" dirty="0">
                          <a:latin typeface="Times New Roman"/>
                          <a:cs typeface="Times New Roman"/>
                        </a:rPr>
                        <a:t> </a:t>
                      </a:r>
                      <a:r>
                        <a:rPr sz="1200" spc="-5" dirty="0">
                          <a:latin typeface="Times New Roman"/>
                          <a:cs typeface="Times New Roman"/>
                        </a:rPr>
                        <a:t>gave</a:t>
                      </a:r>
                      <a:r>
                        <a:rPr sz="1200" spc="-10" dirty="0">
                          <a:latin typeface="Times New Roman"/>
                          <a:cs typeface="Times New Roman"/>
                        </a:rPr>
                        <a:t> </a:t>
                      </a:r>
                      <a:r>
                        <a:rPr sz="1200" spc="-5" dirty="0">
                          <a:latin typeface="Times New Roman"/>
                          <a:cs typeface="Times New Roman"/>
                        </a:rPr>
                        <a:t>high</a:t>
                      </a:r>
                      <a:r>
                        <a:rPr sz="1200" dirty="0">
                          <a:latin typeface="Times New Roman"/>
                          <a:cs typeface="Times New Roman"/>
                        </a:rPr>
                        <a:t> </a:t>
                      </a:r>
                      <a:r>
                        <a:rPr sz="1200" spc="-5" dirty="0">
                          <a:latin typeface="Times New Roman"/>
                          <a:cs typeface="Times New Roman"/>
                        </a:rPr>
                        <a:t>preference </a:t>
                      </a:r>
                      <a:r>
                        <a:rPr sz="1200" dirty="0">
                          <a:latin typeface="Times New Roman"/>
                          <a:cs typeface="Times New Roman"/>
                        </a:rPr>
                        <a:t> </a:t>
                      </a:r>
                      <a:r>
                        <a:rPr sz="1200" spc="-5" dirty="0">
                          <a:latin typeface="Times New Roman"/>
                          <a:cs typeface="Times New Roman"/>
                        </a:rPr>
                        <a:t>on android.</a:t>
                      </a:r>
                      <a:endParaRPr sz="1200">
                        <a:latin typeface="Times New Roman"/>
                        <a:cs typeface="Times New Roman"/>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945011">
                <a:tc>
                  <a:txBody>
                    <a:bodyPr/>
                    <a:lstStyle/>
                    <a:p>
                      <a:pPr>
                        <a:lnSpc>
                          <a:spcPct val="100000"/>
                        </a:lnSpc>
                      </a:pPr>
                      <a:endParaRPr sz="1200">
                        <a:latin typeface="Times New Roman"/>
                        <a:cs typeface="Times New Roman"/>
                      </a:endParaRPr>
                    </a:p>
                    <a:p>
                      <a:pPr>
                        <a:lnSpc>
                          <a:spcPct val="100000"/>
                        </a:lnSpc>
                        <a:spcBef>
                          <a:spcPts val="40"/>
                        </a:spcBef>
                      </a:pPr>
                      <a:endParaRPr sz="1250">
                        <a:latin typeface="Times New Roman"/>
                        <a:cs typeface="Times New Roman"/>
                      </a:endParaRPr>
                    </a:p>
                    <a:p>
                      <a:pPr marL="80645">
                        <a:lnSpc>
                          <a:spcPct val="100000"/>
                        </a:lnSpc>
                      </a:pPr>
                      <a:r>
                        <a:rPr sz="1100" b="1" spc="-5" dirty="0">
                          <a:latin typeface="Times New Roman"/>
                          <a:cs typeface="Times New Roman"/>
                        </a:rPr>
                        <a:t>Day</a:t>
                      </a:r>
                      <a:r>
                        <a:rPr sz="1100" b="1" spc="-40" dirty="0">
                          <a:latin typeface="Times New Roman"/>
                          <a:cs typeface="Times New Roman"/>
                        </a:rPr>
                        <a:t> </a:t>
                      </a:r>
                      <a:r>
                        <a:rPr sz="1100" b="1" dirty="0">
                          <a:latin typeface="Times New Roman"/>
                          <a:cs typeface="Times New Roman"/>
                        </a:rPr>
                        <a:t>–6</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0"/>
                        </a:spcBef>
                      </a:pPr>
                      <a:endParaRPr sz="1350">
                        <a:latin typeface="Times New Roman"/>
                        <a:cs typeface="Times New Roman"/>
                      </a:endParaRPr>
                    </a:p>
                    <a:p>
                      <a:pPr marL="1115695" marR="184785" indent="-924560">
                        <a:lnSpc>
                          <a:spcPct val="103299"/>
                        </a:lnSpc>
                        <a:spcBef>
                          <a:spcPts val="5"/>
                        </a:spcBef>
                      </a:pPr>
                      <a:r>
                        <a:rPr sz="1200" spc="-5" dirty="0">
                          <a:latin typeface="Times New Roman"/>
                          <a:cs typeface="Times New Roman"/>
                        </a:rPr>
                        <a:t>Interact with the</a:t>
                      </a:r>
                      <a:r>
                        <a:rPr sz="1200" dirty="0">
                          <a:latin typeface="Times New Roman"/>
                          <a:cs typeface="Times New Roman"/>
                        </a:rPr>
                        <a:t> </a:t>
                      </a:r>
                      <a:r>
                        <a:rPr sz="1200" spc="-5" dirty="0">
                          <a:latin typeface="Times New Roman"/>
                          <a:cs typeface="Times New Roman"/>
                        </a:rPr>
                        <a:t>senior </a:t>
                      </a:r>
                      <a:r>
                        <a:rPr sz="1200" dirty="0">
                          <a:latin typeface="Times New Roman"/>
                          <a:cs typeface="Times New Roman"/>
                        </a:rPr>
                        <a:t>citizens</a:t>
                      </a:r>
                      <a:r>
                        <a:rPr sz="1200" spc="-5" dirty="0">
                          <a:latin typeface="Times New Roman"/>
                          <a:cs typeface="Times New Roman"/>
                        </a:rPr>
                        <a:t> in </a:t>
                      </a:r>
                      <a:r>
                        <a:rPr sz="1200" spc="5" dirty="0">
                          <a:latin typeface="Times New Roman"/>
                          <a:cs typeface="Times New Roman"/>
                        </a:rPr>
                        <a:t>my </a:t>
                      </a:r>
                      <a:r>
                        <a:rPr sz="1200" spc="-285" dirty="0">
                          <a:latin typeface="Times New Roman"/>
                          <a:cs typeface="Times New Roman"/>
                        </a:rPr>
                        <a:t> </a:t>
                      </a:r>
                      <a:r>
                        <a:rPr sz="1200" spc="-5" dirty="0">
                          <a:latin typeface="Times New Roman"/>
                          <a:cs typeface="Times New Roman"/>
                        </a:rPr>
                        <a:t>locality</a:t>
                      </a:r>
                      <a:endParaRPr sz="1200">
                        <a:latin typeface="Times New Roman"/>
                        <a:cs typeface="Times New Roman"/>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
                        </a:spcBef>
                      </a:pPr>
                      <a:endParaRPr sz="1300">
                        <a:latin typeface="Times New Roman"/>
                        <a:cs typeface="Times New Roman"/>
                      </a:endParaRPr>
                    </a:p>
                    <a:p>
                      <a:pPr marL="662940" marR="59055" indent="-501650">
                        <a:lnSpc>
                          <a:spcPct val="103299"/>
                        </a:lnSpc>
                      </a:pPr>
                      <a:r>
                        <a:rPr sz="1200" spc="-5" dirty="0">
                          <a:latin typeface="Times New Roman"/>
                          <a:cs typeface="Times New Roman"/>
                        </a:rPr>
                        <a:t>Noted the</a:t>
                      </a:r>
                      <a:r>
                        <a:rPr sz="1200" spc="5" dirty="0">
                          <a:latin typeface="Times New Roman"/>
                          <a:cs typeface="Times New Roman"/>
                        </a:rPr>
                        <a:t> </a:t>
                      </a:r>
                      <a:r>
                        <a:rPr sz="1200" spc="-5" dirty="0">
                          <a:latin typeface="Times New Roman"/>
                          <a:cs typeface="Times New Roman"/>
                        </a:rPr>
                        <a:t>total information</a:t>
                      </a:r>
                      <a:r>
                        <a:rPr sz="1200" dirty="0">
                          <a:latin typeface="Times New Roman"/>
                          <a:cs typeface="Times New Roman"/>
                        </a:rPr>
                        <a:t> </a:t>
                      </a:r>
                      <a:r>
                        <a:rPr sz="1200" spc="-5" dirty="0">
                          <a:latin typeface="Times New Roman"/>
                          <a:cs typeface="Times New Roman"/>
                        </a:rPr>
                        <a:t>on </a:t>
                      </a:r>
                      <a:r>
                        <a:rPr sz="1200" spc="-285" dirty="0">
                          <a:latin typeface="Times New Roman"/>
                          <a:cs typeface="Times New Roman"/>
                        </a:rPr>
                        <a:t> </a:t>
                      </a:r>
                      <a:r>
                        <a:rPr sz="1200" spc="-5" dirty="0">
                          <a:latin typeface="Times New Roman"/>
                          <a:cs typeface="Times New Roman"/>
                        </a:rPr>
                        <a:t>android usage</a:t>
                      </a:r>
                      <a:endParaRPr sz="1200">
                        <a:latin typeface="Times New Roman"/>
                        <a:cs typeface="Times New Roman"/>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1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ED1B56F9-8423-35AF-237E-5AB7C3515677}"/>
              </a:ext>
            </a:extLst>
          </p:cNvPr>
          <p:cNvSpPr txBox="1"/>
          <p:nvPr/>
        </p:nvSpPr>
        <p:spPr>
          <a:xfrm>
            <a:off x="3759200" y="973939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15</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87048" y="1390650"/>
            <a:ext cx="6699884" cy="7773025"/>
          </a:xfrm>
          <a:prstGeom prst="rect">
            <a:avLst/>
          </a:prstGeom>
        </p:spPr>
        <p:txBody>
          <a:bodyPr vert="horz" wrap="square" lIns="0" tIns="12700" rIns="0" bIns="0" rtlCol="0">
            <a:spAutoFit/>
          </a:bodyPr>
          <a:lstStyle/>
          <a:p>
            <a:pPr algn="ctr">
              <a:lnSpc>
                <a:spcPct val="100000"/>
              </a:lnSpc>
              <a:spcBef>
                <a:spcPts val="100"/>
              </a:spcBef>
            </a:pPr>
            <a:r>
              <a:rPr sz="1400" b="1" dirty="0">
                <a:latin typeface="Times New Roman"/>
                <a:cs typeface="Times New Roman"/>
              </a:rPr>
              <a:t>WE</a:t>
            </a:r>
            <a:r>
              <a:rPr sz="1400" b="1" spc="5" dirty="0">
                <a:latin typeface="Times New Roman"/>
                <a:cs typeface="Times New Roman"/>
              </a:rPr>
              <a:t>E</a:t>
            </a:r>
            <a:r>
              <a:rPr sz="1400" b="1" dirty="0">
                <a:latin typeface="Times New Roman"/>
                <a:cs typeface="Times New Roman"/>
              </a:rPr>
              <a:t>K</a:t>
            </a:r>
            <a:r>
              <a:rPr sz="1400" b="1" spc="-135" dirty="0">
                <a:latin typeface="Times New Roman"/>
                <a:cs typeface="Times New Roman"/>
              </a:rPr>
              <a:t>L</a:t>
            </a:r>
            <a:r>
              <a:rPr sz="1400" b="1" dirty="0">
                <a:latin typeface="Times New Roman"/>
                <a:cs typeface="Times New Roman"/>
              </a:rPr>
              <a:t>Y</a:t>
            </a:r>
            <a:r>
              <a:rPr sz="1400" b="1" spc="-50" dirty="0">
                <a:latin typeface="Times New Roman"/>
                <a:cs typeface="Times New Roman"/>
              </a:rPr>
              <a:t> </a:t>
            </a:r>
            <a:r>
              <a:rPr sz="1400" b="1" spc="-10" dirty="0">
                <a:latin typeface="Times New Roman"/>
                <a:cs typeface="Times New Roman"/>
              </a:rPr>
              <a:t>R</a:t>
            </a:r>
            <a:r>
              <a:rPr sz="1400" b="1" dirty="0">
                <a:latin typeface="Times New Roman"/>
                <a:cs typeface="Times New Roman"/>
              </a:rPr>
              <a:t>EPO</a:t>
            </a:r>
            <a:r>
              <a:rPr sz="1400" b="1" spc="-50" dirty="0">
                <a:latin typeface="Times New Roman"/>
                <a:cs typeface="Times New Roman"/>
              </a:rPr>
              <a:t>R</a:t>
            </a:r>
            <a:r>
              <a:rPr sz="1400" b="1" dirty="0">
                <a:latin typeface="Times New Roman"/>
                <a:cs typeface="Times New Roman"/>
              </a:rPr>
              <a:t>T</a:t>
            </a:r>
            <a:endParaRPr sz="1400" dirty="0">
              <a:latin typeface="Times New Roman"/>
              <a:cs typeface="Times New Roman"/>
            </a:endParaRPr>
          </a:p>
          <a:p>
            <a:pPr marR="138430" algn="ctr">
              <a:lnSpc>
                <a:spcPct val="100000"/>
              </a:lnSpc>
              <a:spcBef>
                <a:spcPts val="35"/>
              </a:spcBef>
            </a:pPr>
            <a:r>
              <a:rPr sz="1400" b="1" dirty="0">
                <a:latin typeface="Times New Roman"/>
                <a:cs typeface="Times New Roman"/>
              </a:rPr>
              <a:t>WEEK-4</a:t>
            </a:r>
            <a:r>
              <a:rPr sz="1400" b="1" spc="10" dirty="0">
                <a:latin typeface="Times New Roman"/>
                <a:cs typeface="Times New Roman"/>
              </a:rPr>
              <a:t> </a:t>
            </a:r>
            <a:r>
              <a:rPr sz="1400" b="1" spc="-10" dirty="0">
                <a:latin typeface="Times New Roman"/>
                <a:cs typeface="Times New Roman"/>
              </a:rPr>
              <a:t>(</a:t>
            </a:r>
            <a:r>
              <a:rPr lang="en-US" sz="1400" spc="-10" dirty="0">
                <a:latin typeface="Times New Roman"/>
                <a:cs typeface="Times New Roman"/>
              </a:rPr>
              <a:t>FROM </a:t>
            </a:r>
            <a:r>
              <a:rPr lang="en-US" sz="1400" b="1" spc="-5" dirty="0">
                <a:latin typeface="Times New Roman"/>
                <a:cs typeface="Times New Roman"/>
              </a:rPr>
              <a:t>13-08-2024 </a:t>
            </a:r>
            <a:r>
              <a:rPr lang="en-US" sz="1400" spc="-5" dirty="0">
                <a:latin typeface="Times New Roman"/>
                <a:cs typeface="Times New Roman"/>
              </a:rPr>
              <a:t>TO</a:t>
            </a:r>
            <a:r>
              <a:rPr sz="1400" b="1" spc="15" dirty="0">
                <a:latin typeface="Times New Roman"/>
                <a:cs typeface="Times New Roman"/>
              </a:rPr>
              <a:t> </a:t>
            </a:r>
            <a:r>
              <a:rPr lang="en-US" sz="1400" b="1" spc="-5" dirty="0">
                <a:latin typeface="Times New Roman"/>
                <a:cs typeface="Times New Roman"/>
              </a:rPr>
              <a:t>19-08-2024</a:t>
            </a:r>
            <a:r>
              <a:rPr sz="1400" b="1" spc="-5" dirty="0">
                <a:latin typeface="Times New Roman"/>
                <a:cs typeface="Times New Roman"/>
              </a:rPr>
              <a:t>)</a:t>
            </a:r>
            <a:endParaRPr sz="1400" dirty="0">
              <a:latin typeface="Times New Roman"/>
              <a:cs typeface="Times New Roman"/>
            </a:endParaRPr>
          </a:p>
          <a:p>
            <a:pPr>
              <a:lnSpc>
                <a:spcPct val="100000"/>
              </a:lnSpc>
              <a:spcBef>
                <a:spcPts val="40"/>
              </a:spcBef>
            </a:pPr>
            <a:endParaRPr sz="1400" dirty="0">
              <a:latin typeface="Times New Roman"/>
              <a:cs typeface="Times New Roman"/>
            </a:endParaRPr>
          </a:p>
          <a:p>
            <a:pPr marL="12700">
              <a:lnSpc>
                <a:spcPct val="100000"/>
              </a:lnSpc>
            </a:pPr>
            <a:r>
              <a:rPr sz="1400" b="1" spc="-5" dirty="0">
                <a:latin typeface="Times New Roman"/>
                <a:cs typeface="Times New Roman"/>
              </a:rPr>
              <a:t>Overview</a:t>
            </a:r>
            <a:r>
              <a:rPr sz="1400" b="1" spc="10" dirty="0">
                <a:latin typeface="Times New Roman"/>
                <a:cs typeface="Times New Roman"/>
              </a:rPr>
              <a:t> </a:t>
            </a:r>
            <a:r>
              <a:rPr sz="1400" b="1" spc="-5" dirty="0">
                <a:latin typeface="Times New Roman"/>
                <a:cs typeface="Times New Roman"/>
              </a:rPr>
              <a:t>of</a:t>
            </a:r>
            <a:r>
              <a:rPr sz="1400" b="1" spc="-65" dirty="0">
                <a:latin typeface="Times New Roman"/>
                <a:cs typeface="Times New Roman"/>
              </a:rPr>
              <a:t> </a:t>
            </a:r>
            <a:r>
              <a:rPr sz="1400" b="1" spc="-10" dirty="0">
                <a:latin typeface="Times New Roman"/>
                <a:cs typeface="Times New Roman"/>
              </a:rPr>
              <a:t>Android</a:t>
            </a:r>
            <a:r>
              <a:rPr sz="1400" b="1" spc="15" dirty="0">
                <a:latin typeface="Times New Roman"/>
                <a:cs typeface="Times New Roman"/>
              </a:rPr>
              <a:t> </a:t>
            </a:r>
            <a:r>
              <a:rPr sz="1400" b="1" spc="-5" dirty="0">
                <a:latin typeface="Times New Roman"/>
                <a:cs typeface="Times New Roman"/>
              </a:rPr>
              <a:t>Phone</a:t>
            </a:r>
            <a:r>
              <a:rPr sz="1400" b="1" dirty="0">
                <a:latin typeface="Times New Roman"/>
                <a:cs typeface="Times New Roman"/>
              </a:rPr>
              <a:t> </a:t>
            </a:r>
            <a:r>
              <a:rPr sz="1400" b="1" spc="-5" dirty="0">
                <a:latin typeface="Times New Roman"/>
                <a:cs typeface="Times New Roman"/>
              </a:rPr>
              <a:t>Usage</a:t>
            </a:r>
            <a:r>
              <a:rPr sz="1400" b="1" spc="-80" dirty="0">
                <a:latin typeface="Times New Roman"/>
                <a:cs typeface="Times New Roman"/>
              </a:rPr>
              <a:t> </a:t>
            </a:r>
            <a:r>
              <a:rPr sz="1400" b="1" spc="-5" dirty="0">
                <a:latin typeface="Times New Roman"/>
                <a:cs typeface="Times New Roman"/>
              </a:rPr>
              <a:t>Among</a:t>
            </a:r>
            <a:r>
              <a:rPr sz="1400" b="1" spc="10" dirty="0">
                <a:latin typeface="Times New Roman"/>
                <a:cs typeface="Times New Roman"/>
              </a:rPr>
              <a:t> </a:t>
            </a:r>
            <a:r>
              <a:rPr sz="1400" b="1" spc="-5" dirty="0">
                <a:latin typeface="Times New Roman"/>
                <a:cs typeface="Times New Roman"/>
              </a:rPr>
              <a:t>Senior</a:t>
            </a:r>
            <a:r>
              <a:rPr sz="1400" b="1" spc="-20" dirty="0">
                <a:latin typeface="Times New Roman"/>
                <a:cs typeface="Times New Roman"/>
              </a:rPr>
              <a:t> </a:t>
            </a:r>
            <a:r>
              <a:rPr sz="1400" b="1" spc="-5" dirty="0">
                <a:latin typeface="Times New Roman"/>
                <a:cs typeface="Times New Roman"/>
              </a:rPr>
              <a:t>Citizens</a:t>
            </a:r>
            <a:endParaRPr sz="1400" dirty="0">
              <a:latin typeface="Times New Roman"/>
              <a:cs typeface="Times New Roman"/>
            </a:endParaRPr>
          </a:p>
          <a:p>
            <a:pPr marL="12700" marR="88265">
              <a:lnSpc>
                <a:spcPct val="145600"/>
              </a:lnSpc>
              <a:spcBef>
                <a:spcPts val="50"/>
              </a:spcBef>
            </a:pPr>
            <a:r>
              <a:rPr sz="1200" spc="-5" dirty="0">
                <a:latin typeface="Times New Roman"/>
                <a:cs typeface="Times New Roman"/>
              </a:rPr>
              <a:t>Senior</a:t>
            </a:r>
            <a:r>
              <a:rPr sz="1200" spc="10" dirty="0">
                <a:latin typeface="Times New Roman"/>
                <a:cs typeface="Times New Roman"/>
              </a:rPr>
              <a:t> </a:t>
            </a:r>
            <a:r>
              <a:rPr sz="1200" spc="-5" dirty="0">
                <a:latin typeface="Times New Roman"/>
                <a:cs typeface="Times New Roman"/>
              </a:rPr>
              <a:t>citizens,</a:t>
            </a:r>
            <a:r>
              <a:rPr sz="1200" spc="15" dirty="0">
                <a:latin typeface="Times New Roman"/>
                <a:cs typeface="Times New Roman"/>
              </a:rPr>
              <a:t> </a:t>
            </a:r>
            <a:r>
              <a:rPr sz="1200" spc="-5" dirty="0">
                <a:latin typeface="Times New Roman"/>
                <a:cs typeface="Times New Roman"/>
              </a:rPr>
              <a:t>typically aged</a:t>
            </a:r>
            <a:r>
              <a:rPr sz="1200" spc="10" dirty="0">
                <a:latin typeface="Times New Roman"/>
                <a:cs typeface="Times New Roman"/>
              </a:rPr>
              <a:t> </a:t>
            </a:r>
            <a:r>
              <a:rPr sz="1200" spc="-5" dirty="0">
                <a:latin typeface="Times New Roman"/>
                <a:cs typeface="Times New Roman"/>
              </a:rPr>
              <a:t>60</a:t>
            </a:r>
            <a:r>
              <a:rPr sz="1200" spc="1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above,</a:t>
            </a:r>
            <a:r>
              <a:rPr sz="1200" spc="10" dirty="0">
                <a:latin typeface="Times New Roman"/>
                <a:cs typeface="Times New Roman"/>
              </a:rPr>
              <a:t> </a:t>
            </a:r>
            <a:r>
              <a:rPr sz="1200" dirty="0">
                <a:latin typeface="Times New Roman"/>
                <a:cs typeface="Times New Roman"/>
              </a:rPr>
              <a:t>are increasingly</a:t>
            </a:r>
            <a:r>
              <a:rPr sz="1200" spc="-15" dirty="0">
                <a:latin typeface="Times New Roman"/>
                <a:cs typeface="Times New Roman"/>
              </a:rPr>
              <a:t> </a:t>
            </a:r>
            <a:r>
              <a:rPr sz="1200" spc="-5" dirty="0">
                <a:latin typeface="Times New Roman"/>
                <a:cs typeface="Times New Roman"/>
              </a:rPr>
              <a:t>adopting</a:t>
            </a:r>
            <a:r>
              <a:rPr sz="1200" spc="-65"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smartphones,</a:t>
            </a:r>
            <a:r>
              <a:rPr sz="1200" spc="10" dirty="0">
                <a:latin typeface="Times New Roman"/>
                <a:cs typeface="Times New Roman"/>
              </a:rPr>
              <a:t> </a:t>
            </a:r>
            <a:r>
              <a:rPr sz="1200" spc="-5" dirty="0">
                <a:latin typeface="Times New Roman"/>
                <a:cs typeface="Times New Roman"/>
              </a:rPr>
              <a:t>though</a:t>
            </a:r>
            <a:r>
              <a:rPr sz="1200" spc="20" dirty="0">
                <a:latin typeface="Times New Roman"/>
                <a:cs typeface="Times New Roman"/>
              </a:rPr>
              <a:t> </a:t>
            </a:r>
            <a:r>
              <a:rPr sz="1200" spc="-5" dirty="0">
                <a:latin typeface="Times New Roman"/>
                <a:cs typeface="Times New Roman"/>
              </a:rPr>
              <a:t>their </a:t>
            </a:r>
            <a:r>
              <a:rPr sz="1200" dirty="0">
                <a:latin typeface="Times New Roman"/>
                <a:cs typeface="Times New Roman"/>
              </a:rPr>
              <a:t> </a:t>
            </a:r>
            <a:r>
              <a:rPr sz="1200" spc="-5" dirty="0">
                <a:latin typeface="Times New Roman"/>
                <a:cs typeface="Times New Roman"/>
              </a:rPr>
              <a:t>usage</a:t>
            </a:r>
            <a:r>
              <a:rPr sz="1200" dirty="0">
                <a:latin typeface="Times New Roman"/>
                <a:cs typeface="Times New Roman"/>
              </a:rPr>
              <a:t> </a:t>
            </a:r>
            <a:r>
              <a:rPr sz="1200" spc="-5" dirty="0">
                <a:latin typeface="Times New Roman"/>
                <a:cs typeface="Times New Roman"/>
              </a:rPr>
              <a:t>patterns</a:t>
            </a:r>
            <a:r>
              <a:rPr sz="1200" spc="10" dirty="0">
                <a:latin typeface="Times New Roman"/>
                <a:cs typeface="Times New Roman"/>
              </a:rPr>
              <a:t> </a:t>
            </a:r>
            <a:r>
              <a:rPr sz="1200" spc="-5" dirty="0">
                <a:latin typeface="Times New Roman"/>
                <a:cs typeface="Times New Roman"/>
              </a:rPr>
              <a:t>differ</a:t>
            </a:r>
            <a:r>
              <a:rPr sz="1200" spc="10" dirty="0">
                <a:latin typeface="Times New Roman"/>
                <a:cs typeface="Times New Roman"/>
              </a:rPr>
              <a:t> </a:t>
            </a:r>
            <a:r>
              <a:rPr sz="1200" spc="-5" dirty="0">
                <a:latin typeface="Times New Roman"/>
                <a:cs typeface="Times New Roman"/>
              </a:rPr>
              <a:t>from</a:t>
            </a:r>
            <a:r>
              <a:rPr sz="1200" spc="25" dirty="0">
                <a:latin typeface="Times New Roman"/>
                <a:cs typeface="Times New Roman"/>
              </a:rPr>
              <a:t> </a:t>
            </a:r>
            <a:r>
              <a:rPr sz="1200" spc="-10" dirty="0">
                <a:latin typeface="Times New Roman"/>
                <a:cs typeface="Times New Roman"/>
              </a:rPr>
              <a:t>younger</a:t>
            </a:r>
            <a:r>
              <a:rPr sz="1200" spc="10" dirty="0">
                <a:latin typeface="Times New Roman"/>
                <a:cs typeface="Times New Roman"/>
              </a:rPr>
              <a:t> </a:t>
            </a:r>
            <a:r>
              <a:rPr sz="1200" spc="-5" dirty="0">
                <a:latin typeface="Times New Roman"/>
                <a:cs typeface="Times New Roman"/>
              </a:rPr>
              <a:t>demographics.</a:t>
            </a:r>
            <a:r>
              <a:rPr sz="1200" spc="-15" dirty="0">
                <a:latin typeface="Times New Roman"/>
                <a:cs typeface="Times New Roman"/>
              </a:rPr>
              <a:t> </a:t>
            </a:r>
            <a:r>
              <a:rPr sz="1200" spc="-5" dirty="0">
                <a:latin typeface="Times New Roman"/>
                <a:cs typeface="Times New Roman"/>
              </a:rPr>
              <a:t>While</a:t>
            </a:r>
            <a:r>
              <a:rPr sz="1200" spc="5" dirty="0">
                <a:latin typeface="Times New Roman"/>
                <a:cs typeface="Times New Roman"/>
              </a:rPr>
              <a:t> </a:t>
            </a:r>
            <a:r>
              <a:rPr sz="1200" spc="-5" dirty="0">
                <a:latin typeface="Times New Roman"/>
                <a:cs typeface="Times New Roman"/>
              </a:rPr>
              <a:t>smartphone</a:t>
            </a:r>
            <a:r>
              <a:rPr sz="1200" spc="10" dirty="0">
                <a:latin typeface="Times New Roman"/>
                <a:cs typeface="Times New Roman"/>
              </a:rPr>
              <a:t> </a:t>
            </a:r>
            <a:r>
              <a:rPr sz="1200" spc="-5" dirty="0">
                <a:latin typeface="Times New Roman"/>
                <a:cs typeface="Times New Roman"/>
              </a:rPr>
              <a:t>penetration</a:t>
            </a:r>
            <a:r>
              <a:rPr sz="1200" spc="10" dirty="0">
                <a:latin typeface="Times New Roman"/>
                <a:cs typeface="Times New Roman"/>
              </a:rPr>
              <a:t> </a:t>
            </a:r>
            <a:r>
              <a:rPr sz="1200" spc="-5" dirty="0">
                <a:latin typeface="Times New Roman"/>
                <a:cs typeface="Times New Roman"/>
              </a:rPr>
              <a:t>in</a:t>
            </a:r>
            <a:r>
              <a:rPr sz="1200" spc="10" dirty="0">
                <a:latin typeface="Times New Roman"/>
                <a:cs typeface="Times New Roman"/>
              </a:rPr>
              <a:t> </a:t>
            </a:r>
            <a:r>
              <a:rPr sz="1200" spc="-5" dirty="0">
                <a:latin typeface="Times New Roman"/>
                <a:cs typeface="Times New Roman"/>
              </a:rPr>
              <a:t>this</a:t>
            </a:r>
            <a:r>
              <a:rPr sz="1200" spc="10" dirty="0">
                <a:latin typeface="Times New Roman"/>
                <a:cs typeface="Times New Roman"/>
              </a:rPr>
              <a:t> </a:t>
            </a:r>
            <a:r>
              <a:rPr sz="1200" spc="-5" dirty="0">
                <a:latin typeface="Times New Roman"/>
                <a:cs typeface="Times New Roman"/>
              </a:rPr>
              <a:t>group</a:t>
            </a:r>
            <a:r>
              <a:rPr sz="1200" spc="10" dirty="0">
                <a:latin typeface="Times New Roman"/>
                <a:cs typeface="Times New Roman"/>
              </a:rPr>
              <a:t> </a:t>
            </a:r>
            <a:r>
              <a:rPr sz="1200" spc="-5" dirty="0">
                <a:latin typeface="Times New Roman"/>
                <a:cs typeface="Times New Roman"/>
              </a:rPr>
              <a:t>has</a:t>
            </a:r>
            <a:r>
              <a:rPr sz="1200" spc="20" dirty="0">
                <a:latin typeface="Times New Roman"/>
                <a:cs typeface="Times New Roman"/>
              </a:rPr>
              <a:t> </a:t>
            </a:r>
            <a:r>
              <a:rPr sz="1200" spc="-5" dirty="0">
                <a:latin typeface="Times New Roman"/>
                <a:cs typeface="Times New Roman"/>
              </a:rPr>
              <a:t>grown </a:t>
            </a:r>
            <a:r>
              <a:rPr sz="1200" dirty="0">
                <a:latin typeface="Times New Roman"/>
                <a:cs typeface="Times New Roman"/>
              </a:rPr>
              <a:t> </a:t>
            </a:r>
            <a:r>
              <a:rPr sz="1200" spc="-5" dirty="0">
                <a:latin typeface="Times New Roman"/>
                <a:cs typeface="Times New Roman"/>
              </a:rPr>
              <a:t>significantly</a:t>
            </a:r>
            <a:r>
              <a:rPr sz="1200" spc="-15" dirty="0">
                <a:latin typeface="Times New Roman"/>
                <a:cs typeface="Times New Roman"/>
              </a:rPr>
              <a:t> </a:t>
            </a:r>
            <a:r>
              <a:rPr sz="1200" spc="-5" dirty="0">
                <a:latin typeface="Times New Roman"/>
                <a:cs typeface="Times New Roman"/>
              </a:rPr>
              <a:t>in</a:t>
            </a:r>
            <a:r>
              <a:rPr sz="1200" spc="20" dirty="0">
                <a:latin typeface="Times New Roman"/>
                <a:cs typeface="Times New Roman"/>
              </a:rPr>
              <a:t> </a:t>
            </a:r>
            <a:r>
              <a:rPr sz="1200" spc="-5" dirty="0">
                <a:latin typeface="Times New Roman"/>
                <a:cs typeface="Times New Roman"/>
              </a:rPr>
              <a:t>recent</a:t>
            </a:r>
            <a:r>
              <a:rPr sz="1200" spc="40" dirty="0">
                <a:latin typeface="Times New Roman"/>
                <a:cs typeface="Times New Roman"/>
              </a:rPr>
              <a:t> </a:t>
            </a:r>
            <a:r>
              <a:rPr sz="1200" spc="-10" dirty="0">
                <a:latin typeface="Times New Roman"/>
                <a:cs typeface="Times New Roman"/>
              </a:rPr>
              <a:t>years,</a:t>
            </a:r>
            <a:r>
              <a:rPr sz="1200" spc="15" dirty="0">
                <a:latin typeface="Times New Roman"/>
                <a:cs typeface="Times New Roman"/>
              </a:rPr>
              <a:t> </a:t>
            </a:r>
            <a:r>
              <a:rPr sz="1200" spc="-5" dirty="0">
                <a:latin typeface="Times New Roman"/>
                <a:cs typeface="Times New Roman"/>
              </a:rPr>
              <a:t>their</a:t>
            </a:r>
            <a:r>
              <a:rPr sz="1200" spc="15" dirty="0">
                <a:latin typeface="Times New Roman"/>
                <a:cs typeface="Times New Roman"/>
              </a:rPr>
              <a:t> </a:t>
            </a:r>
            <a:r>
              <a:rPr sz="1200" spc="-5" dirty="0">
                <a:latin typeface="Times New Roman"/>
                <a:cs typeface="Times New Roman"/>
              </a:rPr>
              <a:t>usage</a:t>
            </a:r>
            <a:r>
              <a:rPr sz="1200" spc="10" dirty="0">
                <a:latin typeface="Times New Roman"/>
                <a:cs typeface="Times New Roman"/>
              </a:rPr>
              <a:t> </a:t>
            </a:r>
            <a:r>
              <a:rPr sz="1200" spc="-5" dirty="0">
                <a:latin typeface="Times New Roman"/>
                <a:cs typeface="Times New Roman"/>
              </a:rPr>
              <a:t>tends</a:t>
            </a:r>
            <a:r>
              <a:rPr sz="1200" spc="20"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focus</a:t>
            </a:r>
            <a:r>
              <a:rPr sz="1200" spc="15" dirty="0">
                <a:latin typeface="Times New Roman"/>
                <a:cs typeface="Times New Roman"/>
              </a:rPr>
              <a:t> </a:t>
            </a:r>
            <a:r>
              <a:rPr sz="1200" spc="-5" dirty="0">
                <a:latin typeface="Times New Roman"/>
                <a:cs typeface="Times New Roman"/>
              </a:rPr>
              <a:t>on</a:t>
            </a:r>
            <a:r>
              <a:rPr sz="1200" spc="15" dirty="0">
                <a:latin typeface="Times New Roman"/>
                <a:cs typeface="Times New Roman"/>
              </a:rPr>
              <a:t> </a:t>
            </a:r>
            <a:r>
              <a:rPr sz="1200" dirty="0">
                <a:latin typeface="Times New Roman"/>
                <a:cs typeface="Times New Roman"/>
              </a:rPr>
              <a:t>essential</a:t>
            </a:r>
            <a:r>
              <a:rPr sz="1200" spc="10" dirty="0">
                <a:latin typeface="Times New Roman"/>
                <a:cs typeface="Times New Roman"/>
              </a:rPr>
              <a:t> </a:t>
            </a:r>
            <a:r>
              <a:rPr sz="1200" spc="-5" dirty="0">
                <a:latin typeface="Times New Roman"/>
                <a:cs typeface="Times New Roman"/>
              </a:rPr>
              <a:t>functions</a:t>
            </a:r>
            <a:r>
              <a:rPr sz="1200" spc="15" dirty="0">
                <a:latin typeface="Times New Roman"/>
                <a:cs typeface="Times New Roman"/>
              </a:rPr>
              <a:t> </a:t>
            </a:r>
            <a:r>
              <a:rPr sz="1200" spc="-5" dirty="0">
                <a:latin typeface="Times New Roman"/>
                <a:cs typeface="Times New Roman"/>
              </a:rPr>
              <a:t>such</a:t>
            </a:r>
            <a:r>
              <a:rPr sz="1200" spc="15" dirty="0">
                <a:latin typeface="Times New Roman"/>
                <a:cs typeface="Times New Roman"/>
              </a:rPr>
              <a:t> </a:t>
            </a:r>
            <a:r>
              <a:rPr sz="1200" spc="-5" dirty="0">
                <a:latin typeface="Times New Roman"/>
                <a:cs typeface="Times New Roman"/>
              </a:rPr>
              <a:t>as</a:t>
            </a:r>
            <a:r>
              <a:rPr sz="1200" spc="20" dirty="0">
                <a:latin typeface="Times New Roman"/>
                <a:cs typeface="Times New Roman"/>
              </a:rPr>
              <a:t> </a:t>
            </a:r>
            <a:r>
              <a:rPr sz="1200" spc="-5" dirty="0">
                <a:latin typeface="Times New Roman"/>
                <a:cs typeface="Times New Roman"/>
              </a:rPr>
              <a:t>communication,</a:t>
            </a:r>
            <a:r>
              <a:rPr sz="1200" spc="15" dirty="0">
                <a:latin typeface="Times New Roman"/>
                <a:cs typeface="Times New Roman"/>
              </a:rPr>
              <a:t> </a:t>
            </a:r>
            <a:r>
              <a:rPr sz="1200" spc="-5" dirty="0">
                <a:latin typeface="Times New Roman"/>
                <a:cs typeface="Times New Roman"/>
              </a:rPr>
              <a:t>health </a:t>
            </a:r>
            <a:r>
              <a:rPr sz="1200" spc="-285" dirty="0">
                <a:latin typeface="Times New Roman"/>
                <a:cs typeface="Times New Roman"/>
              </a:rPr>
              <a:t> </a:t>
            </a:r>
            <a:r>
              <a:rPr sz="1200" spc="-5" dirty="0">
                <a:latin typeface="Times New Roman"/>
                <a:cs typeface="Times New Roman"/>
              </a:rPr>
              <a:t>management, and</a:t>
            </a:r>
            <a:r>
              <a:rPr sz="1200" dirty="0">
                <a:latin typeface="Times New Roman"/>
                <a:cs typeface="Times New Roman"/>
              </a:rPr>
              <a:t> staying </a:t>
            </a:r>
            <a:r>
              <a:rPr sz="1200" spc="-5" dirty="0">
                <a:latin typeface="Times New Roman"/>
                <a:cs typeface="Times New Roman"/>
              </a:rPr>
              <a:t>informed.</a:t>
            </a:r>
            <a:endParaRPr sz="1200" dirty="0">
              <a:latin typeface="Times New Roman"/>
              <a:cs typeface="Times New Roman"/>
            </a:endParaRPr>
          </a:p>
          <a:p>
            <a:pPr marL="12700">
              <a:lnSpc>
                <a:spcPct val="100000"/>
              </a:lnSpc>
              <a:spcBef>
                <a:spcPts val="760"/>
              </a:spcBef>
            </a:pPr>
            <a:r>
              <a:rPr sz="1400" b="1" spc="-5" dirty="0">
                <a:latin typeface="Times New Roman"/>
                <a:cs typeface="Times New Roman"/>
              </a:rPr>
              <a:t>Device</a:t>
            </a:r>
            <a:r>
              <a:rPr sz="1400" b="1" spc="-10" dirty="0">
                <a:latin typeface="Times New Roman"/>
                <a:cs typeface="Times New Roman"/>
              </a:rPr>
              <a:t> </a:t>
            </a:r>
            <a:r>
              <a:rPr sz="1400" b="1" spc="-5" dirty="0">
                <a:latin typeface="Times New Roman"/>
                <a:cs typeface="Times New Roman"/>
              </a:rPr>
              <a:t>Ownership</a:t>
            </a:r>
            <a:r>
              <a:rPr sz="1400" b="1" spc="5" dirty="0">
                <a:latin typeface="Times New Roman"/>
                <a:cs typeface="Times New Roman"/>
              </a:rPr>
              <a:t> </a:t>
            </a:r>
            <a:r>
              <a:rPr sz="1400" b="1" spc="-5"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Usage</a:t>
            </a:r>
            <a:r>
              <a:rPr sz="1400" b="1" spc="5" dirty="0">
                <a:latin typeface="Times New Roman"/>
                <a:cs typeface="Times New Roman"/>
              </a:rPr>
              <a:t> </a:t>
            </a:r>
            <a:r>
              <a:rPr sz="1400" b="1" spc="-5" dirty="0">
                <a:latin typeface="Times New Roman"/>
                <a:cs typeface="Times New Roman"/>
              </a:rPr>
              <a:t>Patterns</a:t>
            </a:r>
            <a:endParaRPr sz="1400" dirty="0">
              <a:latin typeface="Times New Roman"/>
              <a:cs typeface="Times New Roman"/>
            </a:endParaRPr>
          </a:p>
          <a:p>
            <a:pPr marL="12700" marR="106045">
              <a:lnSpc>
                <a:spcPct val="145300"/>
              </a:lnSpc>
              <a:spcBef>
                <a:spcPts val="65"/>
              </a:spcBef>
            </a:pPr>
            <a:r>
              <a:rPr sz="1200" spc="-5" dirty="0">
                <a:latin typeface="Times New Roman"/>
                <a:cs typeface="Times New Roman"/>
              </a:rPr>
              <a:t>Smartphone</a:t>
            </a:r>
            <a:r>
              <a:rPr sz="1200" spc="5" dirty="0">
                <a:latin typeface="Times New Roman"/>
                <a:cs typeface="Times New Roman"/>
              </a:rPr>
              <a:t> </a:t>
            </a:r>
            <a:r>
              <a:rPr sz="1200" spc="-5" dirty="0">
                <a:latin typeface="Times New Roman"/>
                <a:cs typeface="Times New Roman"/>
              </a:rPr>
              <a:t>ownership</a:t>
            </a:r>
            <a:r>
              <a:rPr sz="1200" spc="10" dirty="0">
                <a:latin typeface="Times New Roman"/>
                <a:cs typeface="Times New Roman"/>
              </a:rPr>
              <a:t> </a:t>
            </a:r>
            <a:r>
              <a:rPr sz="1200" spc="-5" dirty="0">
                <a:latin typeface="Times New Roman"/>
                <a:cs typeface="Times New Roman"/>
              </a:rPr>
              <a:t>among</a:t>
            </a:r>
            <a:r>
              <a:rPr sz="1200" dirty="0">
                <a:latin typeface="Times New Roman"/>
                <a:cs typeface="Times New Roman"/>
              </a:rPr>
              <a:t> </a:t>
            </a:r>
            <a:r>
              <a:rPr sz="1200" spc="-5" dirty="0">
                <a:latin typeface="Times New Roman"/>
                <a:cs typeface="Times New Roman"/>
              </a:rPr>
              <a:t>senior</a:t>
            </a:r>
            <a:r>
              <a:rPr sz="1200" spc="15" dirty="0">
                <a:latin typeface="Times New Roman"/>
                <a:cs typeface="Times New Roman"/>
              </a:rPr>
              <a:t> </a:t>
            </a:r>
            <a:r>
              <a:rPr sz="1200" spc="-5" dirty="0">
                <a:latin typeface="Times New Roman"/>
                <a:cs typeface="Times New Roman"/>
              </a:rPr>
              <a:t>citizens</a:t>
            </a:r>
            <a:r>
              <a:rPr sz="1200" spc="5" dirty="0">
                <a:latin typeface="Times New Roman"/>
                <a:cs typeface="Times New Roman"/>
              </a:rPr>
              <a:t> </a:t>
            </a:r>
            <a:r>
              <a:rPr sz="1200" spc="-5" dirty="0">
                <a:latin typeface="Times New Roman"/>
                <a:cs typeface="Times New Roman"/>
              </a:rPr>
              <a:t>has</a:t>
            </a:r>
            <a:r>
              <a:rPr sz="1200" spc="10" dirty="0">
                <a:latin typeface="Times New Roman"/>
                <a:cs typeface="Times New Roman"/>
              </a:rPr>
              <a:t> </a:t>
            </a:r>
            <a:r>
              <a:rPr sz="1200" spc="-5" dirty="0">
                <a:latin typeface="Times New Roman"/>
                <a:cs typeface="Times New Roman"/>
              </a:rPr>
              <a:t>seen</a:t>
            </a:r>
            <a:r>
              <a:rPr sz="1200" spc="5" dirty="0">
                <a:latin typeface="Times New Roman"/>
                <a:cs typeface="Times New Roman"/>
              </a:rPr>
              <a:t> </a:t>
            </a:r>
            <a:r>
              <a:rPr sz="1200" spc="-5" dirty="0">
                <a:latin typeface="Times New Roman"/>
                <a:cs typeface="Times New Roman"/>
              </a:rPr>
              <a:t>a</a:t>
            </a:r>
            <a:r>
              <a:rPr sz="1200" spc="5" dirty="0">
                <a:latin typeface="Times New Roman"/>
                <a:cs typeface="Times New Roman"/>
              </a:rPr>
              <a:t> </a:t>
            </a:r>
            <a:r>
              <a:rPr sz="1200" dirty="0">
                <a:latin typeface="Times New Roman"/>
                <a:cs typeface="Times New Roman"/>
              </a:rPr>
              <a:t>steady</a:t>
            </a:r>
            <a:r>
              <a:rPr sz="1200" spc="-20" dirty="0">
                <a:latin typeface="Times New Roman"/>
                <a:cs typeface="Times New Roman"/>
              </a:rPr>
              <a:t> </a:t>
            </a:r>
            <a:r>
              <a:rPr sz="1200" spc="-5" dirty="0">
                <a:latin typeface="Times New Roman"/>
                <a:cs typeface="Times New Roman"/>
              </a:rPr>
              <a:t>increase,</a:t>
            </a:r>
            <a:r>
              <a:rPr sz="1200" spc="10"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many</a:t>
            </a:r>
            <a:r>
              <a:rPr sz="1200" spc="-15" dirty="0">
                <a:latin typeface="Times New Roman"/>
                <a:cs typeface="Times New Roman"/>
              </a:rPr>
              <a:t> </a:t>
            </a:r>
            <a:r>
              <a:rPr sz="1200" spc="-5" dirty="0">
                <a:latin typeface="Times New Roman"/>
                <a:cs typeface="Times New Roman"/>
              </a:rPr>
              <a:t>opting</a:t>
            </a:r>
            <a:r>
              <a:rPr sz="1200" spc="5" dirty="0">
                <a:latin typeface="Times New Roman"/>
                <a:cs typeface="Times New Roman"/>
              </a:rPr>
              <a:t> </a:t>
            </a:r>
            <a:r>
              <a:rPr sz="1200" spc="-5" dirty="0">
                <a:latin typeface="Times New Roman"/>
                <a:cs typeface="Times New Roman"/>
              </a:rPr>
              <a:t>for</a:t>
            </a:r>
            <a:r>
              <a:rPr sz="1200" spc="-55" dirty="0">
                <a:latin typeface="Times New Roman"/>
                <a:cs typeface="Times New Roman"/>
              </a:rPr>
              <a:t> </a:t>
            </a:r>
            <a:r>
              <a:rPr sz="1200" spc="-5" dirty="0">
                <a:latin typeface="Times New Roman"/>
                <a:cs typeface="Times New Roman"/>
              </a:rPr>
              <a:t>Android </a:t>
            </a:r>
            <a:r>
              <a:rPr sz="1200" dirty="0">
                <a:latin typeface="Times New Roman"/>
                <a:cs typeface="Times New Roman"/>
              </a:rPr>
              <a:t> </a:t>
            </a:r>
            <a:r>
              <a:rPr sz="1200" spc="-5"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due</a:t>
            </a:r>
            <a:r>
              <a:rPr sz="1200" spc="10"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their</a:t>
            </a:r>
            <a:r>
              <a:rPr sz="1200" spc="20" dirty="0">
                <a:latin typeface="Times New Roman"/>
                <a:cs typeface="Times New Roman"/>
              </a:rPr>
              <a:t> </a:t>
            </a:r>
            <a:r>
              <a:rPr sz="1200" spc="-5" dirty="0">
                <a:latin typeface="Times New Roman"/>
                <a:cs typeface="Times New Roman"/>
              </a:rPr>
              <a:t>affordability</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user-friendly</a:t>
            </a:r>
            <a:r>
              <a:rPr sz="1200" dirty="0">
                <a:latin typeface="Times New Roman"/>
                <a:cs typeface="Times New Roman"/>
              </a:rPr>
              <a:t> </a:t>
            </a:r>
            <a:r>
              <a:rPr sz="1200" spc="-5" dirty="0">
                <a:latin typeface="Times New Roman"/>
                <a:cs typeface="Times New Roman"/>
              </a:rPr>
              <a:t>options</a:t>
            </a:r>
            <a:r>
              <a:rPr sz="1200" spc="15" dirty="0">
                <a:latin typeface="Times New Roman"/>
                <a:cs typeface="Times New Roman"/>
              </a:rPr>
              <a:t> </a:t>
            </a:r>
            <a:r>
              <a:rPr sz="1200" spc="-5" dirty="0">
                <a:latin typeface="Times New Roman"/>
                <a:cs typeface="Times New Roman"/>
              </a:rPr>
              <a:t>like</a:t>
            </a:r>
            <a:r>
              <a:rPr sz="1200" spc="15" dirty="0">
                <a:latin typeface="Times New Roman"/>
                <a:cs typeface="Times New Roman"/>
              </a:rPr>
              <a:t> </a:t>
            </a:r>
            <a:r>
              <a:rPr sz="1200" spc="-10" dirty="0">
                <a:latin typeface="Times New Roman"/>
                <a:cs typeface="Times New Roman"/>
              </a:rPr>
              <a:t>larger</a:t>
            </a:r>
            <a:r>
              <a:rPr sz="1200" spc="5" dirty="0">
                <a:latin typeface="Times New Roman"/>
                <a:cs typeface="Times New Roman"/>
              </a:rPr>
              <a:t> </a:t>
            </a:r>
            <a:r>
              <a:rPr sz="1200" spc="-5" dirty="0">
                <a:latin typeface="Times New Roman"/>
                <a:cs typeface="Times New Roman"/>
              </a:rPr>
              <a:t>screens</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simplified</a:t>
            </a:r>
            <a:r>
              <a:rPr sz="1200" spc="10" dirty="0">
                <a:latin typeface="Times New Roman"/>
                <a:cs typeface="Times New Roman"/>
              </a:rPr>
              <a:t> </a:t>
            </a:r>
            <a:r>
              <a:rPr sz="1200" spc="-5" dirty="0">
                <a:latin typeface="Times New Roman"/>
                <a:cs typeface="Times New Roman"/>
              </a:rPr>
              <a:t>interfaces.</a:t>
            </a:r>
            <a:r>
              <a:rPr sz="1200" spc="15" dirty="0">
                <a:latin typeface="Times New Roman"/>
                <a:cs typeface="Times New Roman"/>
              </a:rPr>
              <a:t> </a:t>
            </a:r>
            <a:r>
              <a:rPr sz="1200" spc="-5" dirty="0">
                <a:latin typeface="Times New Roman"/>
                <a:cs typeface="Times New Roman"/>
              </a:rPr>
              <a:t>On </a:t>
            </a:r>
            <a:r>
              <a:rPr sz="1200" dirty="0">
                <a:latin typeface="Times New Roman"/>
                <a:cs typeface="Times New Roman"/>
              </a:rPr>
              <a:t> </a:t>
            </a:r>
            <a:r>
              <a:rPr sz="1200" spc="-5" dirty="0">
                <a:latin typeface="Times New Roman"/>
                <a:cs typeface="Times New Roman"/>
              </a:rPr>
              <a:t>average,</a:t>
            </a:r>
            <a:r>
              <a:rPr sz="1200" spc="10" dirty="0">
                <a:latin typeface="Times New Roman"/>
                <a:cs typeface="Times New Roman"/>
              </a:rPr>
              <a:t> </a:t>
            </a:r>
            <a:r>
              <a:rPr sz="1200" spc="-5" dirty="0">
                <a:latin typeface="Times New Roman"/>
                <a:cs typeface="Times New Roman"/>
              </a:rPr>
              <a:t>seniors</a:t>
            </a:r>
            <a:r>
              <a:rPr sz="1200" spc="10" dirty="0">
                <a:latin typeface="Times New Roman"/>
                <a:cs typeface="Times New Roman"/>
              </a:rPr>
              <a:t> </a:t>
            </a:r>
            <a:r>
              <a:rPr sz="1200" dirty="0">
                <a:latin typeface="Times New Roman"/>
                <a:cs typeface="Times New Roman"/>
              </a:rPr>
              <a:t>spend</a:t>
            </a:r>
            <a:r>
              <a:rPr sz="1200" spc="10" dirty="0">
                <a:latin typeface="Times New Roman"/>
                <a:cs typeface="Times New Roman"/>
              </a:rPr>
              <a:t> </a:t>
            </a:r>
            <a:r>
              <a:rPr sz="1200" spc="-5" dirty="0">
                <a:latin typeface="Times New Roman"/>
                <a:cs typeface="Times New Roman"/>
              </a:rPr>
              <a:t>about</a:t>
            </a:r>
            <a:r>
              <a:rPr sz="1200" spc="10" dirty="0">
                <a:latin typeface="Times New Roman"/>
                <a:cs typeface="Times New Roman"/>
              </a:rPr>
              <a:t> </a:t>
            </a:r>
            <a:r>
              <a:rPr sz="1200" dirty="0">
                <a:latin typeface="Times New Roman"/>
                <a:cs typeface="Times New Roman"/>
              </a:rPr>
              <a:t>1-3</a:t>
            </a:r>
            <a:r>
              <a:rPr sz="1200" spc="10" dirty="0">
                <a:latin typeface="Times New Roman"/>
                <a:cs typeface="Times New Roman"/>
              </a:rPr>
              <a:t> </a:t>
            </a:r>
            <a:r>
              <a:rPr sz="1200" spc="-5" dirty="0">
                <a:latin typeface="Times New Roman"/>
                <a:cs typeface="Times New Roman"/>
              </a:rPr>
              <a:t>hours</a:t>
            </a:r>
            <a:r>
              <a:rPr sz="1200" spc="10" dirty="0">
                <a:latin typeface="Times New Roman"/>
                <a:cs typeface="Times New Roman"/>
              </a:rPr>
              <a:t> </a:t>
            </a:r>
            <a:r>
              <a:rPr sz="1200" spc="-5" dirty="0">
                <a:latin typeface="Times New Roman"/>
                <a:cs typeface="Times New Roman"/>
              </a:rPr>
              <a:t>per</a:t>
            </a:r>
            <a:r>
              <a:rPr sz="1200" spc="10" dirty="0">
                <a:latin typeface="Times New Roman"/>
                <a:cs typeface="Times New Roman"/>
              </a:rPr>
              <a:t> </a:t>
            </a:r>
            <a:r>
              <a:rPr sz="1200" dirty="0">
                <a:latin typeface="Times New Roman"/>
                <a:cs typeface="Times New Roman"/>
              </a:rPr>
              <a:t>day</a:t>
            </a:r>
            <a:r>
              <a:rPr sz="1200" spc="-15" dirty="0">
                <a:latin typeface="Times New Roman"/>
                <a:cs typeface="Times New Roman"/>
              </a:rPr>
              <a:t> </a:t>
            </a:r>
            <a:r>
              <a:rPr sz="1200" spc="-5" dirty="0">
                <a:latin typeface="Times New Roman"/>
                <a:cs typeface="Times New Roman"/>
              </a:rPr>
              <a:t>on</a:t>
            </a:r>
            <a:r>
              <a:rPr sz="1200" spc="20"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smartphones.</a:t>
            </a:r>
            <a:r>
              <a:rPr sz="1200" spc="-15" dirty="0">
                <a:latin typeface="Times New Roman"/>
                <a:cs typeface="Times New Roman"/>
              </a:rPr>
              <a:t> </a:t>
            </a:r>
            <a:r>
              <a:rPr sz="1200" spc="-5" dirty="0">
                <a:latin typeface="Times New Roman"/>
                <a:cs typeface="Times New Roman"/>
              </a:rPr>
              <a:t>Their</a:t>
            </a:r>
            <a:r>
              <a:rPr sz="1200" spc="15" dirty="0">
                <a:latin typeface="Times New Roman"/>
                <a:cs typeface="Times New Roman"/>
              </a:rPr>
              <a:t> </a:t>
            </a:r>
            <a:r>
              <a:rPr sz="1200" spc="-5" dirty="0">
                <a:latin typeface="Times New Roman"/>
                <a:cs typeface="Times New Roman"/>
              </a:rPr>
              <a:t>usage</a:t>
            </a:r>
            <a:r>
              <a:rPr sz="1200" spc="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dirty="0">
                <a:latin typeface="Times New Roman"/>
                <a:cs typeface="Times New Roman"/>
              </a:rPr>
              <a:t>generally</a:t>
            </a:r>
            <a:r>
              <a:rPr sz="1200" spc="-15" dirty="0">
                <a:latin typeface="Times New Roman"/>
                <a:cs typeface="Times New Roman"/>
              </a:rPr>
              <a:t> </a:t>
            </a:r>
            <a:r>
              <a:rPr sz="1200" dirty="0">
                <a:latin typeface="Times New Roman"/>
                <a:cs typeface="Times New Roman"/>
              </a:rPr>
              <a:t>more </a:t>
            </a:r>
            <a:r>
              <a:rPr sz="1200" spc="-5" dirty="0">
                <a:latin typeface="Times New Roman"/>
                <a:cs typeface="Times New Roman"/>
              </a:rPr>
              <a:t>focused </a:t>
            </a:r>
            <a:r>
              <a:rPr sz="1200" spc="-285"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intentional,</a:t>
            </a:r>
            <a:r>
              <a:rPr sz="1200" spc="10" dirty="0">
                <a:latin typeface="Times New Roman"/>
                <a:cs typeface="Times New Roman"/>
              </a:rPr>
              <a:t> </a:t>
            </a:r>
            <a:r>
              <a:rPr sz="1200" spc="-5" dirty="0">
                <a:latin typeface="Times New Roman"/>
                <a:cs typeface="Times New Roman"/>
              </a:rPr>
              <a:t>with</a:t>
            </a:r>
            <a:r>
              <a:rPr sz="1200" spc="5" dirty="0">
                <a:latin typeface="Times New Roman"/>
                <a:cs typeface="Times New Roman"/>
              </a:rPr>
              <a:t> </a:t>
            </a:r>
            <a:r>
              <a:rPr sz="1200" spc="-5" dirty="0">
                <a:latin typeface="Times New Roman"/>
                <a:cs typeface="Times New Roman"/>
              </a:rPr>
              <a:t>less</a:t>
            </a:r>
            <a:r>
              <a:rPr sz="1200" spc="10" dirty="0">
                <a:latin typeface="Times New Roman"/>
                <a:cs typeface="Times New Roman"/>
              </a:rPr>
              <a:t> </a:t>
            </a:r>
            <a:r>
              <a:rPr sz="1200" spc="-5" dirty="0">
                <a:latin typeface="Times New Roman"/>
                <a:cs typeface="Times New Roman"/>
              </a:rPr>
              <a:t>time</a:t>
            </a:r>
            <a:r>
              <a:rPr sz="1200" spc="10" dirty="0">
                <a:latin typeface="Times New Roman"/>
                <a:cs typeface="Times New Roman"/>
              </a:rPr>
              <a:t> </a:t>
            </a:r>
            <a:r>
              <a:rPr sz="1200" spc="-5" dirty="0">
                <a:latin typeface="Times New Roman"/>
                <a:cs typeface="Times New Roman"/>
              </a:rPr>
              <a:t>spent</a:t>
            </a:r>
            <a:r>
              <a:rPr sz="1200" spc="10"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spc="-5" dirty="0">
                <a:latin typeface="Times New Roman"/>
                <a:cs typeface="Times New Roman"/>
              </a:rPr>
              <a:t>entertainment</a:t>
            </a:r>
            <a:r>
              <a:rPr sz="1200" spc="5" dirty="0">
                <a:latin typeface="Times New Roman"/>
                <a:cs typeface="Times New Roman"/>
              </a:rPr>
              <a:t> </a:t>
            </a:r>
            <a:r>
              <a:rPr sz="1200" spc="-5" dirty="0">
                <a:latin typeface="Times New Roman"/>
                <a:cs typeface="Times New Roman"/>
              </a:rPr>
              <a:t>or</a:t>
            </a:r>
            <a:r>
              <a:rPr sz="1200" spc="10" dirty="0">
                <a:latin typeface="Times New Roman"/>
                <a:cs typeface="Times New Roman"/>
              </a:rPr>
              <a:t> </a:t>
            </a:r>
            <a:r>
              <a:rPr sz="1200" spc="-5" dirty="0">
                <a:latin typeface="Times New Roman"/>
                <a:cs typeface="Times New Roman"/>
              </a:rPr>
              <a:t>social</a:t>
            </a:r>
            <a:r>
              <a:rPr sz="1200" spc="5" dirty="0">
                <a:latin typeface="Times New Roman"/>
                <a:cs typeface="Times New Roman"/>
              </a:rPr>
              <a:t> </a:t>
            </a:r>
            <a:r>
              <a:rPr sz="1200" spc="-5" dirty="0">
                <a:latin typeface="Times New Roman"/>
                <a:cs typeface="Times New Roman"/>
              </a:rPr>
              <a:t>media</a:t>
            </a:r>
            <a:r>
              <a:rPr sz="1200" spc="15" dirty="0">
                <a:latin typeface="Times New Roman"/>
                <a:cs typeface="Times New Roman"/>
              </a:rPr>
              <a:t> </a:t>
            </a:r>
            <a:r>
              <a:rPr sz="1200" spc="-5" dirty="0">
                <a:latin typeface="Times New Roman"/>
                <a:cs typeface="Times New Roman"/>
              </a:rPr>
              <a:t>compared</a:t>
            </a:r>
            <a:r>
              <a:rPr sz="1200" spc="10" dirty="0">
                <a:latin typeface="Times New Roman"/>
                <a:cs typeface="Times New Roman"/>
              </a:rPr>
              <a:t> </a:t>
            </a:r>
            <a:r>
              <a:rPr sz="1200" spc="-5" dirty="0">
                <a:latin typeface="Times New Roman"/>
                <a:cs typeface="Times New Roman"/>
              </a:rPr>
              <a:t>to</a:t>
            </a:r>
            <a:r>
              <a:rPr sz="1200" spc="30" dirty="0">
                <a:latin typeface="Times New Roman"/>
                <a:cs typeface="Times New Roman"/>
              </a:rPr>
              <a:t> </a:t>
            </a:r>
            <a:r>
              <a:rPr sz="1200" spc="-5" dirty="0">
                <a:latin typeface="Times New Roman"/>
                <a:cs typeface="Times New Roman"/>
              </a:rPr>
              <a:t>younger</a:t>
            </a:r>
            <a:r>
              <a:rPr sz="1200" spc="10" dirty="0">
                <a:latin typeface="Times New Roman"/>
                <a:cs typeface="Times New Roman"/>
              </a:rPr>
              <a:t> </a:t>
            </a:r>
            <a:r>
              <a:rPr sz="1200" spc="-10" dirty="0">
                <a:latin typeface="Times New Roman"/>
                <a:cs typeface="Times New Roman"/>
              </a:rPr>
              <a:t>age</a:t>
            </a:r>
            <a:r>
              <a:rPr sz="1200" spc="15" dirty="0">
                <a:latin typeface="Times New Roman"/>
                <a:cs typeface="Times New Roman"/>
              </a:rPr>
              <a:t> </a:t>
            </a:r>
            <a:r>
              <a:rPr sz="1200" spc="-5" dirty="0">
                <a:latin typeface="Times New Roman"/>
                <a:cs typeface="Times New Roman"/>
              </a:rPr>
              <a:t>groups.</a:t>
            </a:r>
            <a:endParaRPr sz="1200" dirty="0">
              <a:latin typeface="Times New Roman"/>
              <a:cs typeface="Times New Roman"/>
            </a:endParaRPr>
          </a:p>
          <a:p>
            <a:pPr marL="12700">
              <a:lnSpc>
                <a:spcPct val="100000"/>
              </a:lnSpc>
              <a:spcBef>
                <a:spcPts val="755"/>
              </a:spcBef>
            </a:pPr>
            <a:r>
              <a:rPr sz="1400" b="1" dirty="0">
                <a:latin typeface="Times New Roman"/>
                <a:cs typeface="Times New Roman"/>
              </a:rPr>
              <a:t>Online</a:t>
            </a:r>
            <a:r>
              <a:rPr sz="1400" b="1" spc="-10" dirty="0">
                <a:latin typeface="Times New Roman"/>
                <a:cs typeface="Times New Roman"/>
              </a:rPr>
              <a:t> </a:t>
            </a:r>
            <a:r>
              <a:rPr sz="1400" b="1" spc="-5" dirty="0">
                <a:latin typeface="Times New Roman"/>
                <a:cs typeface="Times New Roman"/>
              </a:rPr>
              <a:t>Behavior</a:t>
            </a:r>
            <a:r>
              <a:rPr sz="1400" b="1" spc="-30" dirty="0">
                <a:latin typeface="Times New Roman"/>
                <a:cs typeface="Times New Roman"/>
              </a:rPr>
              <a:t> </a:t>
            </a:r>
            <a:r>
              <a:rPr sz="1400" b="1" spc="-5" dirty="0">
                <a:latin typeface="Times New Roman"/>
                <a:cs typeface="Times New Roman"/>
              </a:rPr>
              <a:t>and</a:t>
            </a:r>
            <a:r>
              <a:rPr sz="1400" b="1" dirty="0">
                <a:latin typeface="Times New Roman"/>
                <a:cs typeface="Times New Roman"/>
              </a:rPr>
              <a:t> </a:t>
            </a:r>
            <a:r>
              <a:rPr sz="1400" b="1" spc="-5" dirty="0">
                <a:latin typeface="Times New Roman"/>
                <a:cs typeface="Times New Roman"/>
              </a:rPr>
              <a:t>Digital Literacy</a:t>
            </a:r>
            <a:endParaRPr sz="1400" dirty="0">
              <a:latin typeface="Times New Roman"/>
              <a:cs typeface="Times New Roman"/>
            </a:endParaRPr>
          </a:p>
          <a:p>
            <a:pPr marL="12700" marR="28575">
              <a:lnSpc>
                <a:spcPct val="145300"/>
              </a:lnSpc>
              <a:spcBef>
                <a:spcPts val="70"/>
              </a:spcBef>
            </a:pPr>
            <a:r>
              <a:rPr sz="1200" spc="-5" dirty="0">
                <a:latin typeface="Times New Roman"/>
                <a:cs typeface="Times New Roman"/>
              </a:rPr>
              <a:t>Digital</a:t>
            </a:r>
            <a:r>
              <a:rPr sz="1200" spc="10" dirty="0">
                <a:latin typeface="Times New Roman"/>
                <a:cs typeface="Times New Roman"/>
              </a:rPr>
              <a:t> </a:t>
            </a:r>
            <a:r>
              <a:rPr sz="1200" dirty="0">
                <a:latin typeface="Times New Roman"/>
                <a:cs typeface="Times New Roman"/>
              </a:rPr>
              <a:t>literacy</a:t>
            </a:r>
            <a:r>
              <a:rPr sz="1200" spc="-10" dirty="0">
                <a:latin typeface="Times New Roman"/>
                <a:cs typeface="Times New Roman"/>
              </a:rPr>
              <a:t> </a:t>
            </a:r>
            <a:r>
              <a:rPr sz="1200" dirty="0">
                <a:latin typeface="Times New Roman"/>
                <a:cs typeface="Times New Roman"/>
              </a:rPr>
              <a:t>among </a:t>
            </a:r>
            <a:r>
              <a:rPr sz="1200" spc="-5" dirty="0">
                <a:latin typeface="Times New Roman"/>
                <a:cs typeface="Times New Roman"/>
              </a:rPr>
              <a:t>senior</a:t>
            </a:r>
            <a:r>
              <a:rPr sz="1200" spc="15" dirty="0">
                <a:latin typeface="Times New Roman"/>
                <a:cs typeface="Times New Roman"/>
              </a:rPr>
              <a:t> </a:t>
            </a:r>
            <a:r>
              <a:rPr sz="1200" spc="-5" dirty="0">
                <a:latin typeface="Times New Roman"/>
                <a:cs typeface="Times New Roman"/>
              </a:rPr>
              <a:t>citizens</a:t>
            </a:r>
            <a:r>
              <a:rPr sz="1200" spc="15" dirty="0">
                <a:latin typeface="Times New Roman"/>
                <a:cs typeface="Times New Roman"/>
              </a:rPr>
              <a:t> </a:t>
            </a:r>
            <a:r>
              <a:rPr sz="1200" spc="-5" dirty="0">
                <a:latin typeface="Times New Roman"/>
                <a:cs typeface="Times New Roman"/>
              </a:rPr>
              <a:t>varies</a:t>
            </a:r>
            <a:r>
              <a:rPr sz="1200" spc="10" dirty="0">
                <a:latin typeface="Times New Roman"/>
                <a:cs typeface="Times New Roman"/>
              </a:rPr>
              <a:t> </a:t>
            </a:r>
            <a:r>
              <a:rPr sz="1200" spc="-15" dirty="0">
                <a:latin typeface="Times New Roman"/>
                <a:cs typeface="Times New Roman"/>
              </a:rPr>
              <a:t>widely.</a:t>
            </a:r>
            <a:r>
              <a:rPr sz="1200" spc="25" dirty="0">
                <a:latin typeface="Times New Roman"/>
                <a:cs typeface="Times New Roman"/>
              </a:rPr>
              <a:t> </a:t>
            </a:r>
            <a:r>
              <a:rPr sz="1200" spc="-5" dirty="0">
                <a:latin typeface="Times New Roman"/>
                <a:cs typeface="Times New Roman"/>
              </a:rPr>
              <a:t>Some</a:t>
            </a:r>
            <a:r>
              <a:rPr sz="1200" spc="15" dirty="0">
                <a:latin typeface="Times New Roman"/>
                <a:cs typeface="Times New Roman"/>
              </a:rPr>
              <a:t> </a:t>
            </a:r>
            <a:r>
              <a:rPr sz="1200" spc="-5" dirty="0">
                <a:latin typeface="Times New Roman"/>
                <a:cs typeface="Times New Roman"/>
              </a:rPr>
              <a:t>are</a:t>
            </a:r>
            <a:r>
              <a:rPr sz="1200" spc="5" dirty="0">
                <a:latin typeface="Times New Roman"/>
                <a:cs typeface="Times New Roman"/>
              </a:rPr>
              <a:t> </a:t>
            </a:r>
            <a:r>
              <a:rPr sz="1200" dirty="0">
                <a:latin typeface="Times New Roman"/>
                <a:cs typeface="Times New Roman"/>
              </a:rPr>
              <a:t>very</a:t>
            </a:r>
            <a:r>
              <a:rPr sz="1200" spc="-10" dirty="0">
                <a:latin typeface="Times New Roman"/>
                <a:cs typeface="Times New Roman"/>
              </a:rPr>
              <a:t> </a:t>
            </a:r>
            <a:r>
              <a:rPr sz="1200" spc="-5" dirty="0">
                <a:latin typeface="Times New Roman"/>
                <a:cs typeface="Times New Roman"/>
              </a:rPr>
              <a:t>comfortable</a:t>
            </a:r>
            <a:r>
              <a:rPr sz="1200" spc="10" dirty="0">
                <a:latin typeface="Times New Roman"/>
                <a:cs typeface="Times New Roman"/>
              </a:rPr>
              <a:t> </a:t>
            </a:r>
            <a:r>
              <a:rPr sz="1200" spc="-5" dirty="0">
                <a:latin typeface="Times New Roman"/>
                <a:cs typeface="Times New Roman"/>
              </a:rPr>
              <a:t>using</a:t>
            </a:r>
            <a:r>
              <a:rPr sz="1200" spc="5" dirty="0">
                <a:latin typeface="Times New Roman"/>
                <a:cs typeface="Times New Roman"/>
              </a:rPr>
              <a:t> </a:t>
            </a:r>
            <a:r>
              <a:rPr sz="1200" spc="-5" dirty="0">
                <a:latin typeface="Times New Roman"/>
                <a:cs typeface="Times New Roman"/>
              </a:rPr>
              <a:t>smartphones</a:t>
            </a:r>
            <a:r>
              <a:rPr sz="1200" spc="1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apps, </a:t>
            </a:r>
            <a:r>
              <a:rPr sz="1200" spc="-285" dirty="0">
                <a:latin typeface="Times New Roman"/>
                <a:cs typeface="Times New Roman"/>
              </a:rPr>
              <a:t> </a:t>
            </a:r>
            <a:r>
              <a:rPr sz="1200" spc="-5" dirty="0">
                <a:latin typeface="Times New Roman"/>
                <a:cs typeface="Times New Roman"/>
              </a:rPr>
              <a:t>while</a:t>
            </a:r>
            <a:r>
              <a:rPr sz="1200" spc="10" dirty="0">
                <a:latin typeface="Times New Roman"/>
                <a:cs typeface="Times New Roman"/>
              </a:rPr>
              <a:t> </a:t>
            </a:r>
            <a:r>
              <a:rPr sz="1200" spc="-5" dirty="0">
                <a:latin typeface="Times New Roman"/>
                <a:cs typeface="Times New Roman"/>
              </a:rPr>
              <a:t>others</a:t>
            </a:r>
            <a:r>
              <a:rPr sz="1200" spc="10" dirty="0">
                <a:latin typeface="Times New Roman"/>
                <a:cs typeface="Times New Roman"/>
              </a:rPr>
              <a:t> </a:t>
            </a:r>
            <a:r>
              <a:rPr sz="1200" dirty="0">
                <a:latin typeface="Times New Roman"/>
                <a:cs typeface="Times New Roman"/>
              </a:rPr>
              <a:t>may</a:t>
            </a:r>
            <a:r>
              <a:rPr sz="1200" spc="-10" dirty="0">
                <a:latin typeface="Times New Roman"/>
                <a:cs typeface="Times New Roman"/>
              </a:rPr>
              <a:t> </a:t>
            </a:r>
            <a:r>
              <a:rPr sz="1200" spc="-5" dirty="0">
                <a:latin typeface="Times New Roman"/>
                <a:cs typeface="Times New Roman"/>
              </a:rPr>
              <a:t>struggle</a:t>
            </a:r>
            <a:r>
              <a:rPr sz="1200" spc="5" dirty="0">
                <a:latin typeface="Times New Roman"/>
                <a:cs typeface="Times New Roman"/>
              </a:rPr>
              <a:t> </a:t>
            </a:r>
            <a:r>
              <a:rPr sz="1200" spc="-5" dirty="0">
                <a:latin typeface="Times New Roman"/>
                <a:cs typeface="Times New Roman"/>
              </a:rPr>
              <a:t>with</a:t>
            </a:r>
            <a:r>
              <a:rPr sz="1200" spc="10" dirty="0">
                <a:latin typeface="Times New Roman"/>
                <a:cs typeface="Times New Roman"/>
              </a:rPr>
              <a:t> </a:t>
            </a:r>
            <a:r>
              <a:rPr sz="1200" spc="-5" dirty="0">
                <a:latin typeface="Times New Roman"/>
                <a:cs typeface="Times New Roman"/>
              </a:rPr>
              <a:t>more</a:t>
            </a:r>
            <a:r>
              <a:rPr sz="1200" spc="10" dirty="0">
                <a:latin typeface="Times New Roman"/>
                <a:cs typeface="Times New Roman"/>
              </a:rPr>
              <a:t> </a:t>
            </a:r>
            <a:r>
              <a:rPr sz="1200" spc="-5" dirty="0">
                <a:latin typeface="Times New Roman"/>
                <a:cs typeface="Times New Roman"/>
              </a:rPr>
              <a:t>advanced</a:t>
            </a:r>
            <a:r>
              <a:rPr sz="1200" spc="20" dirty="0">
                <a:latin typeface="Times New Roman"/>
                <a:cs typeface="Times New Roman"/>
              </a:rPr>
              <a:t> </a:t>
            </a:r>
            <a:r>
              <a:rPr sz="1200" spc="-5" dirty="0">
                <a:latin typeface="Times New Roman"/>
                <a:cs typeface="Times New Roman"/>
              </a:rPr>
              <a:t>features.</a:t>
            </a:r>
            <a:r>
              <a:rPr sz="1200" spc="15" dirty="0">
                <a:latin typeface="Times New Roman"/>
                <a:cs typeface="Times New Roman"/>
              </a:rPr>
              <a:t> </a:t>
            </a:r>
            <a:r>
              <a:rPr sz="1200" dirty="0">
                <a:latin typeface="Times New Roman"/>
                <a:cs typeface="Times New Roman"/>
              </a:rPr>
              <a:t>Many</a:t>
            </a:r>
            <a:r>
              <a:rPr sz="1200" spc="-15" dirty="0">
                <a:latin typeface="Times New Roman"/>
                <a:cs typeface="Times New Roman"/>
              </a:rPr>
              <a:t> </a:t>
            </a:r>
            <a:r>
              <a:rPr sz="1200" dirty="0">
                <a:latin typeface="Times New Roman"/>
                <a:cs typeface="Times New Roman"/>
              </a:rPr>
              <a:t>seniors</a:t>
            </a:r>
            <a:r>
              <a:rPr sz="1200" spc="10" dirty="0">
                <a:latin typeface="Times New Roman"/>
                <a:cs typeface="Times New Roman"/>
              </a:rPr>
              <a:t> </a:t>
            </a:r>
            <a:r>
              <a:rPr sz="1200" spc="-5" dirty="0">
                <a:latin typeface="Times New Roman"/>
                <a:cs typeface="Times New Roman"/>
              </a:rPr>
              <a:t>prefer</a:t>
            </a:r>
            <a:r>
              <a:rPr sz="1200" spc="15" dirty="0">
                <a:latin typeface="Times New Roman"/>
                <a:cs typeface="Times New Roman"/>
              </a:rPr>
              <a:t> </a:t>
            </a:r>
            <a:r>
              <a:rPr sz="1200" spc="-5" dirty="0">
                <a:latin typeface="Times New Roman"/>
                <a:cs typeface="Times New Roman"/>
              </a:rPr>
              <a:t>simpler</a:t>
            </a:r>
            <a:r>
              <a:rPr sz="1200" spc="5" dirty="0">
                <a:latin typeface="Times New Roman"/>
                <a:cs typeface="Times New Roman"/>
              </a:rPr>
              <a:t> </a:t>
            </a:r>
            <a:r>
              <a:rPr sz="1200" dirty="0">
                <a:latin typeface="Times New Roman"/>
                <a:cs typeface="Times New Roman"/>
              </a:rPr>
              <a:t>interfaces</a:t>
            </a:r>
            <a:r>
              <a:rPr sz="1200" spc="20"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10" dirty="0">
                <a:latin typeface="Times New Roman"/>
                <a:cs typeface="Times New Roman"/>
              </a:rPr>
              <a:t>larger </a:t>
            </a:r>
            <a:r>
              <a:rPr sz="1200" spc="-5" dirty="0">
                <a:latin typeface="Times New Roman"/>
                <a:cs typeface="Times New Roman"/>
              </a:rPr>
              <a:t> text</a:t>
            </a:r>
            <a:r>
              <a:rPr sz="1200" spc="25" dirty="0">
                <a:latin typeface="Times New Roman"/>
                <a:cs typeface="Times New Roman"/>
              </a:rPr>
              <a:t> </a:t>
            </a:r>
            <a:r>
              <a:rPr sz="1200" spc="-5" dirty="0">
                <a:latin typeface="Times New Roman"/>
                <a:cs typeface="Times New Roman"/>
              </a:rPr>
              <a:t>sizes,</a:t>
            </a:r>
            <a:r>
              <a:rPr sz="1200" spc="2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they</a:t>
            </a:r>
            <a:r>
              <a:rPr sz="1200" dirty="0">
                <a:latin typeface="Times New Roman"/>
                <a:cs typeface="Times New Roman"/>
              </a:rPr>
              <a:t> </a:t>
            </a:r>
            <a:r>
              <a:rPr sz="1200" spc="-5" dirty="0">
                <a:latin typeface="Times New Roman"/>
                <a:cs typeface="Times New Roman"/>
              </a:rPr>
              <a:t>often</a:t>
            </a:r>
            <a:r>
              <a:rPr sz="1200" spc="35" dirty="0">
                <a:latin typeface="Times New Roman"/>
                <a:cs typeface="Times New Roman"/>
              </a:rPr>
              <a:t> </a:t>
            </a:r>
            <a:r>
              <a:rPr sz="1200" spc="-5" dirty="0">
                <a:latin typeface="Times New Roman"/>
                <a:cs typeface="Times New Roman"/>
              </a:rPr>
              <a:t>benefit</a:t>
            </a:r>
            <a:r>
              <a:rPr sz="1200" spc="25" dirty="0">
                <a:latin typeface="Times New Roman"/>
                <a:cs typeface="Times New Roman"/>
              </a:rPr>
              <a:t> </a:t>
            </a:r>
            <a:r>
              <a:rPr sz="1200" spc="-5" dirty="0">
                <a:latin typeface="Times New Roman"/>
                <a:cs typeface="Times New Roman"/>
              </a:rPr>
              <a:t>from</a:t>
            </a:r>
            <a:r>
              <a:rPr sz="1200" spc="30" dirty="0">
                <a:latin typeface="Times New Roman"/>
                <a:cs typeface="Times New Roman"/>
              </a:rPr>
              <a:t> </a:t>
            </a:r>
            <a:r>
              <a:rPr sz="1200" spc="-5" dirty="0">
                <a:latin typeface="Times New Roman"/>
                <a:cs typeface="Times New Roman"/>
              </a:rPr>
              <a:t>devices</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spc="-5" dirty="0">
                <a:latin typeface="Times New Roman"/>
                <a:cs typeface="Times New Roman"/>
              </a:rPr>
              <a:t>accessibility</a:t>
            </a:r>
            <a:r>
              <a:rPr sz="1200" dirty="0">
                <a:latin typeface="Times New Roman"/>
                <a:cs typeface="Times New Roman"/>
              </a:rPr>
              <a:t> </a:t>
            </a:r>
            <a:r>
              <a:rPr sz="1200" spc="-5" dirty="0">
                <a:latin typeface="Times New Roman"/>
                <a:cs typeface="Times New Roman"/>
              </a:rPr>
              <a:t>features</a:t>
            </a:r>
            <a:r>
              <a:rPr sz="1200" spc="25" dirty="0">
                <a:latin typeface="Times New Roman"/>
                <a:cs typeface="Times New Roman"/>
              </a:rPr>
              <a:t> </a:t>
            </a:r>
            <a:r>
              <a:rPr sz="1200" spc="-5" dirty="0">
                <a:latin typeface="Times New Roman"/>
                <a:cs typeface="Times New Roman"/>
              </a:rPr>
              <a:t>like</a:t>
            </a:r>
            <a:r>
              <a:rPr sz="1200" spc="20" dirty="0">
                <a:latin typeface="Times New Roman"/>
                <a:cs typeface="Times New Roman"/>
              </a:rPr>
              <a:t> </a:t>
            </a:r>
            <a:r>
              <a:rPr sz="1200" spc="-5" dirty="0">
                <a:latin typeface="Times New Roman"/>
                <a:cs typeface="Times New Roman"/>
              </a:rPr>
              <a:t>voice</a:t>
            </a:r>
            <a:r>
              <a:rPr sz="1200" spc="15" dirty="0">
                <a:latin typeface="Times New Roman"/>
                <a:cs typeface="Times New Roman"/>
              </a:rPr>
              <a:t> </a:t>
            </a:r>
            <a:r>
              <a:rPr sz="1200" spc="-5" dirty="0">
                <a:latin typeface="Times New Roman"/>
                <a:cs typeface="Times New Roman"/>
              </a:rPr>
              <a:t>commands, </a:t>
            </a:r>
            <a:r>
              <a:rPr sz="1200" dirty="0">
                <a:latin typeface="Times New Roman"/>
                <a:cs typeface="Times New Roman"/>
              </a:rPr>
              <a:t> </a:t>
            </a:r>
            <a:r>
              <a:rPr sz="1200" spc="-5" dirty="0">
                <a:latin typeface="Times New Roman"/>
                <a:cs typeface="Times New Roman"/>
              </a:rPr>
              <a:t>magnification,</a:t>
            </a:r>
            <a:r>
              <a:rPr sz="1200" dirty="0">
                <a:latin typeface="Times New Roman"/>
                <a:cs typeface="Times New Roman"/>
              </a:rPr>
              <a:t> </a:t>
            </a:r>
            <a:r>
              <a:rPr sz="1200" spc="-5" dirty="0">
                <a:latin typeface="Times New Roman"/>
                <a:cs typeface="Times New Roman"/>
              </a:rPr>
              <a:t>and</a:t>
            </a:r>
            <a:r>
              <a:rPr sz="1200" dirty="0">
                <a:latin typeface="Times New Roman"/>
                <a:cs typeface="Times New Roman"/>
              </a:rPr>
              <a:t> </a:t>
            </a:r>
            <a:r>
              <a:rPr sz="1200" spc="-5" dirty="0">
                <a:latin typeface="Times New Roman"/>
                <a:cs typeface="Times New Roman"/>
              </a:rPr>
              <a:t>hearing</a:t>
            </a:r>
            <a:r>
              <a:rPr sz="1200" spc="-10" dirty="0">
                <a:latin typeface="Times New Roman"/>
                <a:cs typeface="Times New Roman"/>
              </a:rPr>
              <a:t> </a:t>
            </a:r>
            <a:r>
              <a:rPr sz="1200" spc="-5" dirty="0">
                <a:latin typeface="Times New Roman"/>
                <a:cs typeface="Times New Roman"/>
              </a:rPr>
              <a:t>aid</a:t>
            </a:r>
            <a:r>
              <a:rPr sz="1200" spc="10" dirty="0">
                <a:latin typeface="Times New Roman"/>
                <a:cs typeface="Times New Roman"/>
              </a:rPr>
              <a:t> </a:t>
            </a:r>
            <a:r>
              <a:rPr sz="1200" spc="-10" dirty="0">
                <a:latin typeface="Times New Roman"/>
                <a:cs typeface="Times New Roman"/>
              </a:rPr>
              <a:t>compatibility.</a:t>
            </a:r>
            <a:endParaRPr sz="1200" dirty="0">
              <a:latin typeface="Times New Roman"/>
              <a:cs typeface="Times New Roman"/>
            </a:endParaRPr>
          </a:p>
          <a:p>
            <a:pPr marL="12700" marR="209550">
              <a:lnSpc>
                <a:spcPct val="145400"/>
              </a:lnSpc>
              <a:spcBef>
                <a:spcPts val="80"/>
              </a:spcBef>
            </a:pPr>
            <a:r>
              <a:rPr sz="1200" spc="-5" dirty="0">
                <a:latin typeface="Times New Roman"/>
                <a:cs typeface="Times New Roman"/>
              </a:rPr>
              <a:t>While</a:t>
            </a:r>
            <a:r>
              <a:rPr sz="1200" dirty="0">
                <a:latin typeface="Times New Roman"/>
                <a:cs typeface="Times New Roman"/>
              </a:rPr>
              <a:t> </a:t>
            </a:r>
            <a:r>
              <a:rPr sz="1200" spc="-5"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media</a:t>
            </a:r>
            <a:r>
              <a:rPr sz="1200" spc="10" dirty="0">
                <a:latin typeface="Times New Roman"/>
                <a:cs typeface="Times New Roman"/>
              </a:rPr>
              <a:t> </a:t>
            </a:r>
            <a:r>
              <a:rPr sz="1200" spc="-5" dirty="0">
                <a:latin typeface="Times New Roman"/>
                <a:cs typeface="Times New Roman"/>
              </a:rPr>
              <a:t>use</a:t>
            </a:r>
            <a:r>
              <a:rPr sz="1200" spc="5"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less</a:t>
            </a:r>
            <a:r>
              <a:rPr sz="1200" spc="10" dirty="0">
                <a:latin typeface="Times New Roman"/>
                <a:cs typeface="Times New Roman"/>
              </a:rPr>
              <a:t> </a:t>
            </a:r>
            <a:r>
              <a:rPr sz="1200" spc="-5" dirty="0">
                <a:latin typeface="Times New Roman"/>
                <a:cs typeface="Times New Roman"/>
              </a:rPr>
              <a:t>common</a:t>
            </a:r>
            <a:r>
              <a:rPr sz="1200" spc="10" dirty="0">
                <a:latin typeface="Times New Roman"/>
                <a:cs typeface="Times New Roman"/>
              </a:rPr>
              <a:t> </a:t>
            </a:r>
            <a:r>
              <a:rPr sz="1200" spc="-5" dirty="0">
                <a:latin typeface="Times New Roman"/>
                <a:cs typeface="Times New Roman"/>
              </a:rPr>
              <a:t>among</a:t>
            </a:r>
            <a:r>
              <a:rPr sz="1200" spc="-10" dirty="0">
                <a:latin typeface="Times New Roman"/>
                <a:cs typeface="Times New Roman"/>
              </a:rPr>
              <a:t> </a:t>
            </a:r>
            <a:r>
              <a:rPr sz="1200" spc="-5" dirty="0">
                <a:latin typeface="Times New Roman"/>
                <a:cs typeface="Times New Roman"/>
              </a:rPr>
              <a:t>seniors,</a:t>
            </a:r>
            <a:r>
              <a:rPr sz="1200" spc="10" dirty="0">
                <a:latin typeface="Times New Roman"/>
                <a:cs typeface="Times New Roman"/>
              </a:rPr>
              <a:t> </a:t>
            </a:r>
            <a:r>
              <a:rPr sz="1200" spc="-5" dirty="0">
                <a:latin typeface="Times New Roman"/>
                <a:cs typeface="Times New Roman"/>
              </a:rPr>
              <a:t>those</a:t>
            </a:r>
            <a:r>
              <a:rPr sz="1200" spc="5" dirty="0">
                <a:latin typeface="Times New Roman"/>
                <a:cs typeface="Times New Roman"/>
              </a:rPr>
              <a:t> </a:t>
            </a:r>
            <a:r>
              <a:rPr sz="1200" spc="-5" dirty="0">
                <a:latin typeface="Times New Roman"/>
                <a:cs typeface="Times New Roman"/>
              </a:rPr>
              <a:t>who</a:t>
            </a:r>
            <a:r>
              <a:rPr sz="1200" spc="10" dirty="0">
                <a:latin typeface="Times New Roman"/>
                <a:cs typeface="Times New Roman"/>
              </a:rPr>
              <a:t> </a:t>
            </a:r>
            <a:r>
              <a:rPr sz="1200" spc="-5" dirty="0">
                <a:latin typeface="Times New Roman"/>
                <a:cs typeface="Times New Roman"/>
              </a:rPr>
              <a:t>do</a:t>
            </a:r>
            <a:r>
              <a:rPr sz="1200" spc="5" dirty="0">
                <a:latin typeface="Times New Roman"/>
                <a:cs typeface="Times New Roman"/>
              </a:rPr>
              <a:t> </a:t>
            </a:r>
            <a:r>
              <a:rPr sz="1200" spc="-5" dirty="0">
                <a:latin typeface="Times New Roman"/>
                <a:cs typeface="Times New Roman"/>
              </a:rPr>
              <a:t>engage</a:t>
            </a:r>
            <a:r>
              <a:rPr sz="1200" spc="5" dirty="0">
                <a:latin typeface="Times New Roman"/>
                <a:cs typeface="Times New Roman"/>
              </a:rPr>
              <a:t> </a:t>
            </a:r>
            <a:r>
              <a:rPr sz="1200" spc="-5" dirty="0">
                <a:latin typeface="Times New Roman"/>
                <a:cs typeface="Times New Roman"/>
              </a:rPr>
              <a:t>typically</a:t>
            </a:r>
            <a:r>
              <a:rPr sz="1200" spc="-15" dirty="0">
                <a:latin typeface="Times New Roman"/>
                <a:cs typeface="Times New Roman"/>
              </a:rPr>
              <a:t> </a:t>
            </a:r>
            <a:r>
              <a:rPr sz="1200" dirty="0">
                <a:latin typeface="Times New Roman"/>
                <a:cs typeface="Times New Roman"/>
              </a:rPr>
              <a:t>use </a:t>
            </a:r>
            <a:r>
              <a:rPr sz="1200" spc="-5" dirty="0">
                <a:latin typeface="Times New Roman"/>
                <a:cs typeface="Times New Roman"/>
              </a:rPr>
              <a:t>it</a:t>
            </a:r>
            <a:r>
              <a:rPr sz="1200" spc="1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dirty="0">
                <a:latin typeface="Times New Roman"/>
                <a:cs typeface="Times New Roman"/>
              </a:rPr>
              <a:t>maintain </a:t>
            </a:r>
            <a:r>
              <a:rPr sz="1200" spc="5" dirty="0">
                <a:latin typeface="Times New Roman"/>
                <a:cs typeface="Times New Roman"/>
              </a:rPr>
              <a:t> </a:t>
            </a:r>
            <a:r>
              <a:rPr sz="1200" spc="-5" dirty="0">
                <a:latin typeface="Times New Roman"/>
                <a:cs typeface="Times New Roman"/>
              </a:rPr>
              <a:t>social</a:t>
            </a:r>
            <a:r>
              <a:rPr sz="1200" spc="15" dirty="0">
                <a:latin typeface="Times New Roman"/>
                <a:cs typeface="Times New Roman"/>
              </a:rPr>
              <a:t> </a:t>
            </a:r>
            <a:r>
              <a:rPr sz="1200" spc="-5" dirty="0">
                <a:latin typeface="Times New Roman"/>
                <a:cs typeface="Times New Roman"/>
              </a:rPr>
              <a:t>connections</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stay</a:t>
            </a:r>
            <a:r>
              <a:rPr sz="1200" spc="-10" dirty="0">
                <a:latin typeface="Times New Roman"/>
                <a:cs typeface="Times New Roman"/>
              </a:rPr>
              <a:t> </a:t>
            </a:r>
            <a:r>
              <a:rPr sz="1200" spc="-5" dirty="0">
                <a:latin typeface="Times New Roman"/>
                <a:cs typeface="Times New Roman"/>
              </a:rPr>
              <a:t>informed.</a:t>
            </a:r>
            <a:r>
              <a:rPr sz="1200" spc="15" dirty="0">
                <a:latin typeface="Times New Roman"/>
                <a:cs typeface="Times New Roman"/>
              </a:rPr>
              <a:t> </a:t>
            </a:r>
            <a:r>
              <a:rPr sz="1200" spc="-5" dirty="0">
                <a:latin typeface="Times New Roman"/>
                <a:cs typeface="Times New Roman"/>
              </a:rPr>
              <a:t>Email</a:t>
            </a:r>
            <a:r>
              <a:rPr sz="1200" spc="20" dirty="0">
                <a:latin typeface="Times New Roman"/>
                <a:cs typeface="Times New Roman"/>
              </a:rPr>
              <a:t> </a:t>
            </a:r>
            <a:r>
              <a:rPr sz="1200" dirty="0">
                <a:latin typeface="Times New Roman"/>
                <a:cs typeface="Times New Roman"/>
              </a:rPr>
              <a:t>remains</a:t>
            </a:r>
            <a:r>
              <a:rPr sz="1200" spc="15" dirty="0">
                <a:latin typeface="Times New Roman"/>
                <a:cs typeface="Times New Roman"/>
              </a:rPr>
              <a:t> </a:t>
            </a:r>
            <a:r>
              <a:rPr sz="1200" spc="-5" dirty="0">
                <a:latin typeface="Times New Roman"/>
                <a:cs typeface="Times New Roman"/>
              </a:rPr>
              <a:t>a</a:t>
            </a:r>
            <a:r>
              <a:rPr sz="1200" spc="15" dirty="0">
                <a:latin typeface="Times New Roman"/>
                <a:cs typeface="Times New Roman"/>
              </a:rPr>
              <a:t> </a:t>
            </a:r>
            <a:r>
              <a:rPr sz="1200" spc="-5" dirty="0">
                <a:latin typeface="Times New Roman"/>
                <a:cs typeface="Times New Roman"/>
              </a:rPr>
              <a:t>popular</a:t>
            </a:r>
            <a:r>
              <a:rPr sz="1200" spc="15" dirty="0">
                <a:latin typeface="Times New Roman"/>
                <a:cs typeface="Times New Roman"/>
              </a:rPr>
              <a:t> </a:t>
            </a:r>
            <a:r>
              <a:rPr sz="1200" spc="-5" dirty="0">
                <a:latin typeface="Times New Roman"/>
                <a:cs typeface="Times New Roman"/>
              </a:rPr>
              <a:t>method</a:t>
            </a:r>
            <a:r>
              <a:rPr sz="1200" spc="20" dirty="0">
                <a:latin typeface="Times New Roman"/>
                <a:cs typeface="Times New Roman"/>
              </a:rPr>
              <a:t> </a:t>
            </a:r>
            <a:r>
              <a:rPr sz="1200" spc="-5" dirty="0">
                <a:latin typeface="Times New Roman"/>
                <a:cs typeface="Times New Roman"/>
              </a:rPr>
              <a:t>of</a:t>
            </a:r>
            <a:r>
              <a:rPr sz="1200" spc="15" dirty="0">
                <a:latin typeface="Times New Roman"/>
                <a:cs typeface="Times New Roman"/>
              </a:rPr>
              <a:t> </a:t>
            </a:r>
            <a:r>
              <a:rPr sz="1200" spc="-5" dirty="0">
                <a:latin typeface="Times New Roman"/>
                <a:cs typeface="Times New Roman"/>
              </a:rPr>
              <a:t>communication,</a:t>
            </a:r>
            <a:r>
              <a:rPr sz="1200" spc="15" dirty="0">
                <a:latin typeface="Times New Roman"/>
                <a:cs typeface="Times New Roman"/>
              </a:rPr>
              <a:t> </a:t>
            </a:r>
            <a:r>
              <a:rPr sz="1200" spc="-5" dirty="0">
                <a:latin typeface="Times New Roman"/>
                <a:cs typeface="Times New Roman"/>
              </a:rPr>
              <a:t>particularly</a:t>
            </a:r>
            <a:r>
              <a:rPr sz="1200" spc="-10" dirty="0">
                <a:latin typeface="Times New Roman"/>
                <a:cs typeface="Times New Roman"/>
              </a:rPr>
              <a:t> </a:t>
            </a:r>
            <a:r>
              <a:rPr sz="1200" spc="-5" dirty="0">
                <a:latin typeface="Times New Roman"/>
                <a:cs typeface="Times New Roman"/>
              </a:rPr>
              <a:t>for </a:t>
            </a:r>
            <a:r>
              <a:rPr sz="1200" spc="-285" dirty="0">
                <a:latin typeface="Times New Roman"/>
                <a:cs typeface="Times New Roman"/>
              </a:rPr>
              <a:t> </a:t>
            </a:r>
            <a:r>
              <a:rPr sz="1200" spc="-5" dirty="0">
                <a:latin typeface="Times New Roman"/>
                <a:cs typeface="Times New Roman"/>
              </a:rPr>
              <a:t>those</a:t>
            </a:r>
            <a:r>
              <a:rPr sz="1200" spc="5" dirty="0">
                <a:latin typeface="Times New Roman"/>
                <a:cs typeface="Times New Roman"/>
              </a:rPr>
              <a:t> </a:t>
            </a:r>
            <a:r>
              <a:rPr sz="1200" spc="-5" dirty="0">
                <a:latin typeface="Times New Roman"/>
                <a:cs typeface="Times New Roman"/>
              </a:rPr>
              <a:t>who</a:t>
            </a:r>
            <a:r>
              <a:rPr sz="1200"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dirty="0">
                <a:latin typeface="Times New Roman"/>
                <a:cs typeface="Times New Roman"/>
              </a:rPr>
              <a:t>less </a:t>
            </a:r>
            <a:r>
              <a:rPr sz="1200" spc="-5" dirty="0">
                <a:latin typeface="Times New Roman"/>
                <a:cs typeface="Times New Roman"/>
              </a:rPr>
              <a:t>familiar with</a:t>
            </a:r>
            <a:r>
              <a:rPr sz="1200" dirty="0">
                <a:latin typeface="Times New Roman"/>
                <a:cs typeface="Times New Roman"/>
              </a:rPr>
              <a:t> </a:t>
            </a:r>
            <a:r>
              <a:rPr sz="1200" spc="-5" dirty="0">
                <a:latin typeface="Times New Roman"/>
                <a:cs typeface="Times New Roman"/>
              </a:rPr>
              <a:t>instant</a:t>
            </a:r>
            <a:r>
              <a:rPr sz="1200" dirty="0">
                <a:latin typeface="Times New Roman"/>
                <a:cs typeface="Times New Roman"/>
              </a:rPr>
              <a:t> </a:t>
            </a:r>
            <a:r>
              <a:rPr sz="1200" spc="-5" dirty="0">
                <a:latin typeface="Times New Roman"/>
                <a:cs typeface="Times New Roman"/>
              </a:rPr>
              <a:t>messaging</a:t>
            </a:r>
            <a:r>
              <a:rPr sz="1200" spc="5" dirty="0">
                <a:latin typeface="Times New Roman"/>
                <a:cs typeface="Times New Roman"/>
              </a:rPr>
              <a:t> </a:t>
            </a:r>
            <a:r>
              <a:rPr sz="1200" spc="-5" dirty="0">
                <a:latin typeface="Times New Roman"/>
                <a:cs typeface="Times New Roman"/>
              </a:rPr>
              <a:t>apps.</a:t>
            </a:r>
            <a:endParaRPr sz="1200" dirty="0">
              <a:latin typeface="Times New Roman"/>
              <a:cs typeface="Times New Roman"/>
            </a:endParaRPr>
          </a:p>
          <a:p>
            <a:pPr marL="12700">
              <a:lnSpc>
                <a:spcPct val="100000"/>
              </a:lnSpc>
              <a:spcBef>
                <a:spcPts val="765"/>
              </a:spcBef>
            </a:pPr>
            <a:r>
              <a:rPr sz="1400" b="1" spc="-10" dirty="0">
                <a:latin typeface="Times New Roman"/>
                <a:cs typeface="Times New Roman"/>
              </a:rPr>
              <a:t>Security,</a:t>
            </a:r>
            <a:r>
              <a:rPr sz="1400" b="1" spc="5" dirty="0">
                <a:latin typeface="Times New Roman"/>
                <a:cs typeface="Times New Roman"/>
              </a:rPr>
              <a:t> </a:t>
            </a:r>
            <a:r>
              <a:rPr sz="1400" b="1" spc="-15" dirty="0">
                <a:latin typeface="Times New Roman"/>
                <a:cs typeface="Times New Roman"/>
              </a:rPr>
              <a:t>Privacy,</a:t>
            </a:r>
            <a:r>
              <a:rPr sz="1400" b="1" spc="-5" dirty="0">
                <a:latin typeface="Times New Roman"/>
                <a:cs typeface="Times New Roman"/>
              </a:rPr>
              <a:t> and</a:t>
            </a:r>
            <a:r>
              <a:rPr sz="1400" b="1" spc="5" dirty="0">
                <a:latin typeface="Times New Roman"/>
                <a:cs typeface="Times New Roman"/>
              </a:rPr>
              <a:t> </a:t>
            </a:r>
            <a:r>
              <a:rPr sz="1400" b="1" spc="-5" dirty="0">
                <a:latin typeface="Times New Roman"/>
                <a:cs typeface="Times New Roman"/>
              </a:rPr>
              <a:t>Health</a:t>
            </a:r>
            <a:r>
              <a:rPr sz="1400" b="1" dirty="0">
                <a:latin typeface="Times New Roman"/>
                <a:cs typeface="Times New Roman"/>
              </a:rPr>
              <a:t> </a:t>
            </a:r>
            <a:r>
              <a:rPr sz="1400" b="1" spc="-5" dirty="0">
                <a:latin typeface="Times New Roman"/>
                <a:cs typeface="Times New Roman"/>
              </a:rPr>
              <a:t>Concerns</a:t>
            </a:r>
            <a:endParaRPr sz="1400" dirty="0">
              <a:latin typeface="Times New Roman"/>
              <a:cs typeface="Times New Roman"/>
            </a:endParaRPr>
          </a:p>
          <a:p>
            <a:pPr marL="12700" marR="5080">
              <a:lnSpc>
                <a:spcPct val="145400"/>
              </a:lnSpc>
              <a:spcBef>
                <a:spcPts val="55"/>
              </a:spcBef>
            </a:pPr>
            <a:r>
              <a:rPr sz="1200" spc="-5" dirty="0">
                <a:latin typeface="Times New Roman"/>
                <a:cs typeface="Times New Roman"/>
              </a:rPr>
              <a:t>Senior</a:t>
            </a:r>
            <a:r>
              <a:rPr sz="1200" spc="10" dirty="0">
                <a:latin typeface="Times New Roman"/>
                <a:cs typeface="Times New Roman"/>
              </a:rPr>
              <a:t> </a:t>
            </a:r>
            <a:r>
              <a:rPr sz="1200" spc="-5" dirty="0">
                <a:latin typeface="Times New Roman"/>
                <a:cs typeface="Times New Roman"/>
              </a:rPr>
              <a:t>citizens</a:t>
            </a:r>
            <a:r>
              <a:rPr sz="1200" spc="10" dirty="0">
                <a:latin typeface="Times New Roman"/>
                <a:cs typeface="Times New Roman"/>
              </a:rPr>
              <a:t> </a:t>
            </a:r>
            <a:r>
              <a:rPr sz="1200" spc="-5" dirty="0">
                <a:latin typeface="Times New Roman"/>
                <a:cs typeface="Times New Roman"/>
              </a:rPr>
              <a:t>are</a:t>
            </a:r>
            <a:r>
              <a:rPr sz="1200" spc="10" dirty="0">
                <a:latin typeface="Times New Roman"/>
                <a:cs typeface="Times New Roman"/>
              </a:rPr>
              <a:t> </a:t>
            </a:r>
            <a:r>
              <a:rPr sz="1200" spc="-5" dirty="0">
                <a:latin typeface="Times New Roman"/>
                <a:cs typeface="Times New Roman"/>
              </a:rPr>
              <a:t>generally</a:t>
            </a:r>
            <a:r>
              <a:rPr sz="1200" spc="-20" dirty="0">
                <a:latin typeface="Times New Roman"/>
                <a:cs typeface="Times New Roman"/>
              </a:rPr>
              <a:t> </a:t>
            </a:r>
            <a:r>
              <a:rPr sz="1200" spc="-5" dirty="0">
                <a:latin typeface="Times New Roman"/>
                <a:cs typeface="Times New Roman"/>
              </a:rPr>
              <a:t>cautious</a:t>
            </a:r>
            <a:r>
              <a:rPr sz="1200" spc="15" dirty="0">
                <a:latin typeface="Times New Roman"/>
                <a:cs typeface="Times New Roman"/>
              </a:rPr>
              <a:t> </a:t>
            </a:r>
            <a:r>
              <a:rPr sz="1200" spc="-5" dirty="0">
                <a:latin typeface="Times New Roman"/>
                <a:cs typeface="Times New Roman"/>
              </a:rPr>
              <a:t>about</a:t>
            </a:r>
            <a:r>
              <a:rPr sz="1200" spc="10" dirty="0">
                <a:latin typeface="Times New Roman"/>
                <a:cs typeface="Times New Roman"/>
              </a:rPr>
              <a:t> </a:t>
            </a:r>
            <a:r>
              <a:rPr sz="1200" dirty="0">
                <a:latin typeface="Times New Roman"/>
                <a:cs typeface="Times New Roman"/>
              </a:rPr>
              <a:t>online</a:t>
            </a:r>
            <a:r>
              <a:rPr sz="1200" spc="15" dirty="0">
                <a:latin typeface="Times New Roman"/>
                <a:cs typeface="Times New Roman"/>
              </a:rPr>
              <a:t> </a:t>
            </a:r>
            <a:r>
              <a:rPr sz="1200" dirty="0">
                <a:latin typeface="Times New Roman"/>
                <a:cs typeface="Times New Roman"/>
              </a:rPr>
              <a:t>security</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15" dirty="0">
                <a:latin typeface="Times New Roman"/>
                <a:cs typeface="Times New Roman"/>
              </a:rPr>
              <a:t>privacy.</a:t>
            </a:r>
            <a:r>
              <a:rPr sz="1200" spc="-20" dirty="0">
                <a:latin typeface="Times New Roman"/>
                <a:cs typeface="Times New Roman"/>
              </a:rPr>
              <a:t> </a:t>
            </a:r>
            <a:r>
              <a:rPr sz="1200" dirty="0">
                <a:latin typeface="Times New Roman"/>
                <a:cs typeface="Times New Roman"/>
              </a:rPr>
              <a:t>They</a:t>
            </a:r>
            <a:r>
              <a:rPr sz="1200" spc="-5" dirty="0">
                <a:latin typeface="Times New Roman"/>
                <a:cs typeface="Times New Roman"/>
              </a:rPr>
              <a:t> are</a:t>
            </a:r>
            <a:r>
              <a:rPr sz="1200" spc="15" dirty="0">
                <a:latin typeface="Times New Roman"/>
                <a:cs typeface="Times New Roman"/>
              </a:rPr>
              <a:t> </a:t>
            </a:r>
            <a:r>
              <a:rPr sz="1200" spc="-5" dirty="0">
                <a:latin typeface="Times New Roman"/>
                <a:cs typeface="Times New Roman"/>
              </a:rPr>
              <a:t>aware</a:t>
            </a:r>
            <a:r>
              <a:rPr sz="120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risks</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scams </a:t>
            </a:r>
            <a:r>
              <a:rPr sz="120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phishing attacks,</a:t>
            </a:r>
            <a:r>
              <a:rPr sz="1200" spc="10"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spc="-5" dirty="0">
                <a:latin typeface="Times New Roman"/>
                <a:cs typeface="Times New Roman"/>
              </a:rPr>
              <a:t>many</a:t>
            </a:r>
            <a:r>
              <a:rPr sz="1200" spc="-20" dirty="0">
                <a:latin typeface="Times New Roman"/>
                <a:cs typeface="Times New Roman"/>
              </a:rPr>
              <a:t> </a:t>
            </a:r>
            <a:r>
              <a:rPr sz="1200" dirty="0">
                <a:latin typeface="Times New Roman"/>
                <a:cs typeface="Times New Roman"/>
              </a:rPr>
              <a:t>rely</a:t>
            </a:r>
            <a:r>
              <a:rPr sz="1200" spc="-15"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dirty="0">
                <a:latin typeface="Times New Roman"/>
                <a:cs typeface="Times New Roman"/>
              </a:rPr>
              <a:t>family</a:t>
            </a:r>
            <a:r>
              <a:rPr sz="1200" spc="-20" dirty="0">
                <a:latin typeface="Times New Roman"/>
                <a:cs typeface="Times New Roman"/>
              </a:rPr>
              <a:t> </a:t>
            </a:r>
            <a:r>
              <a:rPr sz="1200" spc="-5" dirty="0">
                <a:latin typeface="Times New Roman"/>
                <a:cs typeface="Times New Roman"/>
              </a:rPr>
              <a:t>members</a:t>
            </a:r>
            <a:r>
              <a:rPr sz="1200" spc="10" dirty="0">
                <a:latin typeface="Times New Roman"/>
                <a:cs typeface="Times New Roman"/>
              </a:rPr>
              <a:t> </a:t>
            </a:r>
            <a:r>
              <a:rPr sz="1200" spc="-5" dirty="0">
                <a:latin typeface="Times New Roman"/>
                <a:cs typeface="Times New Roman"/>
              </a:rPr>
              <a:t>to</a:t>
            </a:r>
            <a:r>
              <a:rPr sz="1200" spc="5" dirty="0">
                <a:latin typeface="Times New Roman"/>
                <a:cs typeface="Times New Roman"/>
              </a:rPr>
              <a:t> </a:t>
            </a:r>
            <a:r>
              <a:rPr sz="1200" spc="-5" dirty="0">
                <a:latin typeface="Times New Roman"/>
                <a:cs typeface="Times New Roman"/>
              </a:rPr>
              <a:t>help</a:t>
            </a:r>
            <a:r>
              <a:rPr sz="1200" spc="10" dirty="0">
                <a:latin typeface="Times New Roman"/>
                <a:cs typeface="Times New Roman"/>
              </a:rPr>
              <a:t> </a:t>
            </a:r>
            <a:r>
              <a:rPr sz="1200" spc="-5" dirty="0">
                <a:latin typeface="Times New Roman"/>
                <a:cs typeface="Times New Roman"/>
              </a:rPr>
              <a:t>manage</a:t>
            </a:r>
            <a:r>
              <a:rPr sz="1200" dirty="0">
                <a:latin typeface="Times New Roman"/>
                <a:cs typeface="Times New Roman"/>
              </a:rPr>
              <a:t> these </a:t>
            </a:r>
            <a:r>
              <a:rPr sz="1200" spc="-5" dirty="0">
                <a:latin typeface="Times New Roman"/>
                <a:cs typeface="Times New Roman"/>
              </a:rPr>
              <a:t>concerns.</a:t>
            </a:r>
            <a:r>
              <a:rPr sz="1200" spc="10" dirty="0">
                <a:latin typeface="Times New Roman"/>
                <a:cs typeface="Times New Roman"/>
              </a:rPr>
              <a:t> </a:t>
            </a:r>
            <a:r>
              <a:rPr sz="1200" spc="-5" dirty="0">
                <a:latin typeface="Times New Roman"/>
                <a:cs typeface="Times New Roman"/>
              </a:rPr>
              <a:t>Seniors</a:t>
            </a:r>
            <a:r>
              <a:rPr sz="1200" dirty="0">
                <a:latin typeface="Times New Roman"/>
                <a:cs typeface="Times New Roman"/>
              </a:rPr>
              <a:t> often</a:t>
            </a:r>
            <a:r>
              <a:rPr sz="1200" spc="5" dirty="0">
                <a:latin typeface="Times New Roman"/>
                <a:cs typeface="Times New Roman"/>
              </a:rPr>
              <a:t> </a:t>
            </a:r>
            <a:r>
              <a:rPr sz="1200" spc="-5" dirty="0">
                <a:latin typeface="Times New Roman"/>
                <a:cs typeface="Times New Roman"/>
              </a:rPr>
              <a:t>use </a:t>
            </a:r>
            <a:r>
              <a:rPr sz="1200" dirty="0">
                <a:latin typeface="Times New Roman"/>
                <a:cs typeface="Times New Roman"/>
              </a:rPr>
              <a:t> </a:t>
            </a:r>
            <a:r>
              <a:rPr sz="1200" spc="-5" dirty="0">
                <a:latin typeface="Times New Roman"/>
                <a:cs typeface="Times New Roman"/>
              </a:rPr>
              <a:t>antivirus</a:t>
            </a:r>
            <a:r>
              <a:rPr sz="1200" spc="10" dirty="0">
                <a:latin typeface="Times New Roman"/>
                <a:cs typeface="Times New Roman"/>
              </a:rPr>
              <a:t> </a:t>
            </a:r>
            <a:r>
              <a:rPr sz="1200" spc="-5" dirty="0">
                <a:latin typeface="Times New Roman"/>
                <a:cs typeface="Times New Roman"/>
              </a:rPr>
              <a:t>software</a:t>
            </a:r>
            <a:r>
              <a:rPr sz="1200" spc="15" dirty="0">
                <a:latin typeface="Times New Roman"/>
                <a:cs typeface="Times New Roman"/>
              </a:rPr>
              <a:t> </a:t>
            </a:r>
            <a:r>
              <a:rPr sz="1200" spc="-5" dirty="0">
                <a:latin typeface="Times New Roman"/>
                <a:cs typeface="Times New Roman"/>
              </a:rPr>
              <a:t>and</a:t>
            </a:r>
            <a:r>
              <a:rPr sz="1200" spc="15"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dirty="0">
                <a:latin typeface="Times New Roman"/>
                <a:cs typeface="Times New Roman"/>
              </a:rPr>
              <a:t>increasingly</a:t>
            </a:r>
            <a:r>
              <a:rPr sz="1200" spc="-5" dirty="0">
                <a:latin typeface="Times New Roman"/>
                <a:cs typeface="Times New Roman"/>
              </a:rPr>
              <a:t> adopting</a:t>
            </a:r>
            <a:r>
              <a:rPr sz="1200" dirty="0">
                <a:latin typeface="Times New Roman"/>
                <a:cs typeface="Times New Roman"/>
              </a:rPr>
              <a:t> </a:t>
            </a:r>
            <a:r>
              <a:rPr sz="1200" spc="-5" dirty="0">
                <a:latin typeface="Times New Roman"/>
                <a:cs typeface="Times New Roman"/>
              </a:rPr>
              <a:t>practices</a:t>
            </a:r>
            <a:r>
              <a:rPr sz="1200" spc="15" dirty="0">
                <a:latin typeface="Times New Roman"/>
                <a:cs typeface="Times New Roman"/>
              </a:rPr>
              <a:t> </a:t>
            </a:r>
            <a:r>
              <a:rPr sz="1200" spc="-5" dirty="0">
                <a:latin typeface="Times New Roman"/>
                <a:cs typeface="Times New Roman"/>
              </a:rPr>
              <a:t>like</a:t>
            </a:r>
            <a:r>
              <a:rPr sz="1200" spc="5" dirty="0">
                <a:latin typeface="Times New Roman"/>
                <a:cs typeface="Times New Roman"/>
              </a:rPr>
              <a:t> </a:t>
            </a:r>
            <a:r>
              <a:rPr sz="1200" dirty="0">
                <a:latin typeface="Times New Roman"/>
                <a:cs typeface="Times New Roman"/>
              </a:rPr>
              <a:t>two-factor</a:t>
            </a:r>
            <a:r>
              <a:rPr sz="1200" spc="10" dirty="0">
                <a:latin typeface="Times New Roman"/>
                <a:cs typeface="Times New Roman"/>
              </a:rPr>
              <a:t> </a:t>
            </a:r>
            <a:r>
              <a:rPr sz="1200" spc="-5" dirty="0">
                <a:latin typeface="Times New Roman"/>
                <a:cs typeface="Times New Roman"/>
              </a:rPr>
              <a:t>authentication</a:t>
            </a:r>
            <a:r>
              <a:rPr sz="1200" spc="2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secure</a:t>
            </a:r>
            <a:r>
              <a:rPr sz="1200" dirty="0">
                <a:latin typeface="Times New Roman"/>
                <a:cs typeface="Times New Roman"/>
              </a:rPr>
              <a:t> their</a:t>
            </a:r>
            <a:r>
              <a:rPr sz="1200" spc="10" dirty="0">
                <a:latin typeface="Times New Roman"/>
                <a:cs typeface="Times New Roman"/>
              </a:rPr>
              <a:t> </a:t>
            </a:r>
            <a:r>
              <a:rPr sz="1200" spc="-5" dirty="0">
                <a:latin typeface="Times New Roman"/>
                <a:cs typeface="Times New Roman"/>
              </a:rPr>
              <a:t>online </a:t>
            </a:r>
            <a:r>
              <a:rPr sz="1200" spc="-285" dirty="0">
                <a:latin typeface="Times New Roman"/>
                <a:cs typeface="Times New Roman"/>
              </a:rPr>
              <a:t> </a:t>
            </a:r>
            <a:r>
              <a:rPr sz="1200" spc="-5" dirty="0">
                <a:latin typeface="Times New Roman"/>
                <a:cs typeface="Times New Roman"/>
              </a:rPr>
              <a:t>accounts.</a:t>
            </a:r>
            <a:endParaRPr sz="1200" dirty="0">
              <a:latin typeface="Times New Roman"/>
              <a:cs typeface="Times New Roman"/>
            </a:endParaRPr>
          </a:p>
          <a:p>
            <a:pPr marL="12700" marR="60325">
              <a:lnSpc>
                <a:spcPct val="145400"/>
              </a:lnSpc>
              <a:spcBef>
                <a:spcPts val="90"/>
              </a:spcBef>
            </a:pPr>
            <a:r>
              <a:rPr sz="1200" spc="-5" dirty="0">
                <a:latin typeface="Times New Roman"/>
                <a:cs typeface="Times New Roman"/>
              </a:rPr>
              <a:t>Health</a:t>
            </a:r>
            <a:r>
              <a:rPr sz="1200" spc="5" dirty="0">
                <a:latin typeface="Times New Roman"/>
                <a:cs typeface="Times New Roman"/>
              </a:rPr>
              <a:t> </a:t>
            </a:r>
            <a:r>
              <a:rPr sz="1200" spc="-5" dirty="0">
                <a:latin typeface="Times New Roman"/>
                <a:cs typeface="Times New Roman"/>
              </a:rPr>
              <a:t>concerns</a:t>
            </a:r>
            <a:r>
              <a:rPr sz="1200" spc="5" dirty="0">
                <a:latin typeface="Times New Roman"/>
                <a:cs typeface="Times New Roman"/>
              </a:rPr>
              <a:t> </a:t>
            </a:r>
            <a:r>
              <a:rPr sz="1200" spc="-5" dirty="0">
                <a:latin typeface="Times New Roman"/>
                <a:cs typeface="Times New Roman"/>
              </a:rPr>
              <a:t>also</a:t>
            </a:r>
            <a:r>
              <a:rPr sz="1200" spc="15" dirty="0">
                <a:latin typeface="Times New Roman"/>
                <a:cs typeface="Times New Roman"/>
              </a:rPr>
              <a:t> </a:t>
            </a:r>
            <a:r>
              <a:rPr sz="1200" dirty="0">
                <a:latin typeface="Times New Roman"/>
                <a:cs typeface="Times New Roman"/>
              </a:rPr>
              <a:t>influence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smartphone</a:t>
            </a:r>
            <a:r>
              <a:rPr sz="1200" dirty="0">
                <a:latin typeface="Times New Roman"/>
                <a:cs typeface="Times New Roman"/>
              </a:rPr>
              <a:t> usage.</a:t>
            </a:r>
            <a:r>
              <a:rPr sz="1200" spc="10" dirty="0">
                <a:latin typeface="Times New Roman"/>
                <a:cs typeface="Times New Roman"/>
              </a:rPr>
              <a:t> </a:t>
            </a:r>
            <a:r>
              <a:rPr sz="1200" dirty="0">
                <a:latin typeface="Times New Roman"/>
                <a:cs typeface="Times New Roman"/>
              </a:rPr>
              <a:t>Many</a:t>
            </a:r>
            <a:r>
              <a:rPr sz="1200" spc="-20" dirty="0">
                <a:latin typeface="Times New Roman"/>
                <a:cs typeface="Times New Roman"/>
              </a:rPr>
              <a:t> </a:t>
            </a:r>
            <a:r>
              <a:rPr sz="1200" spc="-5" dirty="0">
                <a:latin typeface="Times New Roman"/>
                <a:cs typeface="Times New Roman"/>
              </a:rPr>
              <a:t>seniors</a:t>
            </a:r>
            <a:r>
              <a:rPr sz="1200" spc="20" dirty="0">
                <a:latin typeface="Times New Roman"/>
                <a:cs typeface="Times New Roman"/>
              </a:rPr>
              <a:t> </a:t>
            </a:r>
            <a:r>
              <a:rPr sz="1200" spc="-5" dirty="0">
                <a:latin typeface="Times New Roman"/>
                <a:cs typeface="Times New Roman"/>
              </a:rPr>
              <a:t>are </a:t>
            </a:r>
            <a:r>
              <a:rPr sz="1200" dirty="0">
                <a:latin typeface="Times New Roman"/>
                <a:cs typeface="Times New Roman"/>
              </a:rPr>
              <a:t>mindful</a:t>
            </a:r>
            <a:r>
              <a:rPr sz="1200" spc="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limiting</a:t>
            </a:r>
            <a:r>
              <a:rPr sz="1200" dirty="0">
                <a:latin typeface="Times New Roman"/>
                <a:cs typeface="Times New Roman"/>
              </a:rPr>
              <a:t> </a:t>
            </a:r>
            <a:r>
              <a:rPr sz="1200" spc="-5" dirty="0">
                <a:latin typeface="Times New Roman"/>
                <a:cs typeface="Times New Roman"/>
              </a:rPr>
              <a:t>screen</a:t>
            </a:r>
            <a:r>
              <a:rPr sz="1200" spc="10" dirty="0">
                <a:latin typeface="Times New Roman"/>
                <a:cs typeface="Times New Roman"/>
              </a:rPr>
              <a:t> </a:t>
            </a:r>
            <a:r>
              <a:rPr sz="1200" dirty="0">
                <a:latin typeface="Times New Roman"/>
                <a:cs typeface="Times New Roman"/>
              </a:rPr>
              <a:t>time </a:t>
            </a:r>
            <a:r>
              <a:rPr sz="1200" spc="-5" dirty="0">
                <a:latin typeface="Times New Roman"/>
                <a:cs typeface="Times New Roman"/>
              </a:rPr>
              <a:t>to </a:t>
            </a:r>
            <a:r>
              <a:rPr sz="1200" dirty="0">
                <a:latin typeface="Times New Roman"/>
                <a:cs typeface="Times New Roman"/>
              </a:rPr>
              <a:t> </a:t>
            </a:r>
            <a:r>
              <a:rPr sz="1200" spc="-5" dirty="0">
                <a:latin typeface="Times New Roman"/>
                <a:cs typeface="Times New Roman"/>
              </a:rPr>
              <a:t>avoid</a:t>
            </a:r>
            <a:r>
              <a:rPr sz="1200" spc="10" dirty="0">
                <a:latin typeface="Times New Roman"/>
                <a:cs typeface="Times New Roman"/>
              </a:rPr>
              <a:t> </a:t>
            </a:r>
            <a:r>
              <a:rPr sz="1200" spc="-5" dirty="0">
                <a:latin typeface="Times New Roman"/>
                <a:cs typeface="Times New Roman"/>
              </a:rPr>
              <a:t>eye</a:t>
            </a:r>
            <a:r>
              <a:rPr sz="1200" spc="10" dirty="0">
                <a:latin typeface="Times New Roman"/>
                <a:cs typeface="Times New Roman"/>
              </a:rPr>
              <a:t> </a:t>
            </a:r>
            <a:r>
              <a:rPr sz="1200" spc="-5" dirty="0">
                <a:latin typeface="Times New Roman"/>
                <a:cs typeface="Times New Roman"/>
              </a:rPr>
              <a:t>strain</a:t>
            </a:r>
            <a:r>
              <a:rPr sz="1200" spc="15" dirty="0">
                <a:latin typeface="Times New Roman"/>
                <a:cs typeface="Times New Roman"/>
              </a:rPr>
              <a:t> </a:t>
            </a:r>
            <a:r>
              <a:rPr sz="1200" spc="-5" dirty="0">
                <a:latin typeface="Times New Roman"/>
                <a:cs typeface="Times New Roman"/>
              </a:rPr>
              <a:t>or</a:t>
            </a:r>
            <a:r>
              <a:rPr sz="1200" spc="25" dirty="0">
                <a:latin typeface="Times New Roman"/>
                <a:cs typeface="Times New Roman"/>
              </a:rPr>
              <a:t> </a:t>
            </a:r>
            <a:r>
              <a:rPr sz="1200" spc="-5" dirty="0">
                <a:latin typeface="Times New Roman"/>
                <a:cs typeface="Times New Roman"/>
              </a:rPr>
              <a:t>exacerbating</a:t>
            </a:r>
            <a:r>
              <a:rPr sz="1200" spc="10" dirty="0">
                <a:latin typeface="Times New Roman"/>
                <a:cs typeface="Times New Roman"/>
              </a:rPr>
              <a:t> </a:t>
            </a:r>
            <a:r>
              <a:rPr sz="1200" dirty="0">
                <a:latin typeface="Times New Roman"/>
                <a:cs typeface="Times New Roman"/>
              </a:rPr>
              <a:t>any</a:t>
            </a:r>
            <a:r>
              <a:rPr sz="1200" spc="-10" dirty="0">
                <a:latin typeface="Times New Roman"/>
                <a:cs typeface="Times New Roman"/>
              </a:rPr>
              <a:t> </a:t>
            </a:r>
            <a:r>
              <a:rPr sz="1200" spc="-5" dirty="0">
                <a:latin typeface="Times New Roman"/>
                <a:cs typeface="Times New Roman"/>
              </a:rPr>
              <a:t>existing</a:t>
            </a:r>
            <a:r>
              <a:rPr sz="1200" spc="5" dirty="0">
                <a:latin typeface="Times New Roman"/>
                <a:cs typeface="Times New Roman"/>
              </a:rPr>
              <a:t> </a:t>
            </a:r>
            <a:r>
              <a:rPr sz="1200" dirty="0">
                <a:latin typeface="Times New Roman"/>
                <a:cs typeface="Times New Roman"/>
              </a:rPr>
              <a:t>health</a:t>
            </a:r>
            <a:r>
              <a:rPr sz="1200" spc="10" dirty="0">
                <a:latin typeface="Times New Roman"/>
                <a:cs typeface="Times New Roman"/>
              </a:rPr>
              <a:t> </a:t>
            </a:r>
            <a:r>
              <a:rPr sz="1200" spc="-5" dirty="0">
                <a:latin typeface="Times New Roman"/>
                <a:cs typeface="Times New Roman"/>
              </a:rPr>
              <a:t>conditions. They</a:t>
            </a:r>
            <a:r>
              <a:rPr sz="1200" dirty="0">
                <a:latin typeface="Times New Roman"/>
                <a:cs typeface="Times New Roman"/>
              </a:rPr>
              <a:t> </a:t>
            </a:r>
            <a:r>
              <a:rPr sz="1200" spc="-5" dirty="0">
                <a:latin typeface="Times New Roman"/>
                <a:cs typeface="Times New Roman"/>
              </a:rPr>
              <a:t>also</a:t>
            </a:r>
            <a:r>
              <a:rPr sz="1200" spc="10" dirty="0">
                <a:latin typeface="Times New Roman"/>
                <a:cs typeface="Times New Roman"/>
              </a:rPr>
              <a:t> </a:t>
            </a:r>
            <a:r>
              <a:rPr sz="1200" dirty="0">
                <a:latin typeface="Times New Roman"/>
                <a:cs typeface="Times New Roman"/>
              </a:rPr>
              <a:t>use</a:t>
            </a:r>
            <a:r>
              <a:rPr sz="1200" spc="10" dirty="0">
                <a:latin typeface="Times New Roman"/>
                <a:cs typeface="Times New Roman"/>
              </a:rPr>
              <a:t> </a:t>
            </a:r>
            <a:r>
              <a:rPr sz="1200" spc="-5" dirty="0">
                <a:latin typeface="Times New Roman"/>
                <a:cs typeface="Times New Roman"/>
              </a:rPr>
              <a:t>their</a:t>
            </a:r>
            <a:r>
              <a:rPr sz="1200" spc="15" dirty="0">
                <a:latin typeface="Times New Roman"/>
                <a:cs typeface="Times New Roman"/>
              </a:rPr>
              <a:t> </a:t>
            </a:r>
            <a:r>
              <a:rPr sz="1200" spc="-5" dirty="0">
                <a:latin typeface="Times New Roman"/>
                <a:cs typeface="Times New Roman"/>
              </a:rPr>
              <a:t>devices</a:t>
            </a:r>
            <a:r>
              <a:rPr sz="1200" spc="5" dirty="0">
                <a:latin typeface="Times New Roman"/>
                <a:cs typeface="Times New Roman"/>
              </a:rPr>
              <a:t> </a:t>
            </a:r>
            <a:r>
              <a:rPr sz="1200" spc="-5" dirty="0">
                <a:latin typeface="Times New Roman"/>
                <a:cs typeface="Times New Roman"/>
              </a:rPr>
              <a:t>to</a:t>
            </a:r>
            <a:r>
              <a:rPr sz="1200" spc="15" dirty="0">
                <a:latin typeface="Times New Roman"/>
                <a:cs typeface="Times New Roman"/>
              </a:rPr>
              <a:t> </a:t>
            </a:r>
            <a:r>
              <a:rPr sz="1200" spc="-5" dirty="0">
                <a:latin typeface="Times New Roman"/>
                <a:cs typeface="Times New Roman"/>
              </a:rPr>
              <a:t>monitor</a:t>
            </a:r>
            <a:r>
              <a:rPr sz="1200" spc="15" dirty="0">
                <a:latin typeface="Times New Roman"/>
                <a:cs typeface="Times New Roman"/>
              </a:rPr>
              <a:t> </a:t>
            </a:r>
            <a:r>
              <a:rPr sz="1200" spc="-5" dirty="0">
                <a:latin typeface="Times New Roman"/>
                <a:cs typeface="Times New Roman"/>
              </a:rPr>
              <a:t>health </a:t>
            </a:r>
            <a:r>
              <a:rPr sz="1200" spc="-285" dirty="0">
                <a:latin typeface="Times New Roman"/>
                <a:cs typeface="Times New Roman"/>
              </a:rPr>
              <a:t> </a:t>
            </a:r>
            <a:r>
              <a:rPr sz="1200" spc="-5" dirty="0">
                <a:latin typeface="Times New Roman"/>
                <a:cs typeface="Times New Roman"/>
              </a:rPr>
              <a:t>metrics,</a:t>
            </a:r>
            <a:r>
              <a:rPr sz="1200" dirty="0">
                <a:latin typeface="Times New Roman"/>
                <a:cs typeface="Times New Roman"/>
              </a:rPr>
              <a:t> stay</a:t>
            </a:r>
            <a:r>
              <a:rPr sz="1200" spc="-10" dirty="0">
                <a:latin typeface="Times New Roman"/>
                <a:cs typeface="Times New Roman"/>
              </a:rPr>
              <a:t> </a:t>
            </a:r>
            <a:r>
              <a:rPr sz="1200" spc="-5" dirty="0">
                <a:latin typeface="Times New Roman"/>
                <a:cs typeface="Times New Roman"/>
              </a:rPr>
              <a:t>active</a:t>
            </a:r>
            <a:r>
              <a:rPr sz="1200" dirty="0">
                <a:latin typeface="Times New Roman"/>
                <a:cs typeface="Times New Roman"/>
              </a:rPr>
              <a:t> </a:t>
            </a:r>
            <a:r>
              <a:rPr sz="1200" spc="-5" dirty="0">
                <a:latin typeface="Times New Roman"/>
                <a:cs typeface="Times New Roman"/>
              </a:rPr>
              <a:t>with</a:t>
            </a:r>
            <a:r>
              <a:rPr sz="1200" spc="20" dirty="0">
                <a:latin typeface="Times New Roman"/>
                <a:cs typeface="Times New Roman"/>
              </a:rPr>
              <a:t> </a:t>
            </a:r>
            <a:r>
              <a:rPr sz="1200" spc="-5" dirty="0">
                <a:latin typeface="Times New Roman"/>
                <a:cs typeface="Times New Roman"/>
              </a:rPr>
              <a:t>guided</a:t>
            </a:r>
            <a:r>
              <a:rPr sz="1200" spc="15" dirty="0">
                <a:latin typeface="Times New Roman"/>
                <a:cs typeface="Times New Roman"/>
              </a:rPr>
              <a:t> </a:t>
            </a:r>
            <a:r>
              <a:rPr sz="1200" spc="-5" dirty="0">
                <a:latin typeface="Times New Roman"/>
                <a:cs typeface="Times New Roman"/>
              </a:rPr>
              <a:t>exercise</a:t>
            </a:r>
            <a:r>
              <a:rPr sz="1200" spc="5" dirty="0">
                <a:latin typeface="Times New Roman"/>
                <a:cs typeface="Times New Roman"/>
              </a:rPr>
              <a:t> </a:t>
            </a:r>
            <a:r>
              <a:rPr sz="1200" spc="-5" dirty="0">
                <a:latin typeface="Times New Roman"/>
                <a:cs typeface="Times New Roman"/>
              </a:rPr>
              <a:t>routines,</a:t>
            </a:r>
            <a:r>
              <a:rPr sz="1200" spc="2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maintain</a:t>
            </a:r>
            <a:r>
              <a:rPr sz="1200" spc="5" dirty="0">
                <a:latin typeface="Times New Roman"/>
                <a:cs typeface="Times New Roman"/>
              </a:rPr>
              <a:t> </a:t>
            </a:r>
            <a:r>
              <a:rPr sz="1200" spc="-5" dirty="0">
                <a:latin typeface="Times New Roman"/>
                <a:cs typeface="Times New Roman"/>
              </a:rPr>
              <a:t>social</a:t>
            </a:r>
            <a:r>
              <a:rPr sz="1200" spc="5" dirty="0">
                <a:latin typeface="Times New Roman"/>
                <a:cs typeface="Times New Roman"/>
              </a:rPr>
              <a:t> </a:t>
            </a:r>
            <a:r>
              <a:rPr sz="1200" dirty="0">
                <a:latin typeface="Times New Roman"/>
                <a:cs typeface="Times New Roman"/>
              </a:rPr>
              <a:t>contact </a:t>
            </a:r>
            <a:r>
              <a:rPr sz="1200" spc="-5" dirty="0">
                <a:latin typeface="Times New Roman"/>
                <a:cs typeface="Times New Roman"/>
              </a:rPr>
              <a:t>to</a:t>
            </a:r>
            <a:r>
              <a:rPr sz="1200" spc="5" dirty="0">
                <a:latin typeface="Times New Roman"/>
                <a:cs typeface="Times New Roman"/>
              </a:rPr>
              <a:t> </a:t>
            </a:r>
            <a:r>
              <a:rPr sz="1200" spc="-5" dirty="0">
                <a:latin typeface="Times New Roman"/>
                <a:cs typeface="Times New Roman"/>
              </a:rPr>
              <a:t>combat</a:t>
            </a:r>
            <a:r>
              <a:rPr sz="1200" spc="5" dirty="0">
                <a:latin typeface="Times New Roman"/>
                <a:cs typeface="Times New Roman"/>
              </a:rPr>
              <a:t> </a:t>
            </a:r>
            <a:r>
              <a:rPr sz="1200" spc="-5" dirty="0">
                <a:latin typeface="Times New Roman"/>
                <a:cs typeface="Times New Roman"/>
              </a:rPr>
              <a:t>loneliness.</a:t>
            </a:r>
            <a:endParaRPr sz="1200" dirty="0">
              <a:latin typeface="Times New Roman"/>
              <a:cs typeface="Times New Roman"/>
            </a:endParaRPr>
          </a:p>
        </p:txBody>
      </p:sp>
      <p:sp>
        <p:nvSpPr>
          <p:cNvPr id="5" name="object 5"/>
          <p:cNvSpPr txBox="1">
            <a:spLocks noGrp="1"/>
          </p:cNvSpPr>
          <p:nvPr>
            <p:ph type="ftr" sz="quarter" idx="5"/>
          </p:nvPr>
        </p:nvSpPr>
        <p:spPr>
          <a:xfrm>
            <a:off x="1606079" y="9960162"/>
            <a:ext cx="4743450" cy="180975"/>
          </a:xfrm>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6" name="TextBox 5">
            <a:extLst>
              <a:ext uri="{FF2B5EF4-FFF2-40B4-BE49-F238E27FC236}">
                <a16:creationId xmlns:a16="http://schemas.microsoft.com/office/drawing/2014/main" id="{2826A096-188A-49E9-C440-2BD405BAA0ED}"/>
              </a:ext>
            </a:extLst>
          </p:cNvPr>
          <p:cNvSpPr txBox="1"/>
          <p:nvPr/>
        </p:nvSpPr>
        <p:spPr>
          <a:xfrm>
            <a:off x="3784600" y="9683163"/>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16</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5E96AD7-5DFF-94F7-EE87-FEB3A20A5C63}"/>
              </a:ext>
            </a:extLst>
          </p:cNvPr>
          <p:cNvSpPr txBox="1"/>
          <p:nvPr/>
        </p:nvSpPr>
        <p:spPr>
          <a:xfrm>
            <a:off x="2275852" y="1138410"/>
            <a:ext cx="3017493" cy="276999"/>
          </a:xfrm>
          <a:prstGeom prst="rect">
            <a:avLst/>
          </a:prstGeom>
          <a:noFill/>
        </p:spPr>
        <p:txBody>
          <a:bodyPr wrap="none" rtlCol="0">
            <a:spAutoFit/>
          </a:bodyPr>
          <a:lstStyle/>
          <a:p>
            <a:pPr algn="ctr">
              <a:spcBef>
                <a:spcPts val="100"/>
              </a:spcBef>
            </a:pPr>
            <a:r>
              <a:rPr lang="en-US" sz="1200" b="1" dirty="0">
                <a:latin typeface="Times New Roman"/>
                <a:cs typeface="Times New Roman"/>
              </a:rPr>
              <a:t>ACTIVITY</a:t>
            </a:r>
            <a:r>
              <a:rPr lang="en-US" sz="1200" b="1" spc="-65" dirty="0">
                <a:latin typeface="Times New Roman"/>
                <a:cs typeface="Times New Roman"/>
              </a:rPr>
              <a:t> </a:t>
            </a:r>
            <a:r>
              <a:rPr lang="en-US" sz="1200" b="1" dirty="0">
                <a:latin typeface="Times New Roman"/>
                <a:cs typeface="Times New Roman"/>
              </a:rPr>
              <a:t>LOG</a:t>
            </a:r>
            <a:r>
              <a:rPr lang="en-US" sz="1200" b="1" spc="-20" dirty="0">
                <a:latin typeface="Times New Roman"/>
                <a:cs typeface="Times New Roman"/>
              </a:rPr>
              <a:t> </a:t>
            </a:r>
            <a:r>
              <a:rPr lang="en-US" sz="1200" b="1" spc="-10" dirty="0">
                <a:latin typeface="Times New Roman"/>
                <a:cs typeface="Times New Roman"/>
              </a:rPr>
              <a:t>FOR</a:t>
            </a:r>
            <a:r>
              <a:rPr lang="en-US" sz="1200" b="1" spc="-40" dirty="0">
                <a:latin typeface="Times New Roman"/>
                <a:cs typeface="Times New Roman"/>
              </a:rPr>
              <a:t> </a:t>
            </a:r>
            <a:r>
              <a:rPr lang="en-US" sz="1200" b="1" dirty="0">
                <a:latin typeface="Times New Roman"/>
                <a:cs typeface="Times New Roman"/>
              </a:rPr>
              <a:t>THE</a:t>
            </a:r>
            <a:r>
              <a:rPr lang="en-US" sz="1200" b="1" spc="-40" dirty="0">
                <a:latin typeface="Times New Roman"/>
                <a:cs typeface="Times New Roman"/>
              </a:rPr>
              <a:t> FIFTH</a:t>
            </a:r>
            <a:r>
              <a:rPr lang="en-US" sz="1200" b="1" spc="-45" dirty="0">
                <a:latin typeface="Times New Roman"/>
                <a:cs typeface="Times New Roman"/>
              </a:rPr>
              <a:t> </a:t>
            </a:r>
            <a:r>
              <a:rPr lang="en-US" sz="1200" b="1" spc="-5" dirty="0">
                <a:latin typeface="Times New Roman"/>
                <a:cs typeface="Times New Roman"/>
              </a:rPr>
              <a:t>WEEK</a:t>
            </a:r>
            <a:endParaRPr lang="en-US" sz="1200" dirty="0">
              <a:latin typeface="Times New Roman"/>
              <a:cs typeface="Times New Roman"/>
            </a:endParaRPr>
          </a:p>
        </p:txBody>
      </p:sp>
      <p:graphicFrame>
        <p:nvGraphicFramePr>
          <p:cNvPr id="11" name="Table 10">
            <a:extLst>
              <a:ext uri="{FF2B5EF4-FFF2-40B4-BE49-F238E27FC236}">
                <a16:creationId xmlns:a16="http://schemas.microsoft.com/office/drawing/2014/main" id="{D76A991D-5686-D2E3-7362-4D77E51D449D}"/>
              </a:ext>
            </a:extLst>
          </p:cNvPr>
          <p:cNvGraphicFramePr>
            <a:graphicFrameLocks noGrp="1"/>
          </p:cNvGraphicFramePr>
          <p:nvPr>
            <p:extLst>
              <p:ext uri="{D42A27DB-BD31-4B8C-83A1-F6EECF244321}">
                <p14:modId xmlns:p14="http://schemas.microsoft.com/office/powerpoint/2010/main" val="3019120867"/>
              </p:ext>
            </p:extLst>
          </p:nvPr>
        </p:nvGraphicFramePr>
        <p:xfrm>
          <a:off x="623880" y="1558290"/>
          <a:ext cx="6321438" cy="7909560"/>
        </p:xfrm>
        <a:graphic>
          <a:graphicData uri="http://schemas.openxmlformats.org/drawingml/2006/table">
            <a:tbl>
              <a:tblPr firstRow="1" bandRow="1"/>
              <a:tblGrid>
                <a:gridCol w="919480">
                  <a:extLst>
                    <a:ext uri="{9D8B030D-6E8A-4147-A177-3AD203B41FA5}">
                      <a16:colId xmlns:a16="http://schemas.microsoft.com/office/drawing/2014/main" val="2984450071"/>
                    </a:ext>
                  </a:extLst>
                </a:gridCol>
                <a:gridCol w="2661920">
                  <a:extLst>
                    <a:ext uri="{9D8B030D-6E8A-4147-A177-3AD203B41FA5}">
                      <a16:colId xmlns:a16="http://schemas.microsoft.com/office/drawing/2014/main" val="2643831809"/>
                    </a:ext>
                  </a:extLst>
                </a:gridCol>
                <a:gridCol w="1685457">
                  <a:extLst>
                    <a:ext uri="{9D8B030D-6E8A-4147-A177-3AD203B41FA5}">
                      <a16:colId xmlns:a16="http://schemas.microsoft.com/office/drawing/2014/main" val="3753074507"/>
                    </a:ext>
                  </a:extLst>
                </a:gridCol>
                <a:gridCol w="1054581">
                  <a:extLst>
                    <a:ext uri="{9D8B030D-6E8A-4147-A177-3AD203B41FA5}">
                      <a16:colId xmlns:a16="http://schemas.microsoft.com/office/drawing/2014/main" val="288107573"/>
                    </a:ext>
                  </a:extLst>
                </a:gridCol>
              </a:tblGrid>
              <a:tr h="655543">
                <a:tc>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200" b="1" dirty="0">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1200" b="1" dirty="0">
                          <a:latin typeface="Times New Roman" panose="02020603050405020304" pitchFamily="18" charset="0"/>
                          <a:cs typeface="Times New Roman" panose="02020603050405020304" pitchFamily="18" charset="0"/>
                        </a:rPr>
                        <a:t>Date &amp; Day</a:t>
                      </a:r>
                    </a:p>
                  </a:txBody>
                  <a:tcPr/>
                </a:tc>
                <a:tc>
                  <a:txBody>
                    <a:bodyPr/>
                    <a:lstStyle/>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Briefly Description of the Daily </a:t>
                      </a:r>
                    </a:p>
                    <a:p>
                      <a:r>
                        <a:rPr lang="en-US" sz="1200" b="1" dirty="0">
                          <a:latin typeface="Times New Roman" panose="02020603050405020304" pitchFamily="18" charset="0"/>
                          <a:cs typeface="Times New Roman" panose="02020603050405020304" pitchFamily="18" charset="0"/>
                        </a:rPr>
                        <a:t>                 Activity</a:t>
                      </a:r>
                      <a:endParaRPr lang="en-IN" sz="1200" b="1" dirty="0">
                        <a:latin typeface="Times New Roman" panose="02020603050405020304" pitchFamily="18" charset="0"/>
                        <a:cs typeface="Times New Roman" panose="02020603050405020304" pitchFamily="18" charset="0"/>
                      </a:endParaRPr>
                    </a:p>
                  </a:txBody>
                  <a:tcPr/>
                </a:tc>
                <a:tc>
                  <a:txBody>
                    <a:bodyPr/>
                    <a:lstStyle/>
                    <a:p>
                      <a:r>
                        <a:rPr lang="en-US" sz="1200" dirty="0"/>
                        <a:t>            </a:t>
                      </a:r>
                    </a:p>
                    <a:p>
                      <a:r>
                        <a:rPr lang="en-US" sz="1200" b="1" dirty="0">
                          <a:latin typeface="Times New Roman" panose="02020603050405020304" pitchFamily="18" charset="0"/>
                          <a:cs typeface="Times New Roman" panose="02020603050405020304" pitchFamily="18" charset="0"/>
                        </a:rPr>
                        <a:t>         Learning</a:t>
                      </a:r>
                    </a:p>
                    <a:p>
                      <a:r>
                        <a:rPr lang="en-US" sz="1200" b="1" dirty="0">
                          <a:latin typeface="Times New Roman" panose="02020603050405020304" pitchFamily="18" charset="0"/>
                          <a:cs typeface="Times New Roman" panose="02020603050405020304" pitchFamily="18" charset="0"/>
                        </a:rPr>
                        <a:t>         Outcome</a:t>
                      </a:r>
                    </a:p>
                  </a:txBody>
                  <a:tcPr/>
                </a:tc>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Person</a:t>
                      </a:r>
                    </a:p>
                    <a:p>
                      <a:r>
                        <a:rPr lang="en-US" sz="1200" b="1" dirty="0">
                          <a:latin typeface="Times New Roman" panose="02020603050405020304" pitchFamily="18" charset="0"/>
                          <a:cs typeface="Times New Roman" panose="02020603050405020304" pitchFamily="18" charset="0"/>
                        </a:rPr>
                        <a:t>In-charge</a:t>
                      </a:r>
                    </a:p>
                    <a:p>
                      <a:r>
                        <a:rPr lang="en-US" sz="1200" b="1" dirty="0">
                          <a:latin typeface="Times New Roman" panose="02020603050405020304" pitchFamily="18" charset="0"/>
                          <a:cs typeface="Times New Roman" panose="02020603050405020304" pitchFamily="18" charset="0"/>
                        </a:rPr>
                        <a:t>Signature</a:t>
                      </a:r>
                    </a:p>
                    <a:p>
                      <a:endParaRPr lang="en-IN" sz="1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54973479"/>
                  </a:ext>
                </a:extLst>
              </a:tr>
              <a:tr h="872107">
                <a:tc>
                  <a:txBody>
                    <a:bodyPr/>
                    <a:lstStyle/>
                    <a:p>
                      <a:endParaRPr lang="en-US" dirty="0"/>
                    </a:p>
                    <a:p>
                      <a:r>
                        <a:rPr lang="en-IN" sz="1200" b="1" dirty="0">
                          <a:latin typeface="Times New Roman" panose="02020603050405020304" pitchFamily="18" charset="0"/>
                          <a:cs typeface="Times New Roman" panose="02020603050405020304" pitchFamily="18" charset="0"/>
                        </a:rPr>
                        <a:t> Day-1</a:t>
                      </a:r>
                    </a:p>
                  </a:txBody>
                  <a:tcPr/>
                </a:tc>
                <a:tc>
                  <a:txBody>
                    <a:bodyPr/>
                    <a:lstStyle/>
                    <a:p>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Collect the data about which purpose</a:t>
                      </a:r>
                    </a:p>
                    <a:p>
                      <a:r>
                        <a:rPr lang="en-US" sz="1200" dirty="0">
                          <a:latin typeface="Times New Roman" panose="02020603050405020304" pitchFamily="18" charset="0"/>
                          <a:cs typeface="Times New Roman" panose="02020603050405020304" pitchFamily="18" charset="0"/>
                        </a:rPr>
                        <a:t>              the phones can be use              </a:t>
                      </a:r>
                    </a:p>
                    <a:p>
                      <a:r>
                        <a:rPr lang="en-IN" sz="14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txBody>
                  <a:tcPr anchor="ctr"/>
                </a:tc>
                <a:tc>
                  <a:txBody>
                    <a:bodyPr/>
                    <a:lstStyle/>
                    <a:p>
                      <a:r>
                        <a:rPr lang="en-US" sz="1200" dirty="0">
                          <a:latin typeface="Times New Roman" panose="02020603050405020304" pitchFamily="18" charset="0"/>
                          <a:cs typeface="Times New Roman" panose="02020603050405020304" pitchFamily="18" charset="0"/>
                        </a:rPr>
                        <a:t>Mainly phones can be using in my locality communication , Web browsing &amp; Entertainment</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2224841416"/>
                  </a:ext>
                </a:extLst>
              </a:tr>
              <a:tr h="990600">
                <a:tc>
                  <a:txBody>
                    <a:bodyPr/>
                    <a:lstStyle/>
                    <a:p>
                      <a:endParaRPr lang="en-US" dirty="0"/>
                    </a:p>
                    <a:p>
                      <a:r>
                        <a:rPr lang="en-IN" sz="1200" b="1" dirty="0">
                          <a:latin typeface="Times New Roman" panose="02020603050405020304" pitchFamily="18" charset="0"/>
                          <a:cs typeface="Times New Roman" panose="02020603050405020304" pitchFamily="18" charset="0"/>
                        </a:rPr>
                        <a:t> Day-2</a:t>
                      </a: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Awareness on using phone for Senior</a:t>
                      </a:r>
                    </a:p>
                    <a:p>
                      <a:r>
                        <a:rPr lang="en-US" sz="1200" dirty="0">
                          <a:latin typeface="Times New Roman" panose="02020603050405020304" pitchFamily="18" charset="0"/>
                          <a:cs typeface="Times New Roman" panose="02020603050405020304" pitchFamily="18" charset="0"/>
                        </a:rPr>
                        <a:t>                         citizens</a:t>
                      </a:r>
                    </a:p>
                    <a:p>
                      <a:r>
                        <a:rPr lang="en-US" sz="1200" dirty="0">
                          <a:latin typeface="Times New Roman" panose="02020603050405020304" pitchFamily="18" charset="0"/>
                          <a:cs typeface="Times New Roman" panose="02020603050405020304" pitchFamily="18" charset="0"/>
                        </a:rPr>
                        <a:t>                      </a:t>
                      </a:r>
                    </a:p>
                  </a:txBody>
                  <a:tcPr/>
                </a:tc>
                <a:tc>
                  <a:txBody>
                    <a:bodyPr/>
                    <a:lstStyle/>
                    <a:p>
                      <a:r>
                        <a:rPr lang="en-US" sz="1200" dirty="0">
                          <a:latin typeface="Times New Roman" panose="02020603050405020304" pitchFamily="18" charset="0"/>
                          <a:cs typeface="Times New Roman" panose="02020603050405020304" pitchFamily="18" charset="0"/>
                        </a:rPr>
                        <a:t>They can stay connected with family and friends via calls, </a:t>
                      </a:r>
                      <a:r>
                        <a:rPr lang="en-US" sz="1200" dirty="0" err="1">
                          <a:latin typeface="Times New Roman" panose="02020603050405020304" pitchFamily="18" charset="0"/>
                          <a:cs typeface="Times New Roman" panose="02020603050405020304" pitchFamily="18" charset="0"/>
                        </a:rPr>
                        <a:t>messaging</a:t>
                      </a:r>
                      <a:r>
                        <a:rPr lang="en-US" sz="1200" dirty="0" err="1"/>
                        <a:t>,</a:t>
                      </a:r>
                      <a:r>
                        <a:rPr lang="en-US" sz="1200" dirty="0" err="1">
                          <a:latin typeface="Times New Roman" panose="02020603050405020304" pitchFamily="18" charset="0"/>
                          <a:cs typeface="Times New Roman" panose="02020603050405020304" pitchFamily="18" charset="0"/>
                        </a:rPr>
                        <a:t>Video</a:t>
                      </a:r>
                      <a:r>
                        <a:rPr lang="en-US" sz="1200" dirty="0">
                          <a:latin typeface="Times New Roman" panose="02020603050405020304" pitchFamily="18" charset="0"/>
                          <a:cs typeface="Times New Roman" panose="02020603050405020304" pitchFamily="18" charset="0"/>
                        </a:rPr>
                        <a:t> chats.</a:t>
                      </a:r>
                      <a:endParaRPr lang="en-IN" sz="1200" dirty="0"/>
                    </a:p>
                  </a:txBody>
                  <a:tcPr/>
                </a:tc>
                <a:tc>
                  <a:txBody>
                    <a:bodyPr/>
                    <a:lstStyle/>
                    <a:p>
                      <a:endParaRPr lang="en-IN" dirty="0"/>
                    </a:p>
                  </a:txBody>
                  <a:tcPr/>
                </a:tc>
                <a:extLst>
                  <a:ext uri="{0D108BD9-81ED-4DB2-BD59-A6C34878D82A}">
                    <a16:rowId xmlns:a16="http://schemas.microsoft.com/office/drawing/2014/main" val="1844137155"/>
                  </a:ext>
                </a:extLst>
              </a:tr>
              <a:tr h="990600">
                <a:tc>
                  <a:txBody>
                    <a:bodyPr/>
                    <a:lstStyle/>
                    <a:p>
                      <a:endParaRPr lang="en-US" dirty="0"/>
                    </a:p>
                    <a:p>
                      <a:r>
                        <a:rPr lang="en-IN" sz="1200" b="1" dirty="0">
                          <a:latin typeface="Times New Roman" panose="02020603050405020304" pitchFamily="18" charset="0"/>
                          <a:cs typeface="Times New Roman" panose="02020603050405020304" pitchFamily="18" charset="0"/>
                        </a:rPr>
                        <a:t>Day-3</a:t>
                      </a:r>
                    </a:p>
                  </a:txBody>
                  <a:tcPr/>
                </a:tc>
                <a:tc>
                  <a:txBody>
                    <a:bodyPr/>
                    <a:lstStyle/>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     Awareness of  Right Apps Usage </a:t>
                      </a:r>
                      <a:endParaRPr lang="en-IN" sz="12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By recognizing the importance of app security, users will choose apps with strong protective features to safeguard personal information</a:t>
                      </a:r>
                      <a:r>
                        <a:rPr lang="en-US" sz="1200" dirty="0"/>
                        <a:t>.</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2568558331"/>
                  </a:ext>
                </a:extLst>
              </a:tr>
              <a:tr h="930086">
                <a:tc>
                  <a:txBody>
                    <a:bodyPr/>
                    <a:lstStyle/>
                    <a:p>
                      <a:endParaRPr lang="en-US" dirty="0"/>
                    </a:p>
                    <a:p>
                      <a:r>
                        <a:rPr lang="en-IN" sz="1200" b="1" dirty="0">
                          <a:latin typeface="Times New Roman" panose="02020603050405020304" pitchFamily="18" charset="0"/>
                          <a:cs typeface="Times New Roman" panose="02020603050405020304" pitchFamily="18" charset="0"/>
                        </a:rPr>
                        <a:t> Day-4</a:t>
                      </a:r>
                      <a:endParaRPr lang="en-IN" sz="1200" dirty="0"/>
                    </a:p>
                  </a:txBody>
                  <a:tcPr/>
                </a:tc>
                <a:tc>
                  <a:txBody>
                    <a:bodyPr/>
                    <a:lstStyle/>
                    <a:p>
                      <a:endParaRPr lang="en-US" sz="14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Awareness on Social Media</a:t>
                      </a:r>
                    </a:p>
                    <a:p>
                      <a:r>
                        <a:rPr lang="en-US" sz="1200" dirty="0">
                          <a:latin typeface="Times New Roman" panose="02020603050405020304" pitchFamily="18" charset="0"/>
                          <a:cs typeface="Times New Roman" panose="02020603050405020304" pitchFamily="18" charset="0"/>
                        </a:rPr>
                        <a:t>                  Engagement</a:t>
                      </a:r>
                      <a:endParaRPr lang="en-IN" sz="12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They will understand the importance of verifying information before sharing, promoting digital literacy and combating mis information.</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3854112351"/>
                  </a:ext>
                </a:extLst>
              </a:tr>
              <a:tr h="1066800">
                <a:tc>
                  <a:txBody>
                    <a:bodyPr/>
                    <a:lstStyle/>
                    <a:p>
                      <a:endParaRPr lang="en-US" dirty="0"/>
                    </a:p>
                    <a:p>
                      <a:r>
                        <a:rPr lang="en-IN" sz="1200" b="1" dirty="0">
                          <a:latin typeface="Times New Roman" panose="02020603050405020304" pitchFamily="18" charset="0"/>
                          <a:cs typeface="Times New Roman" panose="02020603050405020304" pitchFamily="18" charset="0"/>
                        </a:rPr>
                        <a:t> Day-5</a:t>
                      </a:r>
                    </a:p>
                  </a:txBody>
                  <a:tcPr/>
                </a:tc>
                <a:tc>
                  <a:txBody>
                    <a:bodyPr/>
                    <a:lstStyle/>
                    <a:p>
                      <a:r>
                        <a:rPr lang="en-US" sz="2000" dirty="0">
                          <a:latin typeface="Times New Roman" panose="02020603050405020304" pitchFamily="18" charset="0"/>
                          <a:cs typeface="Times New Roman" panose="02020603050405020304" pitchFamily="18" charset="0"/>
                        </a:rPr>
                        <a:t> </a:t>
                      </a:r>
                    </a:p>
                    <a:p>
                      <a:r>
                        <a:rPr lang="en-IN" sz="1200" dirty="0">
                          <a:latin typeface="Times New Roman" panose="02020603050405020304" pitchFamily="18" charset="0"/>
                          <a:cs typeface="Times New Roman" panose="02020603050405020304" pitchFamily="18" charset="0"/>
                        </a:rPr>
                        <a:t>Public Announcement &amp; Awareness in </a:t>
                      </a:r>
                    </a:p>
                    <a:p>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Gudur</a:t>
                      </a:r>
                      <a:r>
                        <a:rPr lang="en-IN" sz="1200" dirty="0">
                          <a:latin typeface="Times New Roman" panose="02020603050405020304" pitchFamily="18" charset="0"/>
                          <a:cs typeface="Times New Roman" panose="02020603050405020304" pitchFamily="18" charset="0"/>
                        </a:rPr>
                        <a:t>.</a:t>
                      </a:r>
                      <a:endParaRPr lang="en-IN" sz="1200" dirty="0"/>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Understand the impact of initial engagement efforts on public interest and participation</a:t>
                      </a:r>
                      <a:r>
                        <a:rPr lang="en-US" sz="1200" dirty="0"/>
                        <a:t>.</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1393826095"/>
                  </a:ext>
                </a:extLst>
              </a:tr>
              <a:tr h="1043924">
                <a:tc>
                  <a:txBody>
                    <a:bodyPr/>
                    <a:lstStyle/>
                    <a:p>
                      <a:endParaRPr lang="en-US" dirty="0"/>
                    </a:p>
                    <a:p>
                      <a:r>
                        <a:rPr lang="en-IN" sz="1200" b="1" dirty="0">
                          <a:latin typeface="Times New Roman" panose="02020603050405020304" pitchFamily="18" charset="0"/>
                          <a:cs typeface="Times New Roman" panose="02020603050405020304" pitchFamily="18" charset="0"/>
                        </a:rPr>
                        <a:t> Day-6</a:t>
                      </a: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Taking the feedback about the usage of</a:t>
                      </a:r>
                    </a:p>
                    <a:p>
                      <a:r>
                        <a:rPr lang="en-US" sz="1200" dirty="0">
                          <a:latin typeface="Times New Roman" panose="02020603050405020304" pitchFamily="18" charset="0"/>
                          <a:cs typeface="Times New Roman" panose="02020603050405020304" pitchFamily="18" charset="0"/>
                        </a:rPr>
                        <a:t>                     the phones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Encourage the audience to reflect on their own phone habits and adopt a balanced approach to technology</a:t>
                      </a:r>
                      <a:r>
                        <a:rPr lang="en-US" dirty="0"/>
                        <a:t>.</a:t>
                      </a:r>
                      <a:endParaRPr lang="en-IN" dirty="0"/>
                    </a:p>
                  </a:txBody>
                  <a:tcPr/>
                </a:tc>
                <a:tc>
                  <a:txBody>
                    <a:bodyPr/>
                    <a:lstStyle/>
                    <a:p>
                      <a:endParaRPr lang="en-IN" dirty="0"/>
                    </a:p>
                  </a:txBody>
                  <a:tcPr/>
                </a:tc>
                <a:extLst>
                  <a:ext uri="{0D108BD9-81ED-4DB2-BD59-A6C34878D82A}">
                    <a16:rowId xmlns:a16="http://schemas.microsoft.com/office/drawing/2014/main" val="4137029592"/>
                  </a:ext>
                </a:extLst>
              </a:tr>
            </a:tbl>
          </a:graphicData>
        </a:graphic>
      </p:graphicFrame>
      <p:sp>
        <p:nvSpPr>
          <p:cNvPr id="12" name="TextBox 11">
            <a:extLst>
              <a:ext uri="{FF2B5EF4-FFF2-40B4-BE49-F238E27FC236}">
                <a16:creationId xmlns:a16="http://schemas.microsoft.com/office/drawing/2014/main" id="{F1D03B62-AC7B-4800-3F65-52104109D2DD}"/>
              </a:ext>
            </a:extLst>
          </p:cNvPr>
          <p:cNvSpPr txBox="1"/>
          <p:nvPr/>
        </p:nvSpPr>
        <p:spPr>
          <a:xfrm>
            <a:off x="1286640" y="10112703"/>
            <a:ext cx="4995919" cy="278281"/>
          </a:xfrm>
          <a:prstGeom prst="rect">
            <a:avLst/>
          </a:prstGeom>
          <a:noFill/>
        </p:spPr>
        <p:txBody>
          <a:bodyPr wrap="none" rtlCol="0">
            <a:spAutoFit/>
          </a:bodyPr>
          <a:lstStyle/>
          <a:p>
            <a:pPr marL="12700">
              <a:lnSpc>
                <a:spcPts val="1300"/>
              </a:lnSpc>
            </a:pPr>
            <a:r>
              <a:rPr lang="en-US" sz="1100" spc="-50" dirty="0">
                <a:latin typeface="Times New Roman" panose="02020603050405020304" pitchFamily="18" charset="0"/>
                <a:cs typeface="Times New Roman" panose="02020603050405020304" pitchFamily="18" charset="0"/>
              </a:rPr>
              <a:t>DEPARTMENT</a:t>
            </a:r>
            <a:r>
              <a:rPr lang="en-US" spc="10" dirty="0"/>
              <a:t> </a:t>
            </a:r>
            <a:r>
              <a:rPr lang="en-US" sz="1100" spc="-65" dirty="0">
                <a:latin typeface="Times New Roman" panose="02020603050405020304" pitchFamily="18" charset="0"/>
                <a:cs typeface="Times New Roman" panose="02020603050405020304" pitchFamily="18" charset="0"/>
              </a:rPr>
              <a:t>OF</a:t>
            </a:r>
            <a:r>
              <a:rPr lang="en-US" sz="1100" dirty="0">
                <a:latin typeface="Times New Roman" panose="02020603050405020304" pitchFamily="18" charset="0"/>
                <a:cs typeface="Times New Roman" panose="02020603050405020304" pitchFamily="18" charset="0"/>
              </a:rPr>
              <a:t> </a:t>
            </a:r>
            <a:r>
              <a:rPr lang="en-US" sz="1100" spc="-70" dirty="0">
                <a:latin typeface="Times New Roman" panose="02020603050405020304" pitchFamily="18" charset="0"/>
                <a:cs typeface="Times New Roman" panose="02020603050405020304" pitchFamily="18" charset="0"/>
              </a:rPr>
              <a:t>COMPUTER</a:t>
            </a:r>
            <a:r>
              <a:rPr lang="en-US" sz="1100" spc="5" dirty="0">
                <a:latin typeface="Times New Roman" panose="02020603050405020304" pitchFamily="18" charset="0"/>
                <a:cs typeface="Times New Roman" panose="02020603050405020304" pitchFamily="18" charset="0"/>
              </a:rPr>
              <a:t> </a:t>
            </a:r>
            <a:r>
              <a:rPr lang="en-US" sz="1100" spc="-50" dirty="0">
                <a:latin typeface="Times New Roman" panose="02020603050405020304" pitchFamily="18" charset="0"/>
                <a:cs typeface="Times New Roman" panose="02020603050405020304" pitchFamily="18" charset="0"/>
              </a:rPr>
              <a:t>SCIENCE</a:t>
            </a:r>
            <a:r>
              <a:rPr lang="en-US" sz="1100" spc="-5" dirty="0">
                <a:latin typeface="Times New Roman" panose="02020603050405020304" pitchFamily="18" charset="0"/>
                <a:cs typeface="Times New Roman" panose="02020603050405020304" pitchFamily="18" charset="0"/>
              </a:rPr>
              <a:t> </a:t>
            </a:r>
            <a:r>
              <a:rPr lang="en-US" sz="1100" spc="-75" dirty="0">
                <a:latin typeface="Times New Roman" panose="02020603050405020304" pitchFamily="18" charset="0"/>
                <a:cs typeface="Times New Roman" panose="02020603050405020304" pitchFamily="18" charset="0"/>
              </a:rPr>
              <a:t>AND</a:t>
            </a:r>
            <a:r>
              <a:rPr lang="en-US" sz="1100" dirty="0">
                <a:latin typeface="Times New Roman" panose="02020603050405020304" pitchFamily="18" charset="0"/>
                <a:cs typeface="Times New Roman" panose="02020603050405020304" pitchFamily="18" charset="0"/>
              </a:rPr>
              <a:t> </a:t>
            </a:r>
            <a:r>
              <a:rPr lang="en-US" sz="1100" spc="-55" dirty="0">
                <a:latin typeface="Times New Roman" panose="02020603050405020304" pitchFamily="18" charset="0"/>
                <a:cs typeface="Times New Roman" panose="02020603050405020304" pitchFamily="18" charset="0"/>
              </a:rPr>
              <a:t>ENGINEERING</a:t>
            </a:r>
            <a:r>
              <a:rPr lang="en-US" sz="1100" spc="15" dirty="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rPr>
              <a:t>(DATA</a:t>
            </a:r>
            <a:r>
              <a:rPr lang="en-US" sz="1100" spc="15" dirty="0">
                <a:latin typeface="Times New Roman" panose="02020603050405020304" pitchFamily="18" charset="0"/>
                <a:cs typeface="Times New Roman" panose="02020603050405020304" pitchFamily="18" charset="0"/>
              </a:rPr>
              <a:t> </a:t>
            </a:r>
            <a:r>
              <a:rPr lang="en-US" sz="1100" spc="-30" dirty="0">
                <a:latin typeface="Times New Roman" panose="02020603050405020304" pitchFamily="18" charset="0"/>
                <a:cs typeface="Times New Roman" panose="02020603050405020304" pitchFamily="18" charset="0"/>
              </a:rPr>
              <a:t>SCIENCE)</a:t>
            </a:r>
            <a:endParaRPr lang="en-US" spc="-30" dirty="0"/>
          </a:p>
        </p:txBody>
      </p:sp>
      <p:sp>
        <p:nvSpPr>
          <p:cNvPr id="3" name="TextBox 2">
            <a:extLst>
              <a:ext uri="{FF2B5EF4-FFF2-40B4-BE49-F238E27FC236}">
                <a16:creationId xmlns:a16="http://schemas.microsoft.com/office/drawing/2014/main" id="{E54B8D61-BFBB-A807-DD0F-2C986B6DB855}"/>
              </a:ext>
            </a:extLst>
          </p:cNvPr>
          <p:cNvSpPr txBox="1"/>
          <p:nvPr/>
        </p:nvSpPr>
        <p:spPr>
          <a:xfrm>
            <a:off x="3602497" y="988041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17</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7988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62A88C-CC95-095F-1EC2-A105DDA0C058}"/>
              </a:ext>
            </a:extLst>
          </p:cNvPr>
          <p:cNvSpPr txBox="1"/>
          <p:nvPr/>
        </p:nvSpPr>
        <p:spPr>
          <a:xfrm>
            <a:off x="622300" y="1085850"/>
            <a:ext cx="6324600" cy="587340"/>
          </a:xfrm>
          <a:prstGeom prst="rect">
            <a:avLst/>
          </a:prstGeom>
          <a:noFill/>
        </p:spPr>
        <p:txBody>
          <a:bodyPr wrap="square" rtlCol="0">
            <a:spAutoFit/>
          </a:bodyPr>
          <a:lstStyle/>
          <a:p>
            <a:pPr marL="2503805">
              <a:lnSpc>
                <a:spcPct val="100000"/>
              </a:lnSpc>
              <a:spcBef>
                <a:spcPts val="565"/>
              </a:spcBef>
            </a:pPr>
            <a:r>
              <a:rPr lang="en-US" sz="1400" b="1" dirty="0">
                <a:latin typeface="Times New Roman"/>
                <a:cs typeface="Times New Roman"/>
              </a:rPr>
              <a:t>W</a:t>
            </a:r>
            <a:r>
              <a:rPr lang="en-US" sz="1400" b="1" spc="-10" dirty="0">
                <a:latin typeface="Times New Roman"/>
                <a:cs typeface="Times New Roman"/>
              </a:rPr>
              <a:t>E</a:t>
            </a:r>
            <a:r>
              <a:rPr lang="en-US" sz="1400" b="1" dirty="0">
                <a:latin typeface="Times New Roman"/>
                <a:cs typeface="Times New Roman"/>
              </a:rPr>
              <a:t>E</a:t>
            </a:r>
            <a:r>
              <a:rPr lang="en-US" sz="1400" b="1" spc="5" dirty="0">
                <a:latin typeface="Times New Roman"/>
                <a:cs typeface="Times New Roman"/>
              </a:rPr>
              <a:t>K</a:t>
            </a:r>
            <a:r>
              <a:rPr lang="en-US" sz="1400" b="1" spc="-145" dirty="0">
                <a:latin typeface="Times New Roman"/>
                <a:cs typeface="Times New Roman"/>
              </a:rPr>
              <a:t>L</a:t>
            </a:r>
            <a:r>
              <a:rPr lang="en-US" sz="1400" b="1" dirty="0">
                <a:latin typeface="Times New Roman"/>
                <a:cs typeface="Times New Roman"/>
              </a:rPr>
              <a:t>Y</a:t>
            </a:r>
            <a:r>
              <a:rPr lang="en-US" sz="1400" b="1" spc="-55" dirty="0">
                <a:latin typeface="Times New Roman"/>
                <a:cs typeface="Times New Roman"/>
              </a:rPr>
              <a:t> </a:t>
            </a:r>
            <a:r>
              <a:rPr lang="en-US" sz="1400" b="1" spc="-5" dirty="0">
                <a:latin typeface="Times New Roman"/>
                <a:cs typeface="Times New Roman"/>
              </a:rPr>
              <a:t>R</a:t>
            </a:r>
            <a:r>
              <a:rPr lang="en-US" sz="1400" b="1" dirty="0">
                <a:latin typeface="Times New Roman"/>
                <a:cs typeface="Times New Roman"/>
              </a:rPr>
              <a:t>EPO</a:t>
            </a:r>
            <a:r>
              <a:rPr lang="en-US" sz="1400" b="1" spc="-50" dirty="0">
                <a:latin typeface="Times New Roman"/>
                <a:cs typeface="Times New Roman"/>
              </a:rPr>
              <a:t>R</a:t>
            </a:r>
            <a:r>
              <a:rPr lang="en-US" sz="1400" b="1" dirty="0">
                <a:latin typeface="Times New Roman"/>
                <a:cs typeface="Times New Roman"/>
              </a:rPr>
              <a:t>T</a:t>
            </a:r>
            <a:endParaRPr lang="en-US" sz="1400" dirty="0">
              <a:latin typeface="Times New Roman"/>
              <a:cs typeface="Times New Roman"/>
            </a:endParaRPr>
          </a:p>
          <a:p>
            <a:pPr marL="1317625">
              <a:lnSpc>
                <a:spcPct val="100000"/>
              </a:lnSpc>
              <a:spcBef>
                <a:spcPts val="470"/>
              </a:spcBef>
            </a:pPr>
            <a:r>
              <a:rPr lang="en-US" sz="1400" b="1" spc="-5" dirty="0">
                <a:latin typeface="Times New Roman"/>
                <a:cs typeface="Times New Roman"/>
              </a:rPr>
              <a:t>        WEEK</a:t>
            </a:r>
            <a:r>
              <a:rPr lang="en-US" sz="1400" b="1" spc="-15" dirty="0">
                <a:latin typeface="Times New Roman"/>
                <a:cs typeface="Times New Roman"/>
              </a:rPr>
              <a:t>- 5</a:t>
            </a:r>
            <a:r>
              <a:rPr lang="en-US" sz="1400" b="1" spc="5" dirty="0">
                <a:latin typeface="Times New Roman"/>
                <a:cs typeface="Times New Roman"/>
              </a:rPr>
              <a:t> </a:t>
            </a:r>
            <a:r>
              <a:rPr lang="en-US" sz="1400" spc="-10" dirty="0">
                <a:latin typeface="Times New Roman"/>
                <a:cs typeface="Times New Roman"/>
              </a:rPr>
              <a:t>( FROM </a:t>
            </a:r>
            <a:r>
              <a:rPr lang="en-US" sz="1400" b="1" spc="-10" dirty="0">
                <a:latin typeface="Times New Roman"/>
                <a:cs typeface="Times New Roman"/>
              </a:rPr>
              <a:t>20-08-2024 </a:t>
            </a:r>
            <a:r>
              <a:rPr lang="en-US" sz="1400" spc="-10" dirty="0">
                <a:latin typeface="Times New Roman"/>
                <a:cs typeface="Times New Roman"/>
              </a:rPr>
              <a:t>TO </a:t>
            </a:r>
            <a:r>
              <a:rPr lang="en-US" sz="1400" b="1" spc="-10" dirty="0">
                <a:latin typeface="Times New Roman"/>
                <a:cs typeface="Times New Roman"/>
              </a:rPr>
              <a:t>26-08-2024</a:t>
            </a:r>
            <a:r>
              <a:rPr lang="en-US" sz="1400" spc="-10" dirty="0">
                <a:latin typeface="Times New Roman"/>
                <a:cs typeface="Times New Roman"/>
              </a:rPr>
              <a:t>)</a:t>
            </a:r>
            <a:endParaRPr lang="en-US" sz="1400" spc="-5" dirty="0">
              <a:latin typeface="Times New Roman"/>
              <a:cs typeface="Times New Roman"/>
            </a:endParaRPr>
          </a:p>
        </p:txBody>
      </p:sp>
      <p:sp>
        <p:nvSpPr>
          <p:cNvPr id="21" name="Rectangle 2">
            <a:extLst>
              <a:ext uri="{FF2B5EF4-FFF2-40B4-BE49-F238E27FC236}">
                <a16:creationId xmlns:a16="http://schemas.microsoft.com/office/drawing/2014/main" id="{F158BDA8-513E-8F85-625C-9C00919EC5AB}"/>
              </a:ext>
            </a:extLst>
          </p:cNvPr>
          <p:cNvSpPr>
            <a:spLocks noChangeArrowheads="1"/>
          </p:cNvSpPr>
          <p:nvPr/>
        </p:nvSpPr>
        <p:spPr bwMode="auto">
          <a:xfrm rot="10800000" flipV="1">
            <a:off x="508000" y="1663928"/>
            <a:ext cx="6585778" cy="778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400" b="1" dirty="0">
                <a:latin typeface="Times New Roman" panose="02020603050405020304" pitchFamily="18" charset="0"/>
                <a:cs typeface="Times New Roman" panose="02020603050405020304" pitchFamily="18" charset="0"/>
              </a:rPr>
              <a:t>                                          USAGE OF PHONES PER DAY</a:t>
            </a:r>
          </a:p>
          <a:p>
            <a:pPr marL="0" marR="0" lvl="0" indent="0" algn="l" defTabSz="914400" rtl="0" eaLnBrk="0" fontAlgn="base" latinLnBrk="0" hangingPunct="0">
              <a:lnSpc>
                <a:spcPct val="100000"/>
              </a:lnSpc>
              <a:spcBef>
                <a:spcPct val="0"/>
              </a:spcBef>
              <a:spcAft>
                <a:spcPct val="0"/>
              </a:spcAft>
              <a:buClrTx/>
              <a:buSzTx/>
              <a:tabLst/>
            </a:pP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Daily Usage: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reports suggest that the average adult spends about 3 to 4 hours a day on their smartphones. However, this can be higher for younger users, with teens often exceeding 7 hours daily.</a:t>
            </a: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Engagement:</a:t>
            </a:r>
          </a:p>
          <a:p>
            <a:pPr marL="0" marR="0" lvl="0" indent="0" algn="l" defTabSz="914400" rtl="0" eaLnBrk="0" fontAlgn="base" latinLnBrk="0" hangingPunct="0">
              <a:lnSpc>
                <a:spcPct val="100000"/>
              </a:lnSpc>
              <a:spcBef>
                <a:spcPct val="0"/>
              </a:spcBef>
              <a:spcAft>
                <a:spcPct val="0"/>
              </a:spcAft>
              <a:buClrTx/>
              <a:buSzTx/>
              <a:tabLst/>
            </a:pPr>
            <a:r>
              <a:rPr lang="en-US" altLang="en-US" sz="1400" dirty="0">
                <a:latin typeface="Times New Roman" panose="02020603050405020304" pitchFamily="18" charset="0"/>
                <a:cs typeface="Times New Roman" panose="02020603050405020304" pitchFamily="18" charset="0"/>
              </a:rPr>
              <a:t>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typically spend about 30-40% of their phone time on social media platforms like Instagram, TikTok, and Faceboo</a:t>
            </a:r>
            <a:r>
              <a:rPr lang="en-US" altLang="en-US" sz="1200" dirty="0">
                <a:latin typeface="Times New Roman" panose="02020603050405020304" pitchFamily="18" charset="0"/>
                <a:cs typeface="Times New Roman" panose="02020603050405020304" pitchFamily="18" charset="0"/>
              </a:rPr>
              <a:t>k</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Times New Roman" panose="02020603050405020304" pitchFamily="18" charset="0"/>
              <a:cs typeface="Times New Roman" panose="02020603050405020304" pitchFamily="18" charset="0"/>
            </a:endParaRPr>
          </a:p>
          <a:p>
            <a:r>
              <a:rPr lang="en-US" sz="1400" b="1" dirty="0" err="1">
                <a:latin typeface="Times New Roman" panose="02020603050405020304" pitchFamily="18" charset="0"/>
                <a:cs typeface="Times New Roman" panose="02020603050405020304" pitchFamily="18" charset="0"/>
              </a:rPr>
              <a:t>Whatsapp</a:t>
            </a:r>
            <a:r>
              <a:rPr lang="en-US" sz="14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 </a:t>
            </a:r>
            <a:r>
              <a:rPr lang="en-US" sz="1200" dirty="0">
                <a:latin typeface="Times New Roman" panose="02020603050405020304" pitchFamily="18" charset="0"/>
                <a:cs typeface="Times New Roman" panose="02020603050405020304" pitchFamily="18" charset="0"/>
              </a:rPr>
              <a:t> Users spend an average of 38 minutes per day on WhatsApp.</a:t>
            </a:r>
          </a:p>
          <a:p>
            <a:r>
              <a:rPr lang="en-US" sz="1200" b="1" dirty="0">
                <a:latin typeface="Times New Roman" panose="02020603050405020304" pitchFamily="18" charset="0"/>
                <a:cs typeface="Times New Roman" panose="02020603050405020304" pitchFamily="18" charset="0"/>
              </a:rPr>
              <a:t>      * </a:t>
            </a:r>
            <a:r>
              <a:rPr lang="en-US" sz="1200" dirty="0">
                <a:latin typeface="Times New Roman" panose="02020603050405020304" pitchFamily="18" charset="0"/>
                <a:cs typeface="Times New Roman" panose="02020603050405020304" pitchFamily="18" charset="0"/>
              </a:rPr>
              <a:t> Over 2 billion users worldwide, making it one of the most popular messaging apps.</a:t>
            </a:r>
          </a:p>
          <a:p>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Gaming Apps : </a:t>
            </a:r>
          </a:p>
          <a:p>
            <a:r>
              <a:rPr lang="en-US" sz="1200" b="1" dirty="0"/>
              <a:t>      * </a:t>
            </a:r>
            <a:r>
              <a:rPr lang="en-US" sz="1200" dirty="0"/>
              <a:t>Casual gamers spend about 30 minutes to 2 hours daily, while more dedicated gamers can spend several hours.</a:t>
            </a:r>
          </a:p>
          <a:p>
            <a:r>
              <a:rPr lang="en-US" sz="1200" b="1" dirty="0"/>
              <a:t>      *</a:t>
            </a:r>
            <a:r>
              <a:rPr lang="en-US" sz="1200" dirty="0"/>
              <a:t> Mobile gaming generates billions in revenue, with popular titles attracting millions of daily active users (e.g., PUBG, Candy Crush).</a:t>
            </a:r>
          </a:p>
          <a:p>
            <a:endParaRPr lang="en-US" sz="1200" dirty="0"/>
          </a:p>
          <a:p>
            <a:r>
              <a:rPr lang="en-US" sz="1400" b="1" dirty="0">
                <a:latin typeface="Times New Roman" panose="02020603050405020304" pitchFamily="18" charset="0"/>
                <a:cs typeface="Times New Roman" panose="02020603050405020304" pitchFamily="18" charset="0"/>
              </a:rPr>
              <a:t>Instagram : </a:t>
            </a:r>
          </a:p>
          <a:p>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 Users average about 30 minutes to over an hour daily on Instagram.</a:t>
            </a:r>
          </a:p>
          <a:p>
            <a:r>
              <a:rPr lang="en-US" sz="1200" dirty="0">
                <a:latin typeface="Times New Roman" panose="02020603050405020304" pitchFamily="18" charset="0"/>
                <a:cs typeface="Times New Roman" panose="02020603050405020304" pitchFamily="18" charset="0"/>
              </a:rPr>
              <a:t>     * Around 1.5 billion monthly active users; it’s particularly popular among younger demographics.</a:t>
            </a:r>
          </a:p>
          <a:p>
            <a:endParaRPr lang="en-US" sz="12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1400" b="1" dirty="0" err="1">
                <a:latin typeface="Times New Roman" panose="02020603050405020304" pitchFamily="18" charset="0"/>
                <a:cs typeface="Times New Roman" panose="02020603050405020304" pitchFamily="18" charset="0"/>
              </a:rPr>
              <a:t>Youtube</a:t>
            </a:r>
            <a:r>
              <a:rPr lang="en-US" altLang="en-US" sz="1400" b="1" dirty="0">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tabLst/>
            </a:pPr>
            <a:r>
              <a:rPr lang="en-US" altLang="en-US" sz="1200" b="1" dirty="0">
                <a:latin typeface="Times New Roman" panose="02020603050405020304" pitchFamily="18" charset="0"/>
                <a:cs typeface="Times New Roman" panose="02020603050405020304" pitchFamily="18" charset="0"/>
              </a:rPr>
              <a:t>     * </a:t>
            </a:r>
            <a:r>
              <a:rPr lang="en-US" sz="1200" dirty="0"/>
              <a:t> Users typically spend about 30 minutes to over an hour on YouTube daily.</a:t>
            </a:r>
            <a:endParaRPr lang="en-US" altLang="en-US" sz="1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200" dirty="0">
                <a:latin typeface="Times New Roman" panose="02020603050405020304" pitchFamily="18" charset="0"/>
                <a:cs typeface="Times New Roman" panose="02020603050405020304" pitchFamily="18" charset="0"/>
              </a:rPr>
              <a:t>    *  More than 1 billion hours of videos are watched in </a:t>
            </a:r>
            <a:r>
              <a:rPr lang="en-US" altLang="en-US" sz="1200" dirty="0" err="1">
                <a:latin typeface="Times New Roman" panose="02020603050405020304" pitchFamily="18" charset="0"/>
                <a:cs typeface="Times New Roman" panose="02020603050405020304" pitchFamily="18" charset="0"/>
              </a:rPr>
              <a:t>youtube</a:t>
            </a:r>
            <a:r>
              <a:rPr lang="en-US" altLang="en-US" sz="1200" dirty="0">
                <a:latin typeface="Times New Roman" panose="02020603050405020304" pitchFamily="18" charset="0"/>
                <a:cs typeface="Times New Roman" panose="02020603050405020304" pitchFamily="18" charset="0"/>
              </a:rPr>
              <a:t>.</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722DF715-E1E7-89CA-D635-FD3EE4AB9B90}"/>
              </a:ext>
            </a:extLst>
          </p:cNvPr>
          <p:cNvPicPr>
            <a:picLocks noChangeAspect="1"/>
          </p:cNvPicPr>
          <p:nvPr/>
        </p:nvPicPr>
        <p:blipFill>
          <a:blip r:embed="rId3">
            <a:extLst>
              <a:ext uri="{28A0092B-C50C-407E-A947-70E740481C1C}">
                <a14:useLocalDpi xmlns:a14="http://schemas.microsoft.com/office/drawing/2010/main" val="0"/>
              </a:ext>
            </a:extLst>
          </a:blip>
          <a:srcRect l="1704"/>
          <a:stretch/>
        </p:blipFill>
        <p:spPr>
          <a:xfrm>
            <a:off x="654878" y="3752850"/>
            <a:ext cx="6438900" cy="2152415"/>
          </a:xfrm>
          <a:prstGeom prst="rect">
            <a:avLst/>
          </a:prstGeom>
        </p:spPr>
      </p:pic>
      <p:sp>
        <p:nvSpPr>
          <p:cNvPr id="4" name="Footer Placeholder 3">
            <a:extLst>
              <a:ext uri="{FF2B5EF4-FFF2-40B4-BE49-F238E27FC236}">
                <a16:creationId xmlns:a16="http://schemas.microsoft.com/office/drawing/2014/main" id="{2C7E2243-7367-ACB9-07DE-BF2A24A53195}"/>
              </a:ext>
            </a:extLst>
          </p:cNvPr>
          <p:cNvSpPr>
            <a:spLocks noGrp="1"/>
          </p:cNvSpPr>
          <p:nvPr>
            <p:ph type="ftr" sz="quarter" idx="5"/>
          </p:nvPr>
        </p:nvSpPr>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
        <p:nvSpPr>
          <p:cNvPr id="5" name="TextBox 4">
            <a:extLst>
              <a:ext uri="{FF2B5EF4-FFF2-40B4-BE49-F238E27FC236}">
                <a16:creationId xmlns:a16="http://schemas.microsoft.com/office/drawing/2014/main" id="{ACAD99FF-9E98-AD8A-556D-F6CE85DB93FB}"/>
              </a:ext>
            </a:extLst>
          </p:cNvPr>
          <p:cNvSpPr txBox="1"/>
          <p:nvPr/>
        </p:nvSpPr>
        <p:spPr>
          <a:xfrm>
            <a:off x="3784600" y="9720976"/>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18</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557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5E3179-F1E1-2FC5-36AC-4F64B2C8A21D}"/>
              </a:ext>
            </a:extLst>
          </p:cNvPr>
          <p:cNvSpPr txBox="1"/>
          <p:nvPr/>
        </p:nvSpPr>
        <p:spPr>
          <a:xfrm>
            <a:off x="635000" y="1162050"/>
            <a:ext cx="6629400" cy="276999"/>
          </a:xfrm>
          <a:prstGeom prst="rect">
            <a:avLst/>
          </a:prstGeom>
          <a:noFill/>
        </p:spPr>
        <p:txBody>
          <a:bodyPr wrap="square" rtlCol="0">
            <a:spAutoFit/>
          </a:bodyPr>
          <a:lstStyle/>
          <a:p>
            <a:pPr algn="ctr">
              <a:spcBef>
                <a:spcPts val="100"/>
              </a:spcBef>
            </a:pPr>
            <a:r>
              <a:rPr lang="en-US" sz="1200" b="1" dirty="0">
                <a:latin typeface="Times New Roman"/>
                <a:cs typeface="Times New Roman"/>
              </a:rPr>
              <a:t>  ACTIVITY</a:t>
            </a:r>
            <a:r>
              <a:rPr lang="en-US" sz="1200" b="1" spc="-65" dirty="0">
                <a:latin typeface="Times New Roman"/>
                <a:cs typeface="Times New Roman"/>
              </a:rPr>
              <a:t> </a:t>
            </a:r>
            <a:r>
              <a:rPr lang="en-US" sz="1200" b="1" dirty="0">
                <a:latin typeface="Times New Roman"/>
                <a:cs typeface="Times New Roman"/>
              </a:rPr>
              <a:t>LOG</a:t>
            </a:r>
            <a:r>
              <a:rPr lang="en-US" sz="1200" b="1" spc="-20" dirty="0">
                <a:latin typeface="Times New Roman"/>
                <a:cs typeface="Times New Roman"/>
              </a:rPr>
              <a:t> </a:t>
            </a:r>
            <a:r>
              <a:rPr lang="en-US" sz="1200" b="1" spc="-10" dirty="0">
                <a:latin typeface="Times New Roman"/>
                <a:cs typeface="Times New Roman"/>
              </a:rPr>
              <a:t>FOR</a:t>
            </a:r>
            <a:r>
              <a:rPr lang="en-US" sz="1200" b="1" spc="-40" dirty="0">
                <a:latin typeface="Times New Roman"/>
                <a:cs typeface="Times New Roman"/>
              </a:rPr>
              <a:t> </a:t>
            </a:r>
            <a:r>
              <a:rPr lang="en-US" sz="1200" b="1" dirty="0">
                <a:latin typeface="Times New Roman"/>
                <a:cs typeface="Times New Roman"/>
              </a:rPr>
              <a:t>THE</a:t>
            </a:r>
            <a:r>
              <a:rPr lang="en-US" sz="1200" b="1" spc="-40" dirty="0">
                <a:latin typeface="Times New Roman"/>
                <a:cs typeface="Times New Roman"/>
              </a:rPr>
              <a:t> SIXTH </a:t>
            </a:r>
            <a:r>
              <a:rPr lang="en-US" sz="1200" b="1" spc="-5" dirty="0">
                <a:latin typeface="Times New Roman"/>
                <a:cs typeface="Times New Roman"/>
              </a:rPr>
              <a:t>WEEK</a:t>
            </a:r>
            <a:endParaRPr lang="en-US" sz="1200" dirty="0">
              <a:latin typeface="Times New Roman"/>
              <a:cs typeface="Times New Roman"/>
            </a:endParaRPr>
          </a:p>
        </p:txBody>
      </p:sp>
      <p:graphicFrame>
        <p:nvGraphicFramePr>
          <p:cNvPr id="5" name="Table 4">
            <a:extLst>
              <a:ext uri="{FF2B5EF4-FFF2-40B4-BE49-F238E27FC236}">
                <a16:creationId xmlns:a16="http://schemas.microsoft.com/office/drawing/2014/main" id="{7E4A93CA-7949-9E0C-C731-5AA910F6E0E9}"/>
              </a:ext>
            </a:extLst>
          </p:cNvPr>
          <p:cNvGraphicFramePr>
            <a:graphicFrameLocks noGrp="1"/>
          </p:cNvGraphicFramePr>
          <p:nvPr>
            <p:extLst>
              <p:ext uri="{D42A27DB-BD31-4B8C-83A1-F6EECF244321}">
                <p14:modId xmlns:p14="http://schemas.microsoft.com/office/powerpoint/2010/main" val="2193864987"/>
              </p:ext>
            </p:extLst>
          </p:nvPr>
        </p:nvGraphicFramePr>
        <p:xfrm>
          <a:off x="411320" y="1619250"/>
          <a:ext cx="6746559" cy="7424486"/>
        </p:xfrm>
        <a:graphic>
          <a:graphicData uri="http://schemas.openxmlformats.org/drawingml/2006/table">
            <a:tbl>
              <a:tblPr firstRow="1" bandRow="1"/>
              <a:tblGrid>
                <a:gridCol w="858680">
                  <a:extLst>
                    <a:ext uri="{9D8B030D-6E8A-4147-A177-3AD203B41FA5}">
                      <a16:colId xmlns:a16="http://schemas.microsoft.com/office/drawing/2014/main" val="4035625902"/>
                    </a:ext>
                  </a:extLst>
                </a:gridCol>
                <a:gridCol w="2902476">
                  <a:extLst>
                    <a:ext uri="{9D8B030D-6E8A-4147-A177-3AD203B41FA5}">
                      <a16:colId xmlns:a16="http://schemas.microsoft.com/office/drawing/2014/main" val="2136634200"/>
                    </a:ext>
                  </a:extLst>
                </a:gridCol>
                <a:gridCol w="1998149">
                  <a:extLst>
                    <a:ext uri="{9D8B030D-6E8A-4147-A177-3AD203B41FA5}">
                      <a16:colId xmlns:a16="http://schemas.microsoft.com/office/drawing/2014/main" val="1769517584"/>
                    </a:ext>
                  </a:extLst>
                </a:gridCol>
                <a:gridCol w="987254">
                  <a:extLst>
                    <a:ext uri="{9D8B030D-6E8A-4147-A177-3AD203B41FA5}">
                      <a16:colId xmlns:a16="http://schemas.microsoft.com/office/drawing/2014/main" val="3581310769"/>
                    </a:ext>
                  </a:extLst>
                </a:gridCol>
              </a:tblGrid>
              <a:tr h="735563">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Day &amp; Date</a:t>
                      </a:r>
                      <a:endParaRPr lang="en-IN" sz="1200" b="1"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Brief Description of the Daily</a:t>
                      </a:r>
                    </a:p>
                    <a:p>
                      <a:r>
                        <a:rPr lang="en-US" sz="1200" b="1">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Activity</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Learning Outcome</a:t>
                      </a:r>
                      <a:endParaRPr lang="en-IN" sz="1200" b="1"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Person </a:t>
                      </a:r>
                    </a:p>
                    <a:p>
                      <a:r>
                        <a:rPr lang="en-US" sz="1200" b="1" dirty="0">
                          <a:latin typeface="Times New Roman" panose="02020603050405020304" pitchFamily="18" charset="0"/>
                          <a:cs typeface="Times New Roman" panose="02020603050405020304" pitchFamily="18" charset="0"/>
                        </a:rPr>
                        <a:t>In-Charge</a:t>
                      </a:r>
                    </a:p>
                    <a:p>
                      <a:r>
                        <a:rPr lang="en-US" sz="1200" b="1" dirty="0">
                          <a:latin typeface="Times New Roman" panose="02020603050405020304" pitchFamily="18" charset="0"/>
                          <a:cs typeface="Times New Roman" panose="02020603050405020304" pitchFamily="18" charset="0"/>
                        </a:rPr>
                        <a:t>Signature</a:t>
                      </a:r>
                      <a:endParaRPr lang="en-IN" sz="1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37967479"/>
                  </a:ext>
                </a:extLst>
              </a:tr>
              <a:tr h="1014602">
                <a:tc>
                  <a:txBody>
                    <a:bodyPr/>
                    <a:lstStyle/>
                    <a:p>
                      <a:endParaRPr lang="en-US" sz="1200" b="1" i="0" baseline="0" dirty="0">
                        <a:latin typeface="Times New Roman" panose="02020603050405020304" pitchFamily="18" charset="0"/>
                      </a:endParaRPr>
                    </a:p>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Day-1</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Collect the data about the Male’s can be</a:t>
                      </a:r>
                    </a:p>
                    <a:p>
                      <a:r>
                        <a:rPr lang="en-US" sz="1200" dirty="0">
                          <a:latin typeface="Times New Roman" panose="02020603050405020304" pitchFamily="18" charset="0"/>
                          <a:cs typeface="Times New Roman" panose="02020603050405020304" pitchFamily="18" charset="0"/>
                        </a:rPr>
                        <a:t>             screen usage of  the phone.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Men tend to spend significant time on their phones daily, with studies indicating that male users might average around 3 to 5 hours per day, depending on their age group and life style</a:t>
                      </a:r>
                      <a:r>
                        <a:rPr lang="en-US" sz="1200" dirty="0"/>
                        <a:t>.</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1938030925"/>
                  </a:ext>
                </a:extLst>
              </a:tr>
              <a:tr h="1014602">
                <a:tc>
                  <a:txBody>
                    <a:bodyPr/>
                    <a:lstStyle/>
                    <a:p>
                      <a:r>
                        <a:rPr lang="en-US" sz="1200" b="1" i="0" baseline="0" dirty="0">
                          <a:latin typeface="Times New Roman" panose="02020603050405020304" pitchFamily="18" charset="0"/>
                        </a:rPr>
                        <a:t>   </a:t>
                      </a:r>
                    </a:p>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Day-2</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Collect the data about the Female’s can be</a:t>
                      </a:r>
                    </a:p>
                    <a:p>
                      <a:r>
                        <a:rPr lang="en-US" sz="1200" dirty="0">
                          <a:latin typeface="Times New Roman" panose="02020603050405020304" pitchFamily="18" charset="0"/>
                          <a:cs typeface="Times New Roman" panose="02020603050405020304" pitchFamily="18" charset="0"/>
                        </a:rPr>
                        <a:t>             screen usage of the phone.</a:t>
                      </a:r>
                    </a:p>
                  </a:txBody>
                  <a:tcPr/>
                </a:tc>
                <a:tc>
                  <a:txBody>
                    <a:bodyPr/>
                    <a:lstStyle/>
                    <a:p>
                      <a:r>
                        <a:rPr lang="en-US" sz="1200" dirty="0">
                          <a:latin typeface="Times New Roman" panose="02020603050405020304" pitchFamily="18" charset="0"/>
                          <a:cs typeface="Times New Roman" panose="02020603050405020304" pitchFamily="18" charset="0"/>
                        </a:rPr>
                        <a:t>Women tend to spend an average of about 3 to 5 hours on their phones daily, with variations depending on age, lifestyle, and personal preferences.</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3291257818"/>
                  </a:ext>
                </a:extLst>
              </a:tr>
              <a:tr h="898466">
                <a:tc>
                  <a:txBody>
                    <a:bodyPr/>
                    <a:lstStyle/>
                    <a:p>
                      <a:r>
                        <a:rPr lang="en-US" sz="1200" b="1" i="0" baseline="0" dirty="0">
                          <a:latin typeface="Times New Roman" panose="02020603050405020304" pitchFamily="18" charset="0"/>
                        </a:rPr>
                        <a:t>   </a:t>
                      </a:r>
                    </a:p>
                    <a:p>
                      <a:r>
                        <a:rPr lang="en-US" sz="1200" b="1" i="0" baseline="0" dirty="0">
                          <a:latin typeface="Times New Roman" panose="02020603050405020304" pitchFamily="18" charset="0"/>
                        </a:rPr>
                        <a:t>  Day-3</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Conduct a survey on the phones usage by</a:t>
                      </a:r>
                    </a:p>
                    <a:p>
                      <a:r>
                        <a:rPr lang="en-US" sz="1200" dirty="0">
                          <a:latin typeface="Times New Roman" panose="02020603050405020304" pitchFamily="18" charset="0"/>
                          <a:cs typeface="Times New Roman" panose="02020603050405020304" pitchFamily="18" charset="0"/>
                        </a:rPr>
                        <a:t>                   male’s in my locality.</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 To visualize data related to communication, entertainment, shopping, productivity, health, and privacy.</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dirty="0"/>
                    </a:p>
                  </a:txBody>
                  <a:tcPr/>
                </a:tc>
                <a:extLst>
                  <a:ext uri="{0D108BD9-81ED-4DB2-BD59-A6C34878D82A}">
                    <a16:rowId xmlns:a16="http://schemas.microsoft.com/office/drawing/2014/main" val="2131583294"/>
                  </a:ext>
                </a:extLst>
              </a:tr>
              <a:tr h="925033">
                <a:tc>
                  <a:txBody>
                    <a:bodyPr/>
                    <a:lstStyle/>
                    <a:p>
                      <a:endParaRPr lang="en-US" sz="1200" b="1" i="0" baseline="0" dirty="0">
                        <a:latin typeface="Times New Roman" panose="02020603050405020304" pitchFamily="18" charset="0"/>
                      </a:endParaRPr>
                    </a:p>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Day-4</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Conduct a survey on the phones usage by</a:t>
                      </a:r>
                    </a:p>
                    <a:p>
                      <a:r>
                        <a:rPr lang="en-US" sz="1200" dirty="0">
                          <a:latin typeface="Times New Roman" panose="02020603050405020304" pitchFamily="18" charset="0"/>
                          <a:cs typeface="Times New Roman" panose="02020603050405020304" pitchFamily="18" charset="0"/>
                        </a:rPr>
                        <a:t>                female’s in my locality.</a:t>
                      </a: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To visualize data related to communication, entertainment, shopping, productivity, health, and privacy.</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3282931120"/>
                  </a:ext>
                </a:extLst>
              </a:tr>
              <a:tr h="930051">
                <a:tc>
                  <a:txBody>
                    <a:bodyPr/>
                    <a:lstStyle/>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a:t>
                      </a:r>
                    </a:p>
                    <a:p>
                      <a:r>
                        <a:rPr lang="en-US" sz="1200" b="1" i="0" baseline="0" dirty="0">
                          <a:latin typeface="Times New Roman" panose="02020603050405020304" pitchFamily="18" charset="0"/>
                        </a:rPr>
                        <a:t>  Day-5</a:t>
                      </a:r>
                      <a:endParaRPr lang="en-IN" sz="1200" b="1" i="0" baseline="0" dirty="0">
                        <a:latin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Collect the data in male’s which the</a:t>
                      </a:r>
                    </a:p>
                    <a:p>
                      <a:r>
                        <a:rPr lang="en-US" sz="1200" dirty="0">
                          <a:latin typeface="Times New Roman" panose="02020603050405020304" pitchFamily="18" charset="0"/>
                          <a:cs typeface="Times New Roman" panose="02020603050405020304" pitchFamily="18" charset="0"/>
                        </a:rPr>
                        <a:t>        purpose can be usage of phone.</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Phone usage is characterized by a blend of communication, entertainment, productivity, and shopping activities. </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3070139476"/>
                  </a:ext>
                </a:extLst>
              </a:tr>
              <a:tr h="1111083">
                <a:tc>
                  <a:txBody>
                    <a:bodyPr/>
                    <a:lstStyle/>
                    <a:p>
                      <a:r>
                        <a:rPr lang="en-US" sz="1200" b="1" i="0" baseline="0" dirty="0">
                          <a:latin typeface="Times New Roman" panose="02020603050405020304" pitchFamily="18" charset="0"/>
                        </a:rPr>
                        <a:t>  </a:t>
                      </a:r>
                    </a:p>
                    <a:p>
                      <a:r>
                        <a:rPr lang="en-US" sz="1200" b="1" i="0" baseline="0" dirty="0">
                          <a:latin typeface="Times New Roman" panose="02020603050405020304" pitchFamily="18" charset="0"/>
                        </a:rPr>
                        <a:t>  Day-6</a:t>
                      </a:r>
                      <a:endParaRPr lang="en-IN" sz="1200" b="1" i="0" baseline="0" dirty="0">
                        <a:latin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Collect the data in female’s which the</a:t>
                      </a:r>
                    </a:p>
                    <a:p>
                      <a:r>
                        <a:rPr lang="en-US" sz="1200" dirty="0">
                          <a:latin typeface="Times New Roman" panose="02020603050405020304" pitchFamily="18" charset="0"/>
                          <a:cs typeface="Times New Roman" panose="02020603050405020304" pitchFamily="18" charset="0"/>
                        </a:rPr>
                        <a:t>        purpose can be usage of phone.</a:t>
                      </a: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They frequently engage with messaging apps such as WhatsApp and Facebook Messenger to stay connected with friends and family.</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dirty="0"/>
                    </a:p>
                  </a:txBody>
                  <a:tcPr/>
                </a:tc>
                <a:extLst>
                  <a:ext uri="{0D108BD9-81ED-4DB2-BD59-A6C34878D82A}">
                    <a16:rowId xmlns:a16="http://schemas.microsoft.com/office/drawing/2014/main" val="1745299091"/>
                  </a:ext>
                </a:extLst>
              </a:tr>
            </a:tbl>
          </a:graphicData>
        </a:graphic>
      </p:graphicFrame>
      <p:sp>
        <p:nvSpPr>
          <p:cNvPr id="2" name="Footer Placeholder 1">
            <a:extLst>
              <a:ext uri="{FF2B5EF4-FFF2-40B4-BE49-F238E27FC236}">
                <a16:creationId xmlns:a16="http://schemas.microsoft.com/office/drawing/2014/main" id="{9985F9FB-9881-CCD5-3D41-020F862D07D8}"/>
              </a:ext>
            </a:extLst>
          </p:cNvPr>
          <p:cNvSpPr>
            <a:spLocks noGrp="1"/>
          </p:cNvSpPr>
          <p:nvPr>
            <p:ph type="ftr" sz="quarter" idx="5"/>
          </p:nvPr>
        </p:nvSpPr>
        <p:spPr>
          <a:xfrm>
            <a:off x="1577975" y="10153650"/>
            <a:ext cx="4743450" cy="180975"/>
          </a:xfrm>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
        <p:nvSpPr>
          <p:cNvPr id="7" name="TextBox 6">
            <a:extLst>
              <a:ext uri="{FF2B5EF4-FFF2-40B4-BE49-F238E27FC236}">
                <a16:creationId xmlns:a16="http://schemas.microsoft.com/office/drawing/2014/main" id="{7494348E-B105-ABB0-1EBF-482D11F1CE1D}"/>
              </a:ext>
            </a:extLst>
          </p:cNvPr>
          <p:cNvSpPr txBox="1"/>
          <p:nvPr/>
        </p:nvSpPr>
        <p:spPr>
          <a:xfrm>
            <a:off x="3784599" y="983349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19</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7775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F4D63F-501B-37EC-0AE1-EDF672259D8B}"/>
              </a:ext>
            </a:extLst>
          </p:cNvPr>
          <p:cNvSpPr txBox="1"/>
          <p:nvPr/>
        </p:nvSpPr>
        <p:spPr>
          <a:xfrm rot="10800000" flipV="1">
            <a:off x="562134" y="1295941"/>
            <a:ext cx="6324600" cy="3206006"/>
          </a:xfrm>
          <a:prstGeom prst="rect">
            <a:avLst/>
          </a:prstGeom>
          <a:noFill/>
        </p:spPr>
        <p:txBody>
          <a:bodyPr wrap="square" rtlCol="0">
            <a:spAutoFit/>
          </a:bodyPr>
          <a:lstStyle/>
          <a:p>
            <a:pPr marL="2503805">
              <a:lnSpc>
                <a:spcPct val="100000"/>
              </a:lnSpc>
              <a:spcBef>
                <a:spcPts val="565"/>
              </a:spcBef>
            </a:pPr>
            <a:r>
              <a:rPr lang="en-US" sz="1400" b="1" dirty="0">
                <a:latin typeface="Times New Roman"/>
                <a:cs typeface="Times New Roman"/>
              </a:rPr>
              <a:t>W</a:t>
            </a:r>
            <a:r>
              <a:rPr lang="en-US" sz="1400" b="1" spc="-10" dirty="0">
                <a:latin typeface="Times New Roman"/>
                <a:cs typeface="Times New Roman"/>
              </a:rPr>
              <a:t>E</a:t>
            </a:r>
            <a:r>
              <a:rPr lang="en-US" sz="1400" b="1" dirty="0">
                <a:latin typeface="Times New Roman"/>
                <a:cs typeface="Times New Roman"/>
              </a:rPr>
              <a:t>E</a:t>
            </a:r>
            <a:r>
              <a:rPr lang="en-US" sz="1400" b="1" spc="5" dirty="0">
                <a:latin typeface="Times New Roman"/>
                <a:cs typeface="Times New Roman"/>
              </a:rPr>
              <a:t>K</a:t>
            </a:r>
            <a:r>
              <a:rPr lang="en-US" sz="1400" b="1" spc="-145" dirty="0">
                <a:latin typeface="Times New Roman"/>
                <a:cs typeface="Times New Roman"/>
              </a:rPr>
              <a:t>L</a:t>
            </a:r>
            <a:r>
              <a:rPr lang="en-US" sz="1400" b="1" dirty="0">
                <a:latin typeface="Times New Roman"/>
                <a:cs typeface="Times New Roman"/>
              </a:rPr>
              <a:t>Y</a:t>
            </a:r>
            <a:r>
              <a:rPr lang="en-US" sz="1400" b="1" spc="-55" dirty="0">
                <a:latin typeface="Times New Roman"/>
                <a:cs typeface="Times New Roman"/>
              </a:rPr>
              <a:t> </a:t>
            </a:r>
            <a:r>
              <a:rPr lang="en-US" sz="1400" b="1" spc="-5" dirty="0">
                <a:latin typeface="Times New Roman"/>
                <a:cs typeface="Times New Roman"/>
              </a:rPr>
              <a:t>R</a:t>
            </a:r>
            <a:r>
              <a:rPr lang="en-US" sz="1400" b="1" dirty="0">
                <a:latin typeface="Times New Roman"/>
                <a:cs typeface="Times New Roman"/>
              </a:rPr>
              <a:t>EPO</a:t>
            </a:r>
            <a:r>
              <a:rPr lang="en-US" sz="1400" b="1" spc="-50" dirty="0">
                <a:latin typeface="Times New Roman"/>
                <a:cs typeface="Times New Roman"/>
              </a:rPr>
              <a:t>R</a:t>
            </a:r>
            <a:r>
              <a:rPr lang="en-US" sz="1400" b="1" dirty="0">
                <a:latin typeface="Times New Roman"/>
                <a:cs typeface="Times New Roman"/>
              </a:rPr>
              <a:t>T</a:t>
            </a:r>
            <a:endParaRPr lang="en-US" sz="1400" dirty="0">
              <a:latin typeface="Times New Roman"/>
              <a:cs typeface="Times New Roman"/>
            </a:endParaRPr>
          </a:p>
          <a:p>
            <a:pPr marL="1317625">
              <a:lnSpc>
                <a:spcPct val="100000"/>
              </a:lnSpc>
              <a:spcBef>
                <a:spcPts val="470"/>
              </a:spcBef>
            </a:pPr>
            <a:r>
              <a:rPr lang="en-US" sz="1400" b="1" spc="-5" dirty="0">
                <a:latin typeface="Times New Roman"/>
                <a:cs typeface="Times New Roman"/>
              </a:rPr>
              <a:t>   WEEK</a:t>
            </a:r>
            <a:r>
              <a:rPr lang="en-US" sz="1400" b="1" spc="-15" dirty="0">
                <a:latin typeface="Times New Roman"/>
                <a:cs typeface="Times New Roman"/>
              </a:rPr>
              <a:t> </a:t>
            </a:r>
            <a:r>
              <a:rPr lang="en-US" sz="1400" b="1" dirty="0">
                <a:latin typeface="Times New Roman"/>
                <a:cs typeface="Times New Roman"/>
              </a:rPr>
              <a:t>–</a:t>
            </a:r>
            <a:r>
              <a:rPr lang="en-US" sz="1400" b="1" spc="5" dirty="0">
                <a:latin typeface="Times New Roman"/>
                <a:cs typeface="Times New Roman"/>
              </a:rPr>
              <a:t> 6 </a:t>
            </a:r>
            <a:r>
              <a:rPr lang="en-US" sz="1400" spc="-10" dirty="0">
                <a:latin typeface="Times New Roman"/>
                <a:cs typeface="Times New Roman"/>
              </a:rPr>
              <a:t>(FROM </a:t>
            </a:r>
            <a:r>
              <a:rPr lang="en-US" sz="1400" b="1" spc="-10" dirty="0">
                <a:latin typeface="Times New Roman"/>
                <a:cs typeface="Times New Roman"/>
              </a:rPr>
              <a:t>27-08-2024 </a:t>
            </a:r>
            <a:r>
              <a:rPr lang="en-US" sz="1400" spc="-10" dirty="0">
                <a:latin typeface="Times New Roman"/>
                <a:cs typeface="Times New Roman"/>
              </a:rPr>
              <a:t>TO </a:t>
            </a:r>
            <a:r>
              <a:rPr lang="en-US" sz="1400" b="1" spc="-10" dirty="0">
                <a:latin typeface="Times New Roman"/>
                <a:cs typeface="Times New Roman"/>
              </a:rPr>
              <a:t>02-09-2024</a:t>
            </a:r>
            <a:r>
              <a:rPr lang="en-US" sz="1400" spc="-5" dirty="0">
                <a:latin typeface="Times New Roman"/>
                <a:cs typeface="Times New Roman"/>
              </a:rPr>
              <a:t>)</a:t>
            </a:r>
          </a:p>
          <a:p>
            <a:pPr marL="1317625">
              <a:lnSpc>
                <a:spcPct val="100000"/>
              </a:lnSpc>
              <a:spcBef>
                <a:spcPts val="470"/>
              </a:spcBef>
            </a:pPr>
            <a:endParaRPr lang="en-US" sz="800" dirty="0">
              <a:latin typeface="Times New Roman"/>
              <a:cs typeface="Times New Roman"/>
            </a:endParaRPr>
          </a:p>
          <a:p>
            <a:pPr>
              <a:lnSpc>
                <a:spcPct val="100000"/>
              </a:lnSpc>
              <a:spcBef>
                <a:spcPts val="40"/>
              </a:spcBef>
            </a:pPr>
            <a:r>
              <a:rPr lang="en-US" sz="1400" b="1" dirty="0">
                <a:latin typeface="Times New Roman"/>
                <a:cs typeface="Times New Roman"/>
              </a:rPr>
              <a:t>                                 PHONE USAGE TRENDS BY  GENDER</a:t>
            </a:r>
          </a:p>
          <a:p>
            <a:pPr>
              <a:lnSpc>
                <a:spcPct val="100000"/>
              </a:lnSpc>
              <a:spcBef>
                <a:spcPts val="40"/>
              </a:spcBef>
            </a:pPr>
            <a:endParaRPr lang="en-US" sz="800" b="1" dirty="0">
              <a:latin typeface="Times New Roman"/>
              <a:cs typeface="Times New Roman"/>
            </a:endParaRPr>
          </a:p>
          <a:p>
            <a:r>
              <a:rPr lang="en-US" sz="1400" b="1" dirty="0">
                <a:latin typeface="Times New Roman" panose="02020603050405020304" pitchFamily="18" charset="0"/>
                <a:cs typeface="Times New Roman" panose="02020603050405020304" pitchFamily="18" charset="0"/>
              </a:rPr>
              <a:t>Overall Screen Time</a:t>
            </a:r>
            <a:r>
              <a:rPr lang="en-US" sz="1400" dirty="0">
                <a:latin typeface="Times New Roman" panose="02020603050405020304" pitchFamily="18" charset="0"/>
                <a:cs typeface="Times New Roman" panose="02020603050405020304" pitchFamily="18" charset="0"/>
              </a:rPr>
              <a:t>:</a:t>
            </a:r>
          </a:p>
          <a:p>
            <a:endParaRPr lang="en-US" sz="8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Females</a:t>
            </a:r>
            <a:r>
              <a:rPr lang="en-US" sz="1200" dirty="0">
                <a:latin typeface="Times New Roman" panose="02020603050405020304" pitchFamily="18" charset="0"/>
                <a:cs typeface="Times New Roman" panose="02020603050405020304" pitchFamily="18" charset="0"/>
              </a:rPr>
              <a:t>: Often spend more time on their phones, averaging about 4-5 hours daily.</a:t>
            </a:r>
          </a:p>
          <a:p>
            <a:r>
              <a:rPr lang="en-US" sz="1200" b="1" dirty="0">
                <a:latin typeface="Times New Roman" panose="02020603050405020304" pitchFamily="18" charset="0"/>
                <a:cs typeface="Times New Roman" panose="02020603050405020304" pitchFamily="18" charset="0"/>
              </a:rPr>
              <a:t>                    Males</a:t>
            </a:r>
            <a:r>
              <a:rPr lang="en-US" sz="1200" dirty="0">
                <a:latin typeface="Times New Roman" panose="02020603050405020304" pitchFamily="18" charset="0"/>
                <a:cs typeface="Times New Roman" panose="02020603050405020304" pitchFamily="18" charset="0"/>
              </a:rPr>
              <a:t>: Typically spend around 3-4 hours daily, with variations based on age and</a:t>
            </a:r>
          </a:p>
          <a:p>
            <a:r>
              <a:rPr lang="en-US" sz="1200" dirty="0">
                <a:latin typeface="Times New Roman" panose="02020603050405020304" pitchFamily="18" charset="0"/>
                <a:cs typeface="Times New Roman" panose="02020603050405020304" pitchFamily="18" charset="0"/>
              </a:rPr>
              <a:t>                                 interests</a:t>
            </a:r>
            <a:r>
              <a:rPr lang="en-US" sz="1200" dirty="0"/>
              <a:t>.</a:t>
            </a:r>
          </a:p>
          <a:p>
            <a:pPr>
              <a:buFont typeface="Arial" panose="020B0604020202020204" pitchFamily="34" charset="0"/>
              <a:buChar char="•"/>
            </a:pPr>
            <a:endParaRPr lang="en-US" sz="800" dirty="0"/>
          </a:p>
          <a:p>
            <a:r>
              <a:rPr lang="en-US" sz="1400" b="1" dirty="0">
                <a:latin typeface="Times New Roman" panose="02020603050405020304" pitchFamily="18" charset="0"/>
                <a:cs typeface="Times New Roman" panose="02020603050405020304" pitchFamily="18" charset="0"/>
              </a:rPr>
              <a:t>Social Media :</a:t>
            </a:r>
          </a:p>
          <a:p>
            <a:endParaRPr lang="en-US" sz="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Females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More engaged with platforms like Instagram, Facebook, and Pinterest. They</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tend </a:t>
            </a:r>
            <a:r>
              <a:rPr lang="en-US" altLang="en-US" sz="1200" dirty="0">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spend more time posting, commenting, and connecting.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Males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Frequently use Twitter, Reddit, and YouTube, often engaging in discussions and</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consuming content related to gaming and technology.</a:t>
            </a:r>
          </a:p>
        </p:txBody>
      </p:sp>
      <p:pic>
        <p:nvPicPr>
          <p:cNvPr id="10" name="Picture 9">
            <a:extLst>
              <a:ext uri="{FF2B5EF4-FFF2-40B4-BE49-F238E27FC236}">
                <a16:creationId xmlns:a16="http://schemas.microsoft.com/office/drawing/2014/main" id="{AF2D0750-C9FD-405D-8F53-50D4F0697179}"/>
              </a:ext>
            </a:extLst>
          </p:cNvPr>
          <p:cNvPicPr>
            <a:picLocks noChangeAspect="1"/>
          </p:cNvPicPr>
          <p:nvPr/>
        </p:nvPicPr>
        <p:blipFill>
          <a:blip r:embed="rId2">
            <a:extLst>
              <a:ext uri="{28A0092B-C50C-407E-A947-70E740481C1C}">
                <a14:useLocalDpi xmlns:a14="http://schemas.microsoft.com/office/drawing/2010/main" val="0"/>
              </a:ext>
            </a:extLst>
          </a:blip>
          <a:srcRect l="10553" t="5261"/>
          <a:stretch/>
        </p:blipFill>
        <p:spPr>
          <a:xfrm>
            <a:off x="1711165" y="4708411"/>
            <a:ext cx="4146869" cy="15811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TextBox 10">
            <a:extLst>
              <a:ext uri="{FF2B5EF4-FFF2-40B4-BE49-F238E27FC236}">
                <a16:creationId xmlns:a16="http://schemas.microsoft.com/office/drawing/2014/main" id="{7CA535C5-41A7-3414-1DA3-C4A96EF6BDF7}"/>
              </a:ext>
            </a:extLst>
          </p:cNvPr>
          <p:cNvSpPr txBox="1"/>
          <p:nvPr/>
        </p:nvSpPr>
        <p:spPr>
          <a:xfrm>
            <a:off x="431800" y="6496050"/>
            <a:ext cx="6645905" cy="2831544"/>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  Shopping &amp; E-Commerce :</a:t>
            </a:r>
          </a:p>
          <a:p>
            <a:endParaRPr lang="en-US" sz="8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Female : </a:t>
            </a:r>
            <a:r>
              <a:rPr lang="en-US" sz="1200" dirty="0">
                <a:latin typeface="Times New Roman" panose="02020603050405020304" pitchFamily="18" charset="0"/>
                <a:cs typeface="Times New Roman" panose="02020603050405020304" pitchFamily="18" charset="0"/>
              </a:rPr>
              <a:t>More likely to use their phones for Online shopping particularly in fashion and</a:t>
            </a:r>
          </a:p>
          <a:p>
            <a:r>
              <a:rPr lang="en-US" sz="1200" dirty="0">
                <a:latin typeface="Times New Roman" panose="02020603050405020304" pitchFamily="18" charset="0"/>
                <a:cs typeface="Times New Roman" panose="02020603050405020304" pitchFamily="18" charset="0"/>
              </a:rPr>
              <a:t>                                     beauty.</a:t>
            </a:r>
          </a:p>
          <a:p>
            <a:r>
              <a:rPr lang="en-US" sz="1200" b="1" dirty="0">
                <a:latin typeface="Times New Roman" panose="02020603050405020304" pitchFamily="18" charset="0"/>
                <a:cs typeface="Times New Roman" panose="02020603050405020304" pitchFamily="18" charset="0"/>
              </a:rPr>
              <a:t>                     Male : </a:t>
            </a:r>
            <a:r>
              <a:rPr lang="en-US" sz="1200" dirty="0">
                <a:latin typeface="Times New Roman" panose="02020603050405020304" pitchFamily="18" charset="0"/>
                <a:cs typeface="Times New Roman" panose="02020603050405020304" pitchFamily="18" charset="0"/>
              </a:rPr>
              <a:t>Also engaging Online Shopping  , Often focusing on Electronic and Gaming</a:t>
            </a:r>
          </a:p>
          <a:p>
            <a:r>
              <a:rPr lang="en-US" sz="1200" dirty="0">
                <a:latin typeface="Times New Roman" panose="02020603050405020304" pitchFamily="18" charset="0"/>
                <a:cs typeface="Times New Roman" panose="02020603050405020304" pitchFamily="18" charset="0"/>
              </a:rPr>
              <a:t>                                 product.</a:t>
            </a:r>
          </a:p>
          <a:p>
            <a:endParaRPr lang="en-US" sz="1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Video Content : </a:t>
            </a:r>
            <a:endParaRPr lang="en-US" altLang="en-US" sz="1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Females : </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like</a:t>
            </a:r>
            <a:r>
              <a:rPr lang="en-US" altLang="en-US" sz="1200" dirty="0">
                <a:latin typeface="Times New Roman" panose="02020603050405020304" pitchFamily="18" charset="0"/>
                <a:cs typeface="Times New Roman" panose="02020603050405020304" pitchFamily="18" charset="0"/>
              </a:rPr>
              <a:t>ly to watch lifestyle, beauty, and educational videos on platforms like</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Youtube</a:t>
            </a:r>
            <a:r>
              <a:rPr lang="en-US" altLang="en-US" sz="1200" dirty="0">
                <a:latin typeface="Times New Roman" panose="02020603050405020304" pitchFamily="18" charset="0"/>
                <a:cs typeface="Times New Roman" panose="02020603050405020304" pitchFamily="18" charset="0"/>
              </a:rPr>
              <a:t>.</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latin typeface="Times New Roman" panose="02020603050405020304" pitchFamily="18" charset="0"/>
                <a:cs typeface="Times New Roman" panose="02020603050405020304" pitchFamily="18" charset="0"/>
              </a:rPr>
              <a:t>                 </a:t>
            </a:r>
            <a:r>
              <a:rPr lang="en-US" altLang="en-US" sz="1200" b="1" dirty="0">
                <a:latin typeface="Times New Roman" panose="02020603050405020304" pitchFamily="18" charset="0"/>
                <a:cs typeface="Times New Roman" panose="02020603050405020304" pitchFamily="18" charset="0"/>
              </a:rPr>
              <a:t>Males: </a:t>
            </a:r>
            <a:r>
              <a:rPr lang="en-US" altLang="en-US" sz="1200" dirty="0">
                <a:latin typeface="Times New Roman" panose="02020603050405020304" pitchFamily="18" charset="0"/>
                <a:cs typeface="Times New Roman" panose="02020603050405020304" pitchFamily="18" charset="0"/>
              </a:rPr>
              <a:t>Often watch gaming streams , tech reviews and sports content , contributing to higher</a:t>
            </a:r>
          </a:p>
          <a:p>
            <a:pPr marL="0" marR="0" lvl="0" indent="0" algn="l" defTabSz="914400" rtl="0" eaLnBrk="0" fontAlgn="base" latinLnBrk="0" hangingPunct="0">
              <a:lnSpc>
                <a:spcPct val="100000"/>
              </a:lnSpc>
              <a:spcBef>
                <a:spcPct val="0"/>
              </a:spcBef>
              <a:spcAft>
                <a:spcPct val="0"/>
              </a:spcAft>
              <a:buClrTx/>
              <a:buSzTx/>
              <a:tabLst/>
            </a:pPr>
            <a:r>
              <a:rPr lang="en-US" altLang="en-US" sz="1200" dirty="0">
                <a:latin typeface="Times New Roman" panose="02020603050405020304" pitchFamily="18" charset="0"/>
                <a:cs typeface="Times New Roman" panose="02020603050405020304" pitchFamily="18" charset="0"/>
              </a:rPr>
              <a:t>                             engagement in those areas.</a:t>
            </a:r>
            <a:endParaRPr lang="en-US" sz="12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p>
          <a:p>
            <a:endParaRPr lang="en-IN" sz="1400" b="1"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394A805A-D6DA-0A18-2686-6F6B6337F32B}"/>
              </a:ext>
            </a:extLst>
          </p:cNvPr>
          <p:cNvSpPr>
            <a:spLocks noGrp="1"/>
          </p:cNvSpPr>
          <p:nvPr>
            <p:ph type="ftr" sz="quarter" idx="5"/>
          </p:nvPr>
        </p:nvSpPr>
        <p:spPr/>
        <p:txBody>
          <a:bodyPr/>
          <a:lstStyle/>
          <a:p>
            <a:pPr marL="12700">
              <a:lnSpc>
                <a:spcPts val="1300"/>
              </a:lnSpc>
            </a:pPr>
            <a:r>
              <a:rPr lang="en-US" spc="-50" dirty="0"/>
              <a:t>DEPARTMENT</a:t>
            </a:r>
            <a:r>
              <a:rPr lang="en-US" spc="10" dirty="0"/>
              <a:t> </a:t>
            </a:r>
            <a:r>
              <a:rPr lang="en-US" spc="-65" dirty="0"/>
              <a:t>OF</a:t>
            </a:r>
            <a:r>
              <a:rPr lang="en-US" dirty="0"/>
              <a:t> </a:t>
            </a:r>
            <a:r>
              <a:rPr lang="en-US" spc="-70" dirty="0"/>
              <a:t>COMPUTER</a:t>
            </a:r>
            <a:r>
              <a:rPr lang="en-US" spc="5" dirty="0"/>
              <a:t> </a:t>
            </a:r>
            <a:r>
              <a:rPr lang="en-US" spc="-50" dirty="0"/>
              <a:t>SCIENCE</a:t>
            </a:r>
            <a:r>
              <a:rPr lang="en-US" spc="-5" dirty="0"/>
              <a:t> </a:t>
            </a:r>
            <a:r>
              <a:rPr lang="en-US" spc="-75" dirty="0"/>
              <a:t>AND</a:t>
            </a:r>
            <a:r>
              <a:rPr lang="en-US" dirty="0"/>
              <a:t> </a:t>
            </a:r>
            <a:r>
              <a:rPr lang="en-US" spc="-55" dirty="0"/>
              <a:t>ENGINEERING</a:t>
            </a:r>
            <a:r>
              <a:rPr lang="en-US" spc="15" dirty="0"/>
              <a:t> </a:t>
            </a:r>
            <a:r>
              <a:rPr lang="en-US" dirty="0"/>
              <a:t>(DATA</a:t>
            </a:r>
            <a:r>
              <a:rPr lang="en-US" spc="15" dirty="0"/>
              <a:t> </a:t>
            </a:r>
            <a:r>
              <a:rPr lang="en-US" spc="-30" dirty="0"/>
              <a:t>SCIENCE)</a:t>
            </a:r>
          </a:p>
        </p:txBody>
      </p:sp>
      <p:sp>
        <p:nvSpPr>
          <p:cNvPr id="4" name="TextBox 3">
            <a:extLst>
              <a:ext uri="{FF2B5EF4-FFF2-40B4-BE49-F238E27FC236}">
                <a16:creationId xmlns:a16="http://schemas.microsoft.com/office/drawing/2014/main" id="{37107AB4-8E16-D048-94F1-D8505D07316A}"/>
              </a:ext>
            </a:extLst>
          </p:cNvPr>
          <p:cNvSpPr txBox="1"/>
          <p:nvPr/>
        </p:nvSpPr>
        <p:spPr>
          <a:xfrm>
            <a:off x="3784599" y="9735580"/>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20</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105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1D11E8-0A54-51E4-DB26-41E5D32DFD3A}"/>
              </a:ext>
            </a:extLst>
          </p:cNvPr>
          <p:cNvSpPr txBox="1"/>
          <p:nvPr/>
        </p:nvSpPr>
        <p:spPr>
          <a:xfrm>
            <a:off x="2260600" y="1390650"/>
            <a:ext cx="3270767" cy="276999"/>
          </a:xfrm>
          <a:prstGeom prst="rect">
            <a:avLst/>
          </a:prstGeom>
          <a:noFill/>
        </p:spPr>
        <p:txBody>
          <a:bodyPr wrap="none" rtlCol="0">
            <a:spAutoFit/>
          </a:bodyPr>
          <a:lstStyle/>
          <a:p>
            <a:r>
              <a:rPr lang="en-US" sz="1200" b="1" dirty="0">
                <a:latin typeface="Times New Roman"/>
                <a:cs typeface="Times New Roman"/>
              </a:rPr>
              <a:t>ACTIVITY</a:t>
            </a:r>
            <a:r>
              <a:rPr lang="en-US" sz="1200" b="1" spc="-65" dirty="0">
                <a:latin typeface="Times New Roman"/>
                <a:cs typeface="Times New Roman"/>
              </a:rPr>
              <a:t> </a:t>
            </a:r>
            <a:r>
              <a:rPr lang="en-US" sz="1200" b="1" dirty="0">
                <a:latin typeface="Times New Roman"/>
                <a:cs typeface="Times New Roman"/>
              </a:rPr>
              <a:t>LOG</a:t>
            </a:r>
            <a:r>
              <a:rPr lang="en-US" sz="1200" b="1" spc="-20" dirty="0">
                <a:latin typeface="Times New Roman"/>
                <a:cs typeface="Times New Roman"/>
              </a:rPr>
              <a:t> </a:t>
            </a:r>
            <a:r>
              <a:rPr lang="en-US" sz="1200" b="1" spc="-10" dirty="0">
                <a:latin typeface="Times New Roman"/>
                <a:cs typeface="Times New Roman"/>
              </a:rPr>
              <a:t>FOR</a:t>
            </a:r>
            <a:r>
              <a:rPr lang="en-US" sz="1200" b="1" spc="-40" dirty="0">
                <a:latin typeface="Times New Roman"/>
                <a:cs typeface="Times New Roman"/>
              </a:rPr>
              <a:t> </a:t>
            </a:r>
            <a:r>
              <a:rPr lang="en-US" sz="1200" b="1" dirty="0">
                <a:latin typeface="Times New Roman"/>
                <a:cs typeface="Times New Roman"/>
              </a:rPr>
              <a:t>THE</a:t>
            </a:r>
            <a:r>
              <a:rPr lang="en-US" sz="1200" b="1" spc="-40" dirty="0">
                <a:latin typeface="Times New Roman"/>
                <a:cs typeface="Times New Roman"/>
              </a:rPr>
              <a:t> SEVENTH </a:t>
            </a:r>
            <a:r>
              <a:rPr lang="en-US" sz="1200" b="1" spc="-5" dirty="0">
                <a:latin typeface="Times New Roman"/>
                <a:cs typeface="Times New Roman"/>
              </a:rPr>
              <a:t>WEEK</a:t>
            </a:r>
            <a:endParaRPr lang="en-US" sz="1200" dirty="0">
              <a:latin typeface="Times New Roman"/>
              <a:cs typeface="Times New Roman"/>
            </a:endParaRPr>
          </a:p>
        </p:txBody>
      </p:sp>
      <p:graphicFrame>
        <p:nvGraphicFramePr>
          <p:cNvPr id="4" name="Table 3">
            <a:extLst>
              <a:ext uri="{FF2B5EF4-FFF2-40B4-BE49-F238E27FC236}">
                <a16:creationId xmlns:a16="http://schemas.microsoft.com/office/drawing/2014/main" id="{D9180FE4-F51A-19D9-59D9-E91B721CFCCB}"/>
              </a:ext>
            </a:extLst>
          </p:cNvPr>
          <p:cNvGraphicFramePr>
            <a:graphicFrameLocks noGrp="1"/>
          </p:cNvGraphicFramePr>
          <p:nvPr>
            <p:extLst>
              <p:ext uri="{D42A27DB-BD31-4B8C-83A1-F6EECF244321}">
                <p14:modId xmlns:p14="http://schemas.microsoft.com/office/powerpoint/2010/main" val="456235928"/>
              </p:ext>
            </p:extLst>
          </p:nvPr>
        </p:nvGraphicFramePr>
        <p:xfrm>
          <a:off x="619222" y="1847850"/>
          <a:ext cx="6553518" cy="7360920"/>
        </p:xfrm>
        <a:graphic>
          <a:graphicData uri="http://schemas.openxmlformats.org/drawingml/2006/table">
            <a:tbl>
              <a:tblPr firstRow="1" bandRow="1"/>
              <a:tblGrid>
                <a:gridCol w="990918">
                  <a:extLst>
                    <a:ext uri="{9D8B030D-6E8A-4147-A177-3AD203B41FA5}">
                      <a16:colId xmlns:a16="http://schemas.microsoft.com/office/drawing/2014/main" val="1711836250"/>
                    </a:ext>
                  </a:extLst>
                </a:gridCol>
                <a:gridCol w="2555459">
                  <a:extLst>
                    <a:ext uri="{9D8B030D-6E8A-4147-A177-3AD203B41FA5}">
                      <a16:colId xmlns:a16="http://schemas.microsoft.com/office/drawing/2014/main" val="1462963878"/>
                    </a:ext>
                  </a:extLst>
                </a:gridCol>
                <a:gridCol w="2016541">
                  <a:extLst>
                    <a:ext uri="{9D8B030D-6E8A-4147-A177-3AD203B41FA5}">
                      <a16:colId xmlns:a16="http://schemas.microsoft.com/office/drawing/2014/main" val="3790313409"/>
                    </a:ext>
                  </a:extLst>
                </a:gridCol>
                <a:gridCol w="990600">
                  <a:extLst>
                    <a:ext uri="{9D8B030D-6E8A-4147-A177-3AD203B41FA5}">
                      <a16:colId xmlns:a16="http://schemas.microsoft.com/office/drawing/2014/main" val="1749401179"/>
                    </a:ext>
                  </a:extLst>
                </a:gridCol>
              </a:tblGrid>
              <a:tr h="762000">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Day &amp; Date</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Breif</a:t>
                      </a:r>
                      <a:r>
                        <a:rPr lang="en-US" sz="1200" b="1" dirty="0">
                          <a:latin typeface="Times New Roman" panose="02020603050405020304" pitchFamily="18" charset="0"/>
                          <a:cs typeface="Times New Roman" panose="02020603050405020304" pitchFamily="18" charset="0"/>
                        </a:rPr>
                        <a:t> description of the Daily</a:t>
                      </a:r>
                    </a:p>
                    <a:p>
                      <a:r>
                        <a:rPr lang="en-US" sz="1200" b="1" dirty="0">
                          <a:latin typeface="Times New Roman" panose="02020603050405020304" pitchFamily="18" charset="0"/>
                          <a:cs typeface="Times New Roman" panose="02020603050405020304" pitchFamily="18" charset="0"/>
                        </a:rPr>
                        <a:t>                   Activity</a:t>
                      </a:r>
                      <a:endParaRPr lang="en-IN" sz="1200" b="1"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Learning Outcomes</a:t>
                      </a:r>
                      <a:endParaRPr lang="en-IN" sz="1200" b="1"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Person</a:t>
                      </a:r>
                    </a:p>
                    <a:p>
                      <a:r>
                        <a:rPr lang="en-US" sz="1200" b="1" dirty="0">
                          <a:latin typeface="Times New Roman" panose="02020603050405020304" pitchFamily="18" charset="0"/>
                          <a:cs typeface="Times New Roman" panose="02020603050405020304" pitchFamily="18" charset="0"/>
                        </a:rPr>
                        <a:t>In-Charge</a:t>
                      </a:r>
                    </a:p>
                    <a:p>
                      <a:r>
                        <a:rPr lang="en-US" sz="1200" b="1" dirty="0">
                          <a:latin typeface="Times New Roman" panose="02020603050405020304" pitchFamily="18" charset="0"/>
                          <a:cs typeface="Times New Roman" panose="02020603050405020304" pitchFamily="18" charset="0"/>
                        </a:rPr>
                        <a:t>Signature</a:t>
                      </a:r>
                      <a:endParaRPr lang="en-IN" sz="1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1312810"/>
                  </a:ext>
                </a:extLst>
              </a:tr>
              <a:tr h="838200">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Day-1</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Collect the public information in</a:t>
                      </a:r>
                    </a:p>
                    <a:p>
                      <a:r>
                        <a:rPr lang="en-US" sz="1200" dirty="0">
                          <a:latin typeface="Times New Roman" panose="02020603050405020304" pitchFamily="18" charset="0"/>
                          <a:cs typeface="Times New Roman" panose="02020603050405020304" pitchFamily="18" charset="0"/>
                        </a:rPr>
                        <a:t>              my locality</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00000"/>
                        </a:lnSpc>
                        <a:spcBef>
                          <a:spcPts val="10"/>
                        </a:spcBef>
                      </a:pPr>
                      <a:endParaRPr sz="1350" dirty="0">
                        <a:latin typeface="Times New Roman"/>
                        <a:cs typeface="Times New Roman"/>
                      </a:endParaRPr>
                    </a:p>
                    <a:p>
                      <a:pPr marL="812165" marR="200025" indent="-549275">
                        <a:lnSpc>
                          <a:spcPts val="1360"/>
                        </a:lnSpc>
                      </a:pPr>
                      <a:r>
                        <a:rPr lang="en-US" sz="1200" spc="-5" dirty="0">
                          <a:latin typeface="Times New Roman"/>
                          <a:cs typeface="Times New Roman"/>
                        </a:rPr>
                        <a:t> </a:t>
                      </a:r>
                      <a:r>
                        <a:rPr sz="1200" spc="-5" dirty="0">
                          <a:latin typeface="Times New Roman"/>
                          <a:cs typeface="Times New Roman"/>
                        </a:rPr>
                        <a:t>Known</a:t>
                      </a:r>
                      <a:r>
                        <a:rPr sz="1200" spc="-15" dirty="0">
                          <a:latin typeface="Times New Roman"/>
                          <a:cs typeface="Times New Roman"/>
                        </a:rPr>
                        <a:t> </a:t>
                      </a:r>
                      <a:r>
                        <a:rPr sz="1200" spc="-5" dirty="0">
                          <a:latin typeface="Times New Roman"/>
                          <a:cs typeface="Times New Roman"/>
                        </a:rPr>
                        <a:t>about</a:t>
                      </a:r>
                      <a:r>
                        <a:rPr sz="1200" spc="-15" dirty="0">
                          <a:latin typeface="Times New Roman"/>
                          <a:cs typeface="Times New Roman"/>
                        </a:rPr>
                        <a:t> </a:t>
                      </a:r>
                      <a:r>
                        <a:rPr sz="1200" spc="-5" dirty="0">
                          <a:latin typeface="Times New Roman"/>
                          <a:cs typeface="Times New Roman"/>
                        </a:rPr>
                        <a:t>the</a:t>
                      </a:r>
                      <a:r>
                        <a:rPr sz="1200" spc="-15" dirty="0">
                          <a:latin typeface="Times New Roman"/>
                          <a:cs typeface="Times New Roman"/>
                        </a:rPr>
                        <a:t> </a:t>
                      </a:r>
                      <a:r>
                        <a:rPr sz="1200" dirty="0">
                          <a:latin typeface="Times New Roman"/>
                          <a:cs typeface="Times New Roman"/>
                        </a:rPr>
                        <a:t>usage</a:t>
                      </a:r>
                      <a:endParaRPr lang="en-US" sz="1200" spc="0" dirty="0">
                        <a:latin typeface="Times New Roman"/>
                        <a:cs typeface="Times New Roman"/>
                      </a:endParaRPr>
                    </a:p>
                    <a:p>
                      <a:pPr marL="812165" marR="200025" indent="-549275">
                        <a:lnSpc>
                          <a:spcPts val="1360"/>
                        </a:lnSpc>
                      </a:pPr>
                      <a:r>
                        <a:rPr sz="1200" spc="-20" dirty="0">
                          <a:latin typeface="Times New Roman"/>
                          <a:cs typeface="Times New Roman"/>
                        </a:rPr>
                        <a:t> </a:t>
                      </a:r>
                      <a:r>
                        <a:rPr sz="1200" dirty="0">
                          <a:latin typeface="Times New Roman"/>
                          <a:cs typeface="Times New Roman"/>
                        </a:rPr>
                        <a:t>of </a:t>
                      </a:r>
                      <a:r>
                        <a:rPr sz="1200" spc="-285" dirty="0">
                          <a:latin typeface="Times New Roman"/>
                          <a:cs typeface="Times New Roman"/>
                        </a:rPr>
                        <a:t> </a:t>
                      </a:r>
                      <a:r>
                        <a:rPr lang="en-US" sz="1200" spc="-5" dirty="0">
                          <a:latin typeface="Times New Roman"/>
                          <a:cs typeface="Times New Roman"/>
                        </a:rPr>
                        <a:t>phone with high time</a:t>
                      </a:r>
                      <a:endParaRPr sz="1200" dirty="0">
                        <a:latin typeface="Times New Roman"/>
                        <a:cs typeface="Times New Roman"/>
                      </a:endParaRPr>
                    </a:p>
                  </a:txBody>
                  <a:tcPr marL="0" marR="0" marT="1270" marB="0"/>
                </a:tc>
                <a:tc>
                  <a:txBody>
                    <a:bodyPr/>
                    <a:lstStyle/>
                    <a:p>
                      <a:endParaRPr lang="en-IN"/>
                    </a:p>
                  </a:txBody>
                  <a:tcPr/>
                </a:tc>
                <a:extLst>
                  <a:ext uri="{0D108BD9-81ED-4DB2-BD59-A6C34878D82A}">
                    <a16:rowId xmlns:a16="http://schemas.microsoft.com/office/drawing/2014/main" val="1945323525"/>
                  </a:ext>
                </a:extLst>
              </a:tr>
              <a:tr h="914400">
                <a:tc>
                  <a:txBody>
                    <a:bodyPr/>
                    <a:lstStyle/>
                    <a:p>
                      <a:endParaRPr lang="en-US" dirty="0"/>
                    </a:p>
                    <a:p>
                      <a:r>
                        <a:rPr lang="en-IN" sz="1200" b="1" dirty="0">
                          <a:latin typeface="Times New Roman" panose="02020603050405020304" pitchFamily="18" charset="0"/>
                          <a:cs typeface="Times New Roman" panose="02020603050405020304" pitchFamily="18" charset="0"/>
                        </a:rPr>
                        <a:t>   Day-2</a:t>
                      </a:r>
                    </a:p>
                  </a:txBody>
                  <a:tcPr/>
                </a:tc>
                <a:tc>
                  <a:txBody>
                    <a:bodyPr/>
                    <a:lstStyle/>
                    <a:p>
                      <a:pPr>
                        <a:lnSpc>
                          <a:spcPct val="100000"/>
                        </a:lnSpc>
                        <a:spcBef>
                          <a:spcPts val="45"/>
                        </a:spcBef>
                      </a:pPr>
                      <a:endParaRPr sz="1200" dirty="0">
                        <a:latin typeface="Times New Roman"/>
                        <a:cs typeface="Times New Roman"/>
                      </a:endParaRPr>
                    </a:p>
                    <a:p>
                      <a:pPr marL="865505" marR="545465" indent="-610235">
                        <a:lnSpc>
                          <a:spcPct val="103299"/>
                        </a:lnSpc>
                      </a:pPr>
                      <a:r>
                        <a:rPr lang="en-US" sz="1200" spc="-5" dirty="0">
                          <a:latin typeface="Times New Roman"/>
                          <a:cs typeface="Times New Roman"/>
                        </a:rPr>
                        <a:t> </a:t>
                      </a:r>
                      <a:r>
                        <a:rPr sz="1200" spc="-5" dirty="0">
                          <a:latin typeface="Times New Roman"/>
                          <a:cs typeface="Times New Roman"/>
                        </a:rPr>
                        <a:t>Met</a:t>
                      </a:r>
                      <a:r>
                        <a:rPr sz="1200" spc="-20" dirty="0">
                          <a:latin typeface="Times New Roman"/>
                          <a:cs typeface="Times New Roman"/>
                        </a:rPr>
                        <a:t> </a:t>
                      </a:r>
                      <a:r>
                        <a:rPr sz="1200" spc="-5" dirty="0">
                          <a:latin typeface="Times New Roman"/>
                          <a:cs typeface="Times New Roman"/>
                        </a:rPr>
                        <a:t>the</a:t>
                      </a:r>
                      <a:r>
                        <a:rPr sz="1200" spc="-20" dirty="0">
                          <a:latin typeface="Times New Roman"/>
                          <a:cs typeface="Times New Roman"/>
                        </a:rPr>
                        <a:t> </a:t>
                      </a:r>
                      <a:r>
                        <a:rPr sz="1200" spc="-5" dirty="0">
                          <a:latin typeface="Times New Roman"/>
                          <a:cs typeface="Times New Roman"/>
                        </a:rPr>
                        <a:t>each</a:t>
                      </a:r>
                      <a:r>
                        <a:rPr sz="1200" spc="-10" dirty="0">
                          <a:latin typeface="Times New Roman"/>
                          <a:cs typeface="Times New Roman"/>
                        </a:rPr>
                        <a:t> </a:t>
                      </a:r>
                      <a:r>
                        <a:rPr sz="1200" dirty="0">
                          <a:latin typeface="Times New Roman"/>
                          <a:cs typeface="Times New Roman"/>
                        </a:rPr>
                        <a:t>person</a:t>
                      </a:r>
                      <a:r>
                        <a:rPr sz="1200" spc="-15" dirty="0">
                          <a:latin typeface="Times New Roman"/>
                          <a:cs typeface="Times New Roman"/>
                        </a:rPr>
                        <a:t> </a:t>
                      </a:r>
                      <a:r>
                        <a:rPr lang="en-US" sz="1200" spc="-5" dirty="0">
                          <a:latin typeface="Times New Roman"/>
                          <a:cs typeface="Times New Roman"/>
                        </a:rPr>
                        <a:t> in </a:t>
                      </a:r>
                    </a:p>
                    <a:p>
                      <a:pPr marL="865505" marR="545465" indent="-610235">
                        <a:lnSpc>
                          <a:spcPct val="103299"/>
                        </a:lnSpc>
                      </a:pPr>
                      <a:r>
                        <a:rPr lang="en-US" sz="1200" spc="-5" dirty="0">
                          <a:latin typeface="Times New Roman"/>
                          <a:cs typeface="Times New Roman"/>
                        </a:rPr>
                        <a:t>           </a:t>
                      </a:r>
                      <a:r>
                        <a:rPr sz="1200" spc="5" dirty="0">
                          <a:latin typeface="Times New Roman"/>
                          <a:cs typeface="Times New Roman"/>
                        </a:rPr>
                        <a:t>my </a:t>
                      </a:r>
                      <a:r>
                        <a:rPr sz="1200" spc="-285" dirty="0">
                          <a:latin typeface="Times New Roman"/>
                          <a:cs typeface="Times New Roman"/>
                        </a:rPr>
                        <a:t> </a:t>
                      </a:r>
                      <a:r>
                        <a:rPr sz="1200" spc="-15" dirty="0">
                          <a:latin typeface="Times New Roman"/>
                          <a:cs typeface="Times New Roman"/>
                        </a:rPr>
                        <a:t>locality.</a:t>
                      </a:r>
                      <a:endParaRPr sz="1200" dirty="0">
                        <a:latin typeface="Times New Roman"/>
                        <a:cs typeface="Times New Roman"/>
                      </a:endParaRPr>
                    </a:p>
                  </a:txBody>
                  <a:tcPr marL="0" marR="0" marT="5715" marB="0"/>
                </a:tc>
                <a:tc>
                  <a:txBody>
                    <a:bodyPr/>
                    <a:lstStyle/>
                    <a:p>
                      <a:pPr>
                        <a:lnSpc>
                          <a:spcPct val="100000"/>
                        </a:lnSpc>
                        <a:spcBef>
                          <a:spcPts val="45"/>
                        </a:spcBef>
                      </a:pPr>
                      <a:endParaRPr sz="1300" dirty="0">
                        <a:latin typeface="Times New Roman"/>
                        <a:cs typeface="Times New Roman"/>
                      </a:endParaRPr>
                    </a:p>
                    <a:p>
                      <a:pPr marL="103505" marR="174625">
                        <a:lnSpc>
                          <a:spcPts val="1420"/>
                        </a:lnSpc>
                      </a:pPr>
                      <a:r>
                        <a:rPr lang="en-US" sz="1200" spc="-5" dirty="0">
                          <a:latin typeface="Times New Roman"/>
                          <a:cs typeface="Times New Roman"/>
                        </a:rPr>
                        <a:t>    </a:t>
                      </a:r>
                      <a:r>
                        <a:rPr sz="1200" spc="-5" dirty="0">
                          <a:latin typeface="Times New Roman"/>
                          <a:cs typeface="Times New Roman"/>
                        </a:rPr>
                        <a:t>Know about using </a:t>
                      </a:r>
                      <a:r>
                        <a:rPr sz="1200" dirty="0">
                          <a:latin typeface="Times New Roman"/>
                          <a:cs typeface="Times New Roman"/>
                        </a:rPr>
                        <a:t>of</a:t>
                      </a:r>
                      <a:endParaRPr lang="en-US" sz="1200" dirty="0">
                        <a:latin typeface="Times New Roman"/>
                        <a:cs typeface="Times New Roman"/>
                      </a:endParaRPr>
                    </a:p>
                    <a:p>
                      <a:pPr marL="103505" marR="174625">
                        <a:lnSpc>
                          <a:spcPts val="1420"/>
                        </a:lnSpc>
                      </a:pPr>
                      <a:r>
                        <a:rPr lang="en-IN" sz="1200" dirty="0">
                          <a:latin typeface="Times New Roman"/>
                          <a:cs typeface="Times New Roman"/>
                        </a:rPr>
                        <a:t>  </a:t>
                      </a:r>
                      <a:r>
                        <a:rPr sz="1200" dirty="0">
                          <a:latin typeface="Times New Roman"/>
                          <a:cs typeface="Times New Roman"/>
                        </a:rPr>
                        <a:t> </a:t>
                      </a:r>
                      <a:r>
                        <a:rPr sz="1200" spc="-5" dirty="0">
                          <a:latin typeface="Times New Roman"/>
                          <a:cs typeface="Times New Roman"/>
                        </a:rPr>
                        <a:t>android </a:t>
                      </a:r>
                      <a:r>
                        <a:rPr sz="1200" spc="-28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members.</a:t>
                      </a:r>
                      <a:endParaRPr sz="1200" dirty="0">
                        <a:latin typeface="Times New Roman"/>
                        <a:cs typeface="Times New Roman"/>
                      </a:endParaRPr>
                    </a:p>
                  </a:txBody>
                  <a:tcPr marL="0" marR="0" marT="5715" marB="0"/>
                </a:tc>
                <a:tc>
                  <a:txBody>
                    <a:bodyPr/>
                    <a:lstStyle/>
                    <a:p>
                      <a:endParaRPr lang="en-IN"/>
                    </a:p>
                  </a:txBody>
                  <a:tcPr/>
                </a:tc>
                <a:extLst>
                  <a:ext uri="{0D108BD9-81ED-4DB2-BD59-A6C34878D82A}">
                    <a16:rowId xmlns:a16="http://schemas.microsoft.com/office/drawing/2014/main" val="1077076376"/>
                  </a:ext>
                </a:extLst>
              </a:tr>
              <a:tr h="914400">
                <a:tc>
                  <a:txBody>
                    <a:bodyPr/>
                    <a:lstStyle/>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Day-3</a:t>
                      </a:r>
                      <a:endParaRPr lang="en-IN" sz="1200" b="1" dirty="0">
                        <a:latin typeface="Times New Roman" panose="02020603050405020304" pitchFamily="18" charset="0"/>
                        <a:cs typeface="Times New Roman" panose="02020603050405020304" pitchFamily="18" charset="0"/>
                      </a:endParaRPr>
                    </a:p>
                  </a:txBody>
                  <a:tcPr/>
                </a:tc>
                <a:tc>
                  <a:txBody>
                    <a:bodyPr/>
                    <a:lstStyle/>
                    <a:p>
                      <a:pPr>
                        <a:lnSpc>
                          <a:spcPct val="100000"/>
                        </a:lnSpc>
                      </a:pPr>
                      <a:endParaRPr sz="1300" dirty="0">
                        <a:latin typeface="Times New Roman"/>
                        <a:cs typeface="Times New Roman"/>
                      </a:endParaRPr>
                    </a:p>
                    <a:p>
                      <a:pPr marL="103505">
                        <a:lnSpc>
                          <a:spcPct val="100000"/>
                        </a:lnSpc>
                      </a:pPr>
                      <a:r>
                        <a:rPr lang="en-US" sz="1250" spc="0" dirty="0">
                          <a:latin typeface="Times New Roman"/>
                          <a:cs typeface="Times New Roman"/>
                        </a:rPr>
                        <a:t>        </a:t>
                      </a:r>
                      <a:r>
                        <a:rPr sz="1200" spc="-5" dirty="0">
                          <a:latin typeface="Times New Roman"/>
                          <a:cs typeface="Times New Roman"/>
                        </a:rPr>
                        <a:t>Note</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each and</a:t>
                      </a:r>
                      <a:r>
                        <a:rPr sz="1200" spc="5" dirty="0">
                          <a:latin typeface="Times New Roman"/>
                          <a:cs typeface="Times New Roman"/>
                        </a:rPr>
                        <a:t> </a:t>
                      </a:r>
                      <a:r>
                        <a:rPr sz="1200" dirty="0">
                          <a:latin typeface="Times New Roman"/>
                          <a:cs typeface="Times New Roman"/>
                        </a:rPr>
                        <a:t>every</a:t>
                      </a:r>
                      <a:endParaRPr lang="en-US" sz="1200" dirty="0">
                        <a:latin typeface="Times New Roman"/>
                        <a:cs typeface="Times New Roman"/>
                      </a:endParaRPr>
                    </a:p>
                    <a:p>
                      <a:pPr marL="103505">
                        <a:lnSpc>
                          <a:spcPct val="100000"/>
                        </a:lnSpc>
                      </a:pPr>
                      <a:r>
                        <a:rPr lang="en-IN" sz="1200" spc="-25" dirty="0">
                          <a:latin typeface="Times New Roman"/>
                          <a:cs typeface="Times New Roman"/>
                        </a:rPr>
                        <a:t>              </a:t>
                      </a:r>
                      <a:r>
                        <a:rPr sz="1200" spc="-25" dirty="0">
                          <a:latin typeface="Times New Roman"/>
                          <a:cs typeface="Times New Roman"/>
                        </a:rPr>
                        <a:t> </a:t>
                      </a:r>
                      <a:r>
                        <a:rPr lang="en-US" sz="1200" spc="-25" dirty="0">
                          <a:latin typeface="Times New Roman"/>
                          <a:cs typeface="Times New Roman"/>
                        </a:rPr>
                        <a:t>   </a:t>
                      </a:r>
                      <a:r>
                        <a:rPr sz="1200" spc="-5" dirty="0">
                          <a:latin typeface="Times New Roman"/>
                          <a:cs typeface="Times New Roman"/>
                        </a:rPr>
                        <a:t>information.</a:t>
                      </a:r>
                      <a:endParaRPr sz="1200" dirty="0">
                        <a:latin typeface="Times New Roman"/>
                        <a:cs typeface="Times New Roman"/>
                      </a:endParaRPr>
                    </a:p>
                  </a:txBody>
                  <a:tcPr marL="0" marR="0" marT="0" marB="0"/>
                </a:tc>
                <a:tc>
                  <a:txBody>
                    <a:bodyPr/>
                    <a:lstStyle/>
                    <a:p>
                      <a:pPr>
                        <a:lnSpc>
                          <a:spcPct val="100000"/>
                        </a:lnSpc>
                      </a:pPr>
                      <a:endParaRPr sz="1300" dirty="0">
                        <a:latin typeface="Times New Roman"/>
                        <a:cs typeface="Times New Roman"/>
                      </a:endParaRPr>
                    </a:p>
                    <a:p>
                      <a:pPr marL="716280" marR="170815" indent="-503555">
                        <a:lnSpc>
                          <a:spcPts val="1370"/>
                        </a:lnSpc>
                        <a:spcBef>
                          <a:spcPts val="5"/>
                        </a:spcBef>
                      </a:pPr>
                      <a:r>
                        <a:rPr lang="en-US" sz="1200" spc="-5" dirty="0">
                          <a:latin typeface="Times New Roman"/>
                          <a:cs typeface="Times New Roman"/>
                        </a:rPr>
                        <a:t> </a:t>
                      </a:r>
                      <a:r>
                        <a:rPr sz="1200" spc="-5" dirty="0">
                          <a:latin typeface="Times New Roman"/>
                          <a:cs typeface="Times New Roman"/>
                        </a:rPr>
                        <a:t>Know about which</a:t>
                      </a:r>
                      <a:endParaRPr lang="en-US" sz="1200" spc="-5" dirty="0">
                        <a:latin typeface="Times New Roman"/>
                        <a:cs typeface="Times New Roman"/>
                      </a:endParaRPr>
                    </a:p>
                    <a:p>
                      <a:pPr marL="716280" marR="170815" indent="-503555">
                        <a:lnSpc>
                          <a:spcPts val="1370"/>
                        </a:lnSpc>
                        <a:spcBef>
                          <a:spcPts val="5"/>
                        </a:spcBef>
                      </a:pPr>
                      <a:r>
                        <a:rPr sz="1200" spc="-5" dirty="0">
                          <a:latin typeface="Times New Roman"/>
                          <a:cs typeface="Times New Roman"/>
                        </a:rPr>
                        <a:t> purpose </a:t>
                      </a:r>
                      <a:r>
                        <a:rPr sz="1200" spc="-285" dirty="0">
                          <a:latin typeface="Times New Roman"/>
                          <a:cs typeface="Times New Roman"/>
                        </a:rPr>
                        <a:t> </a:t>
                      </a:r>
                      <a:r>
                        <a:rPr sz="1200" spc="-5" dirty="0">
                          <a:latin typeface="Times New Roman"/>
                          <a:cs typeface="Times New Roman"/>
                        </a:rPr>
                        <a:t>can</a:t>
                      </a:r>
                      <a:r>
                        <a:rPr sz="1200" spc="-10" dirty="0">
                          <a:latin typeface="Times New Roman"/>
                          <a:cs typeface="Times New Roman"/>
                        </a:rPr>
                        <a:t> </a:t>
                      </a:r>
                      <a:r>
                        <a:rPr sz="1200" spc="-5" dirty="0">
                          <a:latin typeface="Times New Roman"/>
                          <a:cs typeface="Times New Roman"/>
                        </a:rPr>
                        <a:t>be</a:t>
                      </a:r>
                      <a:r>
                        <a:rPr sz="1200" spc="-10" dirty="0">
                          <a:latin typeface="Times New Roman"/>
                          <a:cs typeface="Times New Roman"/>
                        </a:rPr>
                        <a:t> </a:t>
                      </a:r>
                      <a:r>
                        <a:rPr sz="1200" spc="-5" dirty="0">
                          <a:latin typeface="Times New Roman"/>
                          <a:cs typeface="Times New Roman"/>
                        </a:rPr>
                        <a:t>use.</a:t>
                      </a:r>
                      <a:endParaRPr sz="1200" dirty="0">
                        <a:latin typeface="Times New Roman"/>
                        <a:cs typeface="Times New Roman"/>
                      </a:endParaRPr>
                    </a:p>
                  </a:txBody>
                  <a:tcPr marL="0" marR="0" marT="0" marB="0"/>
                </a:tc>
                <a:tc>
                  <a:txBody>
                    <a:bodyPr/>
                    <a:lstStyle/>
                    <a:p>
                      <a:endParaRPr lang="en-IN"/>
                    </a:p>
                  </a:txBody>
                  <a:tcPr/>
                </a:tc>
                <a:extLst>
                  <a:ext uri="{0D108BD9-81ED-4DB2-BD59-A6C34878D82A}">
                    <a16:rowId xmlns:a16="http://schemas.microsoft.com/office/drawing/2014/main" val="2729301579"/>
                  </a:ext>
                </a:extLst>
              </a:tr>
              <a:tr h="914400">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Day-4</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Explain about the impact of</a:t>
                      </a:r>
                    </a:p>
                    <a:p>
                      <a:r>
                        <a:rPr lang="en-US" sz="1200" dirty="0">
                          <a:latin typeface="Times New Roman" panose="02020603050405020304" pitchFamily="18" charset="0"/>
                          <a:cs typeface="Times New Roman" panose="02020603050405020304" pitchFamily="18" charset="0"/>
                        </a:rPr>
                        <a:t>           Digital addiction</a:t>
                      </a:r>
                    </a:p>
                  </a:txBody>
                  <a:tcPr/>
                </a:tc>
                <a:tc>
                  <a:txBody>
                    <a:bodyPr/>
                    <a:lstStyle/>
                    <a:p>
                      <a:r>
                        <a:rPr lang="en-US" sz="1200" dirty="0">
                          <a:latin typeface="Times New Roman" panose="02020603050405020304" pitchFamily="18" charset="0"/>
                          <a:cs typeface="Times New Roman" panose="02020603050405020304" pitchFamily="18" charset="0"/>
                        </a:rPr>
                        <a:t>Digital awareness is about being mindful and intentional in how we engage with technology. It is essential for maintaining a healthy balance between online activities and offline life</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3266057134"/>
                  </a:ext>
                </a:extLst>
              </a:tr>
              <a:tr h="914400">
                <a:tc>
                  <a:txBody>
                    <a:bodyPr/>
                    <a:lstStyle/>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Day-5</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Conduct the survey on the digital</a:t>
                      </a:r>
                    </a:p>
                    <a:p>
                      <a:r>
                        <a:rPr lang="en-US" sz="1200" dirty="0">
                          <a:latin typeface="Times New Roman" panose="02020603050405020304" pitchFamily="18" charset="0"/>
                          <a:cs typeface="Times New Roman" panose="02020603050405020304" pitchFamily="18" charset="0"/>
                        </a:rPr>
                        <a:t>    awareness in my locality</a:t>
                      </a:r>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They would help you understand how digital addiction affects various groups, the awareness of digital rehab, and the effectiveness of digital detox strategies.</a:t>
                      </a:r>
                    </a:p>
                  </a:txBody>
                  <a:tcPr/>
                </a:tc>
                <a:tc>
                  <a:txBody>
                    <a:bodyPr/>
                    <a:lstStyle/>
                    <a:p>
                      <a:endParaRPr lang="en-IN" dirty="0"/>
                    </a:p>
                  </a:txBody>
                  <a:tcPr/>
                </a:tc>
                <a:extLst>
                  <a:ext uri="{0D108BD9-81ED-4DB2-BD59-A6C34878D82A}">
                    <a16:rowId xmlns:a16="http://schemas.microsoft.com/office/drawing/2014/main" val="2521057562"/>
                  </a:ext>
                </a:extLst>
              </a:tr>
              <a:tr h="1121229">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Day-6</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Explain about demerits of the</a:t>
                      </a:r>
                    </a:p>
                    <a:p>
                      <a:r>
                        <a:rPr lang="en-US" sz="1200" dirty="0">
                          <a:latin typeface="Times New Roman" panose="02020603050405020304" pitchFamily="18" charset="0"/>
                          <a:cs typeface="Times New Roman" panose="02020603050405020304" pitchFamily="18" charset="0"/>
                        </a:rPr>
                        <a:t>             Phone usage</a:t>
                      </a:r>
                    </a:p>
                    <a:p>
                      <a:endParaRPr lang="en-US"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Phone usage varies widely based on demographics like age, occupation, and lifestyle. Children and teens are typically heavy consumers of entertainment etc.</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dirty="0"/>
                    </a:p>
                  </a:txBody>
                  <a:tcPr/>
                </a:tc>
                <a:extLst>
                  <a:ext uri="{0D108BD9-81ED-4DB2-BD59-A6C34878D82A}">
                    <a16:rowId xmlns:a16="http://schemas.microsoft.com/office/drawing/2014/main" val="4262431905"/>
                  </a:ext>
                </a:extLst>
              </a:tr>
            </a:tbl>
          </a:graphicData>
        </a:graphic>
      </p:graphicFrame>
      <p:sp>
        <p:nvSpPr>
          <p:cNvPr id="5" name="TextBox 4">
            <a:extLst>
              <a:ext uri="{FF2B5EF4-FFF2-40B4-BE49-F238E27FC236}">
                <a16:creationId xmlns:a16="http://schemas.microsoft.com/office/drawing/2014/main" id="{B583C65D-E513-DFA7-5D3F-473B7A57C310}"/>
              </a:ext>
            </a:extLst>
          </p:cNvPr>
          <p:cNvSpPr txBox="1"/>
          <p:nvPr/>
        </p:nvSpPr>
        <p:spPr>
          <a:xfrm>
            <a:off x="1267986" y="10077450"/>
            <a:ext cx="5255991" cy="276999"/>
          </a:xfrm>
          <a:prstGeom prst="rect">
            <a:avLst/>
          </a:prstGeom>
          <a:noFill/>
        </p:spPr>
        <p:txBody>
          <a:bodyPr wrap="none" rtlCol="0">
            <a:spAutoFit/>
          </a:bodyPr>
          <a:lstStyle/>
          <a:p>
            <a:r>
              <a:rPr lang="en-US" sz="1200" spc="-50" dirty="0">
                <a:latin typeface="Times New Roman" panose="02020603050405020304" pitchFamily="18" charset="0"/>
                <a:cs typeface="Times New Roman" panose="02020603050405020304" pitchFamily="18" charset="0"/>
              </a:rPr>
              <a:t>DEPARTMENT</a:t>
            </a:r>
            <a:r>
              <a:rPr lang="en-US" sz="1200" spc="10" dirty="0">
                <a:latin typeface="Times New Roman" panose="02020603050405020304" pitchFamily="18" charset="0"/>
                <a:cs typeface="Times New Roman" panose="02020603050405020304" pitchFamily="18" charset="0"/>
              </a:rPr>
              <a:t> </a:t>
            </a:r>
            <a:r>
              <a:rPr lang="en-US" sz="1200" spc="-65" dirty="0">
                <a:latin typeface="Times New Roman" panose="02020603050405020304" pitchFamily="18" charset="0"/>
                <a:cs typeface="Times New Roman" panose="02020603050405020304" pitchFamily="18" charset="0"/>
              </a:rPr>
              <a:t>OF</a:t>
            </a:r>
            <a:r>
              <a:rPr lang="en-US" sz="1200" dirty="0">
                <a:latin typeface="Times New Roman" panose="02020603050405020304" pitchFamily="18" charset="0"/>
                <a:cs typeface="Times New Roman" panose="02020603050405020304" pitchFamily="18" charset="0"/>
              </a:rPr>
              <a:t> </a:t>
            </a:r>
            <a:r>
              <a:rPr lang="en-US" sz="1200" spc="-70" dirty="0">
                <a:latin typeface="Times New Roman" panose="02020603050405020304" pitchFamily="18" charset="0"/>
                <a:cs typeface="Times New Roman" panose="02020603050405020304" pitchFamily="18" charset="0"/>
              </a:rPr>
              <a:t>COMPUTER</a:t>
            </a:r>
            <a:r>
              <a:rPr lang="en-US" sz="1200" spc="5" dirty="0">
                <a:latin typeface="Times New Roman" panose="02020603050405020304" pitchFamily="18" charset="0"/>
                <a:cs typeface="Times New Roman" panose="02020603050405020304" pitchFamily="18" charset="0"/>
              </a:rPr>
              <a:t> </a:t>
            </a:r>
            <a:r>
              <a:rPr lang="en-US" sz="1200" spc="-50" dirty="0">
                <a:latin typeface="Times New Roman" panose="02020603050405020304" pitchFamily="18" charset="0"/>
                <a:cs typeface="Times New Roman" panose="02020603050405020304" pitchFamily="18" charset="0"/>
              </a:rPr>
              <a:t>SCIENCE</a:t>
            </a:r>
            <a:r>
              <a:rPr lang="en-US" sz="1200" spc="-5" dirty="0">
                <a:latin typeface="Times New Roman" panose="02020603050405020304" pitchFamily="18" charset="0"/>
                <a:cs typeface="Times New Roman" panose="02020603050405020304" pitchFamily="18" charset="0"/>
              </a:rPr>
              <a:t> </a:t>
            </a:r>
            <a:r>
              <a:rPr lang="en-US" sz="1200" spc="-75" dirty="0">
                <a:latin typeface="Times New Roman" panose="02020603050405020304" pitchFamily="18" charset="0"/>
                <a:cs typeface="Times New Roman" panose="02020603050405020304" pitchFamily="18" charset="0"/>
              </a:rPr>
              <a:t>AND</a:t>
            </a:r>
            <a:r>
              <a:rPr lang="en-US" sz="1200" dirty="0">
                <a:latin typeface="Times New Roman" panose="02020603050405020304" pitchFamily="18" charset="0"/>
                <a:cs typeface="Times New Roman" panose="02020603050405020304" pitchFamily="18" charset="0"/>
              </a:rPr>
              <a:t> </a:t>
            </a:r>
            <a:r>
              <a:rPr lang="en-US" sz="1200" spc="-55" dirty="0">
                <a:latin typeface="Times New Roman" panose="02020603050405020304" pitchFamily="18" charset="0"/>
                <a:cs typeface="Times New Roman" panose="02020603050405020304" pitchFamily="18" charset="0"/>
              </a:rPr>
              <a:t>ENGINEERING</a:t>
            </a:r>
            <a:r>
              <a:rPr lang="en-US" sz="1200" spc="15"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(DATA</a:t>
            </a:r>
            <a:r>
              <a:rPr lang="en-US" sz="1200" spc="15" dirty="0">
                <a:latin typeface="Times New Roman" panose="02020603050405020304" pitchFamily="18" charset="0"/>
                <a:cs typeface="Times New Roman" panose="02020603050405020304" pitchFamily="18" charset="0"/>
              </a:rPr>
              <a:t> </a:t>
            </a:r>
            <a:r>
              <a:rPr lang="en-US" sz="1200" spc="-30" dirty="0">
                <a:latin typeface="Times New Roman" panose="02020603050405020304" pitchFamily="18" charset="0"/>
                <a:cs typeface="Times New Roman" panose="02020603050405020304" pitchFamily="18" charset="0"/>
              </a:rPr>
              <a:t>SCIENCE</a:t>
            </a:r>
            <a:endParaRPr lang="en-IN" sz="1200" dirty="0"/>
          </a:p>
        </p:txBody>
      </p:sp>
      <p:sp>
        <p:nvSpPr>
          <p:cNvPr id="7" name="TextBox 6">
            <a:extLst>
              <a:ext uri="{FF2B5EF4-FFF2-40B4-BE49-F238E27FC236}">
                <a16:creationId xmlns:a16="http://schemas.microsoft.com/office/drawing/2014/main" id="{45432580-B984-DAFF-0DDA-628FFE1D7BF7}"/>
              </a:ext>
            </a:extLst>
          </p:cNvPr>
          <p:cNvSpPr txBox="1"/>
          <p:nvPr/>
        </p:nvSpPr>
        <p:spPr>
          <a:xfrm>
            <a:off x="3784600" y="9825000"/>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21</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972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6F6B4F-0B3D-6F7C-61D7-2DC5D4B9C5E1}"/>
              </a:ext>
            </a:extLst>
          </p:cNvPr>
          <p:cNvSpPr txBox="1"/>
          <p:nvPr/>
        </p:nvSpPr>
        <p:spPr>
          <a:xfrm>
            <a:off x="660400" y="1162050"/>
            <a:ext cx="6553200" cy="8068876"/>
          </a:xfrm>
          <a:prstGeom prst="rect">
            <a:avLst/>
          </a:prstGeom>
          <a:noFill/>
        </p:spPr>
        <p:txBody>
          <a:bodyPr wrap="square" rtlCol="0">
            <a:spAutoFit/>
          </a:bodyPr>
          <a:lstStyle/>
          <a:p>
            <a:pPr marL="2503805">
              <a:lnSpc>
                <a:spcPct val="100000"/>
              </a:lnSpc>
              <a:spcBef>
                <a:spcPts val="565"/>
              </a:spcBef>
            </a:pPr>
            <a:r>
              <a:rPr lang="en-US" sz="1800" b="1" dirty="0">
                <a:latin typeface="Times New Roman"/>
                <a:cs typeface="Times New Roman"/>
              </a:rPr>
              <a:t>   </a:t>
            </a:r>
            <a:r>
              <a:rPr lang="en-US" sz="1400" b="1" dirty="0">
                <a:latin typeface="Times New Roman"/>
                <a:cs typeface="Times New Roman"/>
              </a:rPr>
              <a:t>W</a:t>
            </a:r>
            <a:r>
              <a:rPr lang="en-US" sz="1400" b="1" spc="-10" dirty="0">
                <a:latin typeface="Times New Roman"/>
                <a:cs typeface="Times New Roman"/>
              </a:rPr>
              <a:t>E</a:t>
            </a:r>
            <a:r>
              <a:rPr lang="en-US" sz="1400" b="1" dirty="0">
                <a:latin typeface="Times New Roman"/>
                <a:cs typeface="Times New Roman"/>
              </a:rPr>
              <a:t>E</a:t>
            </a:r>
            <a:r>
              <a:rPr lang="en-US" sz="1400" b="1" spc="5" dirty="0">
                <a:latin typeface="Times New Roman"/>
                <a:cs typeface="Times New Roman"/>
              </a:rPr>
              <a:t>K</a:t>
            </a:r>
            <a:r>
              <a:rPr lang="en-US" sz="1400" b="1" spc="-145" dirty="0">
                <a:latin typeface="Times New Roman"/>
                <a:cs typeface="Times New Roman"/>
              </a:rPr>
              <a:t>L</a:t>
            </a:r>
            <a:r>
              <a:rPr lang="en-US" sz="1400" b="1" dirty="0">
                <a:latin typeface="Times New Roman"/>
                <a:cs typeface="Times New Roman"/>
              </a:rPr>
              <a:t>Y</a:t>
            </a:r>
            <a:r>
              <a:rPr lang="en-US" sz="1400" b="1" spc="-55" dirty="0">
                <a:latin typeface="Times New Roman"/>
                <a:cs typeface="Times New Roman"/>
              </a:rPr>
              <a:t> </a:t>
            </a:r>
            <a:r>
              <a:rPr lang="en-US" sz="1400" b="1" spc="-5" dirty="0">
                <a:latin typeface="Times New Roman"/>
                <a:cs typeface="Times New Roman"/>
              </a:rPr>
              <a:t>R</a:t>
            </a:r>
            <a:r>
              <a:rPr lang="en-US" sz="1400" b="1" dirty="0">
                <a:latin typeface="Times New Roman"/>
                <a:cs typeface="Times New Roman"/>
              </a:rPr>
              <a:t>EPO</a:t>
            </a:r>
            <a:r>
              <a:rPr lang="en-US" sz="1400" b="1" spc="-50" dirty="0">
                <a:latin typeface="Times New Roman"/>
                <a:cs typeface="Times New Roman"/>
              </a:rPr>
              <a:t>R</a:t>
            </a:r>
            <a:r>
              <a:rPr lang="en-US" sz="1400" b="1" dirty="0">
                <a:latin typeface="Times New Roman"/>
                <a:cs typeface="Times New Roman"/>
              </a:rPr>
              <a:t>T</a:t>
            </a:r>
            <a:endParaRPr lang="en-US" sz="1400" dirty="0">
              <a:latin typeface="Times New Roman"/>
              <a:cs typeface="Times New Roman"/>
            </a:endParaRPr>
          </a:p>
          <a:p>
            <a:pPr marL="1317625">
              <a:lnSpc>
                <a:spcPct val="100000"/>
              </a:lnSpc>
              <a:spcBef>
                <a:spcPts val="470"/>
              </a:spcBef>
            </a:pPr>
            <a:r>
              <a:rPr lang="en-US" sz="1400" b="1" spc="-5" dirty="0">
                <a:latin typeface="Times New Roman"/>
                <a:cs typeface="Times New Roman"/>
              </a:rPr>
              <a:t>         WEEK</a:t>
            </a:r>
            <a:r>
              <a:rPr lang="en-US" sz="1400" b="1" spc="-15" dirty="0">
                <a:latin typeface="Times New Roman"/>
                <a:cs typeface="Times New Roman"/>
              </a:rPr>
              <a:t>- 7</a:t>
            </a:r>
            <a:r>
              <a:rPr lang="en-US" sz="1400" b="1" spc="5" dirty="0">
                <a:latin typeface="Times New Roman"/>
                <a:cs typeface="Times New Roman"/>
              </a:rPr>
              <a:t> </a:t>
            </a:r>
            <a:r>
              <a:rPr lang="en-US" sz="1400" spc="-10" dirty="0">
                <a:latin typeface="Times New Roman"/>
                <a:cs typeface="Times New Roman"/>
              </a:rPr>
              <a:t>(FROM </a:t>
            </a:r>
            <a:r>
              <a:rPr lang="en-US" sz="1400" b="1" spc="-10" dirty="0">
                <a:latin typeface="Times New Roman"/>
                <a:cs typeface="Times New Roman"/>
              </a:rPr>
              <a:t>03-09-2024 </a:t>
            </a:r>
            <a:r>
              <a:rPr lang="en-US" sz="1400" spc="-10" dirty="0">
                <a:latin typeface="Times New Roman"/>
                <a:cs typeface="Times New Roman"/>
              </a:rPr>
              <a:t>TO </a:t>
            </a:r>
            <a:r>
              <a:rPr lang="en-US" sz="1400" b="1" spc="-10" dirty="0">
                <a:latin typeface="Times New Roman"/>
                <a:cs typeface="Times New Roman"/>
              </a:rPr>
              <a:t>09-09-2024</a:t>
            </a:r>
            <a:r>
              <a:rPr lang="en-US" sz="1400" spc="-5" dirty="0">
                <a:latin typeface="Times New Roman"/>
                <a:cs typeface="Times New Roman"/>
              </a:rPr>
              <a:t>)</a:t>
            </a:r>
          </a:p>
          <a:p>
            <a:pPr marL="1317625">
              <a:lnSpc>
                <a:spcPct val="100000"/>
              </a:lnSpc>
              <a:spcBef>
                <a:spcPts val="470"/>
              </a:spcBef>
            </a:pPr>
            <a:endParaRPr lang="en-US" sz="1400" b="1" spc="-5" dirty="0">
              <a:latin typeface="Times New Roman"/>
              <a:cs typeface="Times New Roman"/>
            </a:endParaRPr>
          </a:p>
          <a:p>
            <a:r>
              <a:rPr lang="en-US" sz="1400" b="1" dirty="0">
                <a:latin typeface="Times New Roman" panose="02020603050405020304" pitchFamily="18" charset="0"/>
                <a:cs typeface="Times New Roman" panose="02020603050405020304" pitchFamily="18" charset="0"/>
              </a:rPr>
              <a:t>The Impact of Digital Addiction</a:t>
            </a:r>
          </a:p>
          <a:p>
            <a:r>
              <a:rPr lang="en-US" sz="1200" dirty="0">
                <a:latin typeface="Times New Roman" panose="02020603050405020304" pitchFamily="18" charset="0"/>
                <a:cs typeface="Times New Roman" panose="02020603050405020304" pitchFamily="18" charset="0"/>
              </a:rPr>
              <a:t>                            The characterized y excessive and compulsive use of digital devices, has become to the growing concern in today's technology-driven world. The negative consequences of this addiction can be      manifest in various aspects of life, including physical health, mental well-being, relationships, and be the productivity.</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Physical Health Impacts : </a:t>
            </a:r>
            <a:endParaRPr lang="en-US" sz="1200" b="1"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Sedentary Lifestyle: </a:t>
            </a:r>
            <a:r>
              <a:rPr lang="en-US" sz="1200" dirty="0">
                <a:latin typeface="Times New Roman" panose="02020603050405020304" pitchFamily="18" charset="0"/>
                <a:cs typeface="Times New Roman" panose="02020603050405020304" pitchFamily="18" charset="0"/>
              </a:rPr>
              <a:t>Excessive screen time often leads to a sedentary lifestyle, increasing the risk of obesity, heart disease, and other chronic health conditions.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Sleep Disorders: </a:t>
            </a:r>
            <a:r>
              <a:rPr lang="en-US" sz="1200" dirty="0">
                <a:latin typeface="Times New Roman" panose="02020603050405020304" pitchFamily="18" charset="0"/>
                <a:cs typeface="Times New Roman" panose="02020603050405020304" pitchFamily="18" charset="0"/>
              </a:rPr>
              <a:t>The blue light emitted by screens can disrupt sleep patterns, leading to insomnia, fatigue, and impaired cognitive function.</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Eye Strain: </a:t>
            </a:r>
            <a:r>
              <a:rPr lang="en-US" sz="1200" dirty="0">
                <a:latin typeface="Times New Roman" panose="02020603050405020304" pitchFamily="18" charset="0"/>
                <a:cs typeface="Times New Roman" panose="02020603050405020304" pitchFamily="18" charset="0"/>
              </a:rPr>
              <a:t>Prolonged exposure to screens can cause eye strain, headaches, and blurred vision.</a:t>
            </a:r>
          </a:p>
          <a:p>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Repetitive</a:t>
            </a:r>
            <a:r>
              <a:rPr lang="en-IN" sz="1200" b="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Strain</a:t>
            </a:r>
            <a:r>
              <a:rPr lang="en-IN"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Injuries</a:t>
            </a:r>
            <a:r>
              <a:rPr lang="en-US" sz="1200" b="1"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Exc</a:t>
            </a:r>
            <a:r>
              <a:rPr lang="en-US" sz="1200" dirty="0">
                <a:latin typeface="Times New Roman" panose="02020603050405020304" pitchFamily="18" charset="0"/>
                <a:cs typeface="Times New Roman" panose="02020603050405020304" pitchFamily="18" charset="0"/>
              </a:rPr>
              <a:t> Digital Addiction</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Digital addiction, often Repetitive Strain essive typing or scrolling can contribute to repetitive</a:t>
            </a:r>
          </a:p>
          <a:p>
            <a:r>
              <a:rPr lang="en-US" sz="1200" dirty="0">
                <a:latin typeface="Times New Roman" panose="02020603050405020304" pitchFamily="18" charset="0"/>
                <a:cs typeface="Times New Roman" panose="02020603050405020304" pitchFamily="18" charset="0"/>
              </a:rPr>
              <a:t> strain injuries like carpal tunnel syndrome.</a:t>
            </a:r>
          </a:p>
          <a:p>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Mental Health acts : </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Anxiety and Depression: </a:t>
            </a:r>
            <a:r>
              <a:rPr lang="en-US" sz="1200" dirty="0">
                <a:latin typeface="Times New Roman" panose="02020603050405020304" pitchFamily="18" charset="0"/>
                <a:cs typeface="Times New Roman" panose="02020603050405020304" pitchFamily="18" charset="0"/>
              </a:rPr>
              <a:t>Digital addiction can exacerbate feelings of anxiety and depression, particularly when individuals compare themselves to idealized online person.</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Social Isolation:</a:t>
            </a:r>
            <a:r>
              <a:rPr lang="en-US" sz="1200" dirty="0">
                <a:latin typeface="Times New Roman" panose="02020603050405020304" pitchFamily="18" charset="0"/>
                <a:cs typeface="Times New Roman" panose="02020603050405020304" pitchFamily="18" charset="0"/>
              </a:rPr>
              <a:t> Excessive screen time can lead to social isolation and reduced face-to-face interactions, impacting emotional well-being.</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FOMO (Fear of Missing Out): </a:t>
            </a:r>
            <a:r>
              <a:rPr lang="en-US" sz="1200" dirty="0">
                <a:latin typeface="Times New Roman" panose="02020603050405020304" pitchFamily="18" charset="0"/>
                <a:cs typeface="Times New Roman" panose="02020603050405020304" pitchFamily="18" charset="0"/>
              </a:rPr>
              <a:t>The constant stream of updates on social media can create a sense of FOMO, leading to anxiety and dissatisfaction.</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Attention Deficit Hyperactivity Disorder (ADHD): </a:t>
            </a:r>
            <a:r>
              <a:rPr lang="en-US" sz="1200" dirty="0">
                <a:latin typeface="Times New Roman" panose="02020603050405020304" pitchFamily="18" charset="0"/>
                <a:cs typeface="Times New Roman" panose="02020603050405020304" pitchFamily="18" charset="0"/>
              </a:rPr>
              <a:t>Excessive screen time has been linked to increased symptoms of ADHD, such as difficulty concentrating and impulsivity.</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Relationship Impacts : </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Strained Relationships:</a:t>
            </a:r>
            <a:r>
              <a:rPr lang="en-US" sz="1200" dirty="0">
                <a:latin typeface="Times New Roman" panose="02020603050405020304" pitchFamily="18" charset="0"/>
                <a:cs typeface="Times New Roman" panose="02020603050405020304" pitchFamily="18" charset="0"/>
              </a:rPr>
              <a:t> Digital addiction can strain relationships with family and friends, as individuals prioritize screen time over face-to-face interactions.</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Cyberbullying: </a:t>
            </a:r>
            <a:r>
              <a:rPr lang="en-US" sz="1200" dirty="0">
                <a:latin typeface="Times New Roman" panose="02020603050405020304" pitchFamily="18" charset="0"/>
                <a:cs typeface="Times New Roman" panose="02020603050405020304" pitchFamily="18" charset="0"/>
              </a:rPr>
              <a:t>The anonymity of the internet can contribute to cyberbullying, negatively impacting mental health and social relationships.</a:t>
            </a:r>
          </a:p>
        </p:txBody>
      </p:sp>
      <p:sp>
        <p:nvSpPr>
          <p:cNvPr id="4" name="Footer Placeholder 3">
            <a:extLst>
              <a:ext uri="{FF2B5EF4-FFF2-40B4-BE49-F238E27FC236}">
                <a16:creationId xmlns:a16="http://schemas.microsoft.com/office/drawing/2014/main" id="{EE63BA54-985B-F991-020D-E80831C2F47D}"/>
              </a:ext>
            </a:extLst>
          </p:cNvPr>
          <p:cNvSpPr>
            <a:spLocks noGrp="1"/>
          </p:cNvSpPr>
          <p:nvPr>
            <p:ph type="ftr" sz="quarter" idx="5"/>
          </p:nvPr>
        </p:nvSpPr>
        <p:spPr>
          <a:xfrm>
            <a:off x="1565275" y="10153650"/>
            <a:ext cx="4743450" cy="180975"/>
          </a:xfrm>
        </p:spPr>
        <p:txBody>
          <a:bodyPr/>
          <a:lstStyle/>
          <a:p>
            <a:pPr marL="12700">
              <a:lnSpc>
                <a:spcPts val="1300"/>
              </a:lnSpc>
            </a:pPr>
            <a:r>
              <a:rPr lang="en-US" spc="-50" dirty="0"/>
              <a:t>DEPARTMENT</a:t>
            </a:r>
            <a:r>
              <a:rPr lang="en-US" spc="10" dirty="0"/>
              <a:t> </a:t>
            </a:r>
            <a:r>
              <a:rPr lang="en-US" spc="-65" dirty="0"/>
              <a:t>OF</a:t>
            </a:r>
            <a:r>
              <a:rPr lang="en-US" dirty="0"/>
              <a:t> </a:t>
            </a:r>
            <a:r>
              <a:rPr lang="en-US" spc="-70" dirty="0"/>
              <a:t>COMPUTER</a:t>
            </a:r>
            <a:r>
              <a:rPr lang="en-US" spc="5" dirty="0"/>
              <a:t> </a:t>
            </a:r>
            <a:r>
              <a:rPr lang="en-US" spc="-50" dirty="0"/>
              <a:t>SCIENCE</a:t>
            </a:r>
            <a:r>
              <a:rPr lang="en-US" spc="-5" dirty="0"/>
              <a:t> </a:t>
            </a:r>
            <a:r>
              <a:rPr lang="en-US" spc="-75" dirty="0"/>
              <a:t>AND</a:t>
            </a:r>
            <a:r>
              <a:rPr lang="en-US" dirty="0"/>
              <a:t> </a:t>
            </a:r>
            <a:r>
              <a:rPr lang="en-US" spc="-55" dirty="0"/>
              <a:t>ENGINEERING</a:t>
            </a:r>
            <a:r>
              <a:rPr lang="en-US" spc="15" dirty="0"/>
              <a:t> </a:t>
            </a:r>
            <a:r>
              <a:rPr lang="en-US" dirty="0"/>
              <a:t>(DATA</a:t>
            </a:r>
            <a:r>
              <a:rPr lang="en-US" spc="15" dirty="0"/>
              <a:t> </a:t>
            </a:r>
            <a:r>
              <a:rPr lang="en-US" spc="-30" dirty="0"/>
              <a:t>SCIENCE)</a:t>
            </a:r>
          </a:p>
        </p:txBody>
      </p:sp>
      <p:sp>
        <p:nvSpPr>
          <p:cNvPr id="5" name="TextBox 4">
            <a:extLst>
              <a:ext uri="{FF2B5EF4-FFF2-40B4-BE49-F238E27FC236}">
                <a16:creationId xmlns:a16="http://schemas.microsoft.com/office/drawing/2014/main" id="{0D33AFA6-F86E-2659-A9B1-EDF9069BCE00}"/>
              </a:ext>
            </a:extLst>
          </p:cNvPr>
          <p:cNvSpPr txBox="1"/>
          <p:nvPr/>
        </p:nvSpPr>
        <p:spPr>
          <a:xfrm>
            <a:off x="3652306" y="9876651"/>
            <a:ext cx="530915"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22</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200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1086F4-3BE5-E9A9-2E21-236233097878}"/>
              </a:ext>
            </a:extLst>
          </p:cNvPr>
          <p:cNvSpPr txBox="1"/>
          <p:nvPr/>
        </p:nvSpPr>
        <p:spPr>
          <a:xfrm>
            <a:off x="2413000" y="1390650"/>
            <a:ext cx="3166893" cy="276999"/>
          </a:xfrm>
          <a:prstGeom prst="rect">
            <a:avLst/>
          </a:prstGeom>
          <a:noFill/>
        </p:spPr>
        <p:txBody>
          <a:bodyPr wrap="none" rtlCol="0">
            <a:spAutoFit/>
          </a:bodyPr>
          <a:lstStyle/>
          <a:p>
            <a:r>
              <a:rPr lang="en-US" sz="1200" b="1" dirty="0">
                <a:latin typeface="Times New Roman"/>
                <a:cs typeface="Times New Roman"/>
              </a:rPr>
              <a:t>ACTIVITY</a:t>
            </a:r>
            <a:r>
              <a:rPr lang="en-US" sz="1200" b="1" spc="-65" dirty="0">
                <a:latin typeface="Times New Roman"/>
                <a:cs typeface="Times New Roman"/>
              </a:rPr>
              <a:t> </a:t>
            </a:r>
            <a:r>
              <a:rPr lang="en-US" sz="1200" b="1" dirty="0">
                <a:latin typeface="Times New Roman"/>
                <a:cs typeface="Times New Roman"/>
              </a:rPr>
              <a:t>LOG</a:t>
            </a:r>
            <a:r>
              <a:rPr lang="en-US" sz="1200" b="1" spc="-20" dirty="0">
                <a:latin typeface="Times New Roman"/>
                <a:cs typeface="Times New Roman"/>
              </a:rPr>
              <a:t> </a:t>
            </a:r>
            <a:r>
              <a:rPr lang="en-US" sz="1200" b="1" spc="-10" dirty="0">
                <a:latin typeface="Times New Roman"/>
                <a:cs typeface="Times New Roman"/>
              </a:rPr>
              <a:t>FOR</a:t>
            </a:r>
            <a:r>
              <a:rPr lang="en-US" sz="1200" b="1" spc="-40" dirty="0">
                <a:latin typeface="Times New Roman"/>
                <a:cs typeface="Times New Roman"/>
              </a:rPr>
              <a:t> </a:t>
            </a:r>
            <a:r>
              <a:rPr lang="en-US" sz="1200" b="1" dirty="0">
                <a:latin typeface="Times New Roman"/>
                <a:cs typeface="Times New Roman"/>
              </a:rPr>
              <a:t>THE</a:t>
            </a:r>
            <a:r>
              <a:rPr lang="en-US" sz="1200" b="1" spc="-40" dirty="0">
                <a:latin typeface="Times New Roman"/>
                <a:cs typeface="Times New Roman"/>
              </a:rPr>
              <a:t> EIGHTH </a:t>
            </a:r>
            <a:r>
              <a:rPr lang="en-US" sz="1200" b="1" spc="-5" dirty="0">
                <a:latin typeface="Times New Roman"/>
                <a:cs typeface="Times New Roman"/>
              </a:rPr>
              <a:t>WEEK</a:t>
            </a:r>
            <a:endParaRPr lang="en-IN" sz="1200" dirty="0"/>
          </a:p>
        </p:txBody>
      </p:sp>
      <p:graphicFrame>
        <p:nvGraphicFramePr>
          <p:cNvPr id="6" name="Table 5">
            <a:extLst>
              <a:ext uri="{FF2B5EF4-FFF2-40B4-BE49-F238E27FC236}">
                <a16:creationId xmlns:a16="http://schemas.microsoft.com/office/drawing/2014/main" id="{348450EB-1E0D-3F59-F696-731965405806}"/>
              </a:ext>
            </a:extLst>
          </p:cNvPr>
          <p:cNvGraphicFramePr>
            <a:graphicFrameLocks noGrp="1"/>
          </p:cNvGraphicFramePr>
          <p:nvPr>
            <p:extLst>
              <p:ext uri="{D42A27DB-BD31-4B8C-83A1-F6EECF244321}">
                <p14:modId xmlns:p14="http://schemas.microsoft.com/office/powerpoint/2010/main" val="1296820379"/>
              </p:ext>
            </p:extLst>
          </p:nvPr>
        </p:nvGraphicFramePr>
        <p:xfrm>
          <a:off x="562117" y="2076450"/>
          <a:ext cx="6444966" cy="6756991"/>
        </p:xfrm>
        <a:graphic>
          <a:graphicData uri="http://schemas.openxmlformats.org/drawingml/2006/table">
            <a:tbl>
              <a:tblPr firstRow="1" bandRow="1"/>
              <a:tblGrid>
                <a:gridCol w="881118">
                  <a:extLst>
                    <a:ext uri="{9D8B030D-6E8A-4147-A177-3AD203B41FA5}">
                      <a16:colId xmlns:a16="http://schemas.microsoft.com/office/drawing/2014/main" val="3737688836"/>
                    </a:ext>
                  </a:extLst>
                </a:gridCol>
                <a:gridCol w="2624082">
                  <a:extLst>
                    <a:ext uri="{9D8B030D-6E8A-4147-A177-3AD203B41FA5}">
                      <a16:colId xmlns:a16="http://schemas.microsoft.com/office/drawing/2014/main" val="212127848"/>
                    </a:ext>
                  </a:extLst>
                </a:gridCol>
                <a:gridCol w="1847129">
                  <a:extLst>
                    <a:ext uri="{9D8B030D-6E8A-4147-A177-3AD203B41FA5}">
                      <a16:colId xmlns:a16="http://schemas.microsoft.com/office/drawing/2014/main" val="1910573567"/>
                    </a:ext>
                  </a:extLst>
                </a:gridCol>
                <a:gridCol w="1092637">
                  <a:extLst>
                    <a:ext uri="{9D8B030D-6E8A-4147-A177-3AD203B41FA5}">
                      <a16:colId xmlns:a16="http://schemas.microsoft.com/office/drawing/2014/main" val="2504237788"/>
                    </a:ext>
                  </a:extLst>
                </a:gridCol>
              </a:tblGrid>
              <a:tr h="478111">
                <a:tc>
                  <a:txBody>
                    <a:bodyPr/>
                    <a:lstStyle/>
                    <a:p>
                      <a:r>
                        <a:rPr lang="en-US" sz="1200" b="1" i="0" baseline="0" dirty="0">
                          <a:latin typeface="Times New Roman" panose="02020603050405020304" pitchFamily="18" charset="0"/>
                        </a:rPr>
                        <a:t>Day &amp; Date</a:t>
                      </a:r>
                      <a:endParaRPr lang="en-IN" sz="1200" b="1" i="0" baseline="0" dirty="0">
                        <a:latin typeface="Times New Roman" panose="02020603050405020304" pitchFamily="18" charset="0"/>
                      </a:endParaRPr>
                    </a:p>
                  </a:txBody>
                  <a:tcPr/>
                </a:tc>
                <a:tc>
                  <a:txBody>
                    <a:bodyPr/>
                    <a:lstStyle/>
                    <a:p>
                      <a:r>
                        <a:rPr lang="en-US" sz="1200" b="1" i="0" baseline="0" dirty="0">
                          <a:latin typeface="Times New Roman" panose="02020603050405020304" pitchFamily="18" charset="0"/>
                        </a:rPr>
                        <a:t>   </a:t>
                      </a:r>
                      <a:r>
                        <a:rPr lang="en-US" sz="1200" b="1" i="0" baseline="0" dirty="0" err="1">
                          <a:latin typeface="Times New Roman" panose="02020603050405020304" pitchFamily="18" charset="0"/>
                        </a:rPr>
                        <a:t>Breif</a:t>
                      </a:r>
                      <a:r>
                        <a:rPr lang="en-US" sz="1200" b="1" i="0" baseline="0" dirty="0">
                          <a:latin typeface="Times New Roman" panose="02020603050405020304" pitchFamily="18" charset="0"/>
                        </a:rPr>
                        <a:t> Description of the Daily</a:t>
                      </a:r>
                    </a:p>
                    <a:p>
                      <a:r>
                        <a:rPr lang="en-US" sz="1200" b="1" i="0" baseline="0" dirty="0">
                          <a:latin typeface="Times New Roman" panose="02020603050405020304" pitchFamily="18" charset="0"/>
                        </a:rPr>
                        <a:t>                      Activity</a:t>
                      </a:r>
                      <a:endParaRPr lang="en-IN" sz="1200" b="1" i="0" baseline="0" dirty="0">
                        <a:latin typeface="Times New Roman" panose="02020603050405020304" pitchFamily="18" charset="0"/>
                      </a:endParaRPr>
                    </a:p>
                  </a:txBody>
                  <a:tcPr/>
                </a:tc>
                <a:tc>
                  <a:txBody>
                    <a:bodyPr/>
                    <a:lstStyle/>
                    <a:p>
                      <a:r>
                        <a:rPr lang="en-US" sz="1200" b="1" i="0" baseline="0" dirty="0">
                          <a:latin typeface="Times New Roman" panose="02020603050405020304" pitchFamily="18" charset="0"/>
                        </a:rPr>
                        <a:t>            Learning </a:t>
                      </a:r>
                    </a:p>
                    <a:p>
                      <a:r>
                        <a:rPr lang="en-US" sz="1200" b="1" i="0" baseline="0" dirty="0">
                          <a:latin typeface="Times New Roman" panose="02020603050405020304" pitchFamily="18" charset="0"/>
                        </a:rPr>
                        <a:t>           Outcome</a:t>
                      </a:r>
                      <a:endParaRPr lang="en-IN" sz="1200" b="1" i="0" baseline="0" dirty="0">
                        <a:latin typeface="Times New Roman" panose="02020603050405020304" pitchFamily="18" charset="0"/>
                      </a:endParaRPr>
                    </a:p>
                  </a:txBody>
                  <a:tcPr/>
                </a:tc>
                <a:tc>
                  <a:txBody>
                    <a:bodyPr/>
                    <a:lstStyle/>
                    <a:p>
                      <a:r>
                        <a:rPr lang="en-US" sz="1200" b="1" i="0" baseline="0" dirty="0">
                          <a:latin typeface="Times New Roman" panose="02020603050405020304" pitchFamily="18" charset="0"/>
                        </a:rPr>
                        <a:t>Person</a:t>
                      </a:r>
                    </a:p>
                    <a:p>
                      <a:r>
                        <a:rPr lang="en-US" sz="1200" b="1" i="0" baseline="0" dirty="0">
                          <a:latin typeface="Times New Roman" panose="02020603050405020304" pitchFamily="18" charset="0"/>
                        </a:rPr>
                        <a:t>In-Charge</a:t>
                      </a:r>
                    </a:p>
                    <a:p>
                      <a:r>
                        <a:rPr lang="en-US" sz="1200" b="1" i="0" baseline="0" dirty="0">
                          <a:latin typeface="Times New Roman" panose="02020603050405020304" pitchFamily="18" charset="0"/>
                        </a:rPr>
                        <a:t>Signature</a:t>
                      </a:r>
                      <a:endParaRPr lang="en-IN" sz="1200" b="1" i="0" baseline="0" dirty="0">
                        <a:latin typeface="Times New Roman" panose="02020603050405020304" pitchFamily="18" charset="0"/>
                      </a:endParaRPr>
                    </a:p>
                  </a:txBody>
                  <a:tcPr/>
                </a:tc>
                <a:extLst>
                  <a:ext uri="{0D108BD9-81ED-4DB2-BD59-A6C34878D82A}">
                    <a16:rowId xmlns:a16="http://schemas.microsoft.com/office/drawing/2014/main" val="4287780306"/>
                  </a:ext>
                </a:extLst>
              </a:tr>
              <a:tr h="828631">
                <a:tc>
                  <a:txBody>
                    <a:bodyPr/>
                    <a:lstStyle/>
                    <a:p>
                      <a:r>
                        <a:rPr lang="en-US" sz="1200" b="1" i="0" baseline="0" dirty="0">
                          <a:latin typeface="Times New Roman" panose="02020603050405020304" pitchFamily="18" charset="0"/>
                        </a:rPr>
                        <a:t> </a:t>
                      </a:r>
                    </a:p>
                    <a:p>
                      <a:r>
                        <a:rPr lang="en-US" sz="1200" b="1" i="0" baseline="0" dirty="0">
                          <a:latin typeface="Times New Roman" panose="02020603050405020304" pitchFamily="18" charset="0"/>
                        </a:rPr>
                        <a:t>  Day-1</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Collect the public information in   </a:t>
                      </a:r>
                    </a:p>
                    <a:p>
                      <a:r>
                        <a:rPr lang="en-US" sz="1200" dirty="0">
                          <a:latin typeface="Times New Roman" panose="02020603050405020304" pitchFamily="18" charset="0"/>
                          <a:cs typeface="Times New Roman" panose="02020603050405020304" pitchFamily="18" charset="0"/>
                        </a:rPr>
                        <a:t>                    my locality</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00000"/>
                        </a:lnSpc>
                        <a:spcBef>
                          <a:spcPts val="10"/>
                        </a:spcBef>
                      </a:pPr>
                      <a:endParaRPr sz="1350" dirty="0">
                        <a:latin typeface="Times New Roman"/>
                        <a:cs typeface="Times New Roman"/>
                      </a:endParaRPr>
                    </a:p>
                    <a:p>
                      <a:pPr marL="812165" marR="200025" indent="-549275">
                        <a:lnSpc>
                          <a:spcPts val="1360"/>
                        </a:lnSpc>
                      </a:pPr>
                      <a:r>
                        <a:rPr lang="en-US" sz="1200" spc="-5" dirty="0">
                          <a:latin typeface="Times New Roman"/>
                          <a:cs typeface="Times New Roman"/>
                        </a:rPr>
                        <a:t> </a:t>
                      </a:r>
                      <a:r>
                        <a:rPr sz="1200" spc="-5" dirty="0">
                          <a:latin typeface="Times New Roman"/>
                          <a:cs typeface="Times New Roman"/>
                        </a:rPr>
                        <a:t>Known</a:t>
                      </a:r>
                      <a:r>
                        <a:rPr sz="1200" spc="-15" dirty="0">
                          <a:latin typeface="Times New Roman"/>
                          <a:cs typeface="Times New Roman"/>
                        </a:rPr>
                        <a:t> </a:t>
                      </a:r>
                      <a:r>
                        <a:rPr sz="1200" spc="-5" dirty="0">
                          <a:latin typeface="Times New Roman"/>
                          <a:cs typeface="Times New Roman"/>
                        </a:rPr>
                        <a:t>about</a:t>
                      </a:r>
                      <a:r>
                        <a:rPr sz="1200" spc="-15" dirty="0">
                          <a:latin typeface="Times New Roman"/>
                          <a:cs typeface="Times New Roman"/>
                        </a:rPr>
                        <a:t> </a:t>
                      </a:r>
                      <a:r>
                        <a:rPr sz="1200" spc="-5" dirty="0">
                          <a:latin typeface="Times New Roman"/>
                          <a:cs typeface="Times New Roman"/>
                        </a:rPr>
                        <a:t>the</a:t>
                      </a:r>
                      <a:endParaRPr lang="en-US" sz="1200" spc="-15" dirty="0">
                        <a:latin typeface="Times New Roman"/>
                        <a:cs typeface="Times New Roman"/>
                      </a:endParaRPr>
                    </a:p>
                    <a:p>
                      <a:pPr marL="812165" marR="200025" indent="-549275">
                        <a:lnSpc>
                          <a:spcPts val="1360"/>
                        </a:lnSpc>
                      </a:pPr>
                      <a:r>
                        <a:rPr lang="en-US" sz="1200" spc="-15" dirty="0" err="1">
                          <a:latin typeface="Times New Roman"/>
                          <a:cs typeface="Times New Roman"/>
                        </a:rPr>
                        <a:t>Sustainity</a:t>
                      </a:r>
                      <a:r>
                        <a:rPr lang="en-US" sz="1200" spc="-15" dirty="0">
                          <a:latin typeface="Times New Roman"/>
                          <a:cs typeface="Times New Roman"/>
                        </a:rPr>
                        <a:t> health</a:t>
                      </a:r>
                    </a:p>
                    <a:p>
                      <a:pPr marL="812165" marR="200025" indent="-549275">
                        <a:lnSpc>
                          <a:spcPts val="1360"/>
                        </a:lnSpc>
                      </a:pPr>
                      <a:r>
                        <a:rPr lang="en-US" sz="1200" spc="-15" dirty="0">
                          <a:latin typeface="Times New Roman"/>
                          <a:cs typeface="Times New Roman"/>
                        </a:rPr>
                        <a:t>        habits.</a:t>
                      </a:r>
                      <a:endParaRPr sz="1200" dirty="0">
                        <a:latin typeface="Times New Roman"/>
                        <a:cs typeface="Times New Roman"/>
                      </a:endParaRPr>
                    </a:p>
                  </a:txBody>
                  <a:tcPr marL="0" marR="0" marT="1270" marB="0"/>
                </a:tc>
                <a:tc>
                  <a:txBody>
                    <a:bodyPr/>
                    <a:lstStyle/>
                    <a:p>
                      <a:endParaRPr lang="en-IN"/>
                    </a:p>
                  </a:txBody>
                  <a:tcPr/>
                </a:tc>
                <a:extLst>
                  <a:ext uri="{0D108BD9-81ED-4DB2-BD59-A6C34878D82A}">
                    <a16:rowId xmlns:a16="http://schemas.microsoft.com/office/drawing/2014/main" val="1300990339"/>
                  </a:ext>
                </a:extLst>
              </a:tr>
              <a:tr h="838200">
                <a:tc>
                  <a:txBody>
                    <a:bodyPr/>
                    <a:lstStyle/>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Day-2</a:t>
                      </a:r>
                      <a:endParaRPr lang="en-IN" sz="1200" b="1" i="0" baseline="0" dirty="0">
                        <a:latin typeface="Times New Roman" panose="02020603050405020304" pitchFamily="18" charset="0"/>
                      </a:endParaRPr>
                    </a:p>
                  </a:txBody>
                  <a:tcPr/>
                </a:tc>
                <a:tc>
                  <a:txBody>
                    <a:bodyPr/>
                    <a:lstStyle/>
                    <a:p>
                      <a:pPr>
                        <a:lnSpc>
                          <a:spcPct val="100000"/>
                        </a:lnSpc>
                        <a:spcBef>
                          <a:spcPts val="45"/>
                        </a:spcBef>
                      </a:pPr>
                      <a:endParaRPr sz="1200" dirty="0">
                        <a:latin typeface="Times New Roman"/>
                        <a:cs typeface="Times New Roman"/>
                      </a:endParaRPr>
                    </a:p>
                    <a:p>
                      <a:pPr marL="865505" marR="545465" indent="-610235">
                        <a:lnSpc>
                          <a:spcPct val="103299"/>
                        </a:lnSpc>
                      </a:pPr>
                      <a:r>
                        <a:rPr lang="en-US" sz="1200" spc="-5" dirty="0">
                          <a:latin typeface="Times New Roman"/>
                          <a:cs typeface="Times New Roman"/>
                        </a:rPr>
                        <a:t> </a:t>
                      </a:r>
                      <a:r>
                        <a:rPr sz="1200" spc="-5" dirty="0">
                          <a:latin typeface="Times New Roman"/>
                          <a:cs typeface="Times New Roman"/>
                        </a:rPr>
                        <a:t>Met</a:t>
                      </a:r>
                      <a:r>
                        <a:rPr sz="1200" spc="-20" dirty="0">
                          <a:latin typeface="Times New Roman"/>
                          <a:cs typeface="Times New Roman"/>
                        </a:rPr>
                        <a:t> </a:t>
                      </a:r>
                      <a:r>
                        <a:rPr sz="1200" spc="-5" dirty="0">
                          <a:latin typeface="Times New Roman"/>
                          <a:cs typeface="Times New Roman"/>
                        </a:rPr>
                        <a:t>the</a:t>
                      </a:r>
                      <a:r>
                        <a:rPr sz="1200" spc="-20" dirty="0">
                          <a:latin typeface="Times New Roman"/>
                          <a:cs typeface="Times New Roman"/>
                        </a:rPr>
                        <a:t> </a:t>
                      </a:r>
                      <a:r>
                        <a:rPr sz="1200" spc="-5" dirty="0">
                          <a:latin typeface="Times New Roman"/>
                          <a:cs typeface="Times New Roman"/>
                        </a:rPr>
                        <a:t>each</a:t>
                      </a:r>
                      <a:r>
                        <a:rPr sz="1200" spc="-10" dirty="0">
                          <a:latin typeface="Times New Roman"/>
                          <a:cs typeface="Times New Roman"/>
                        </a:rPr>
                        <a:t> </a:t>
                      </a:r>
                      <a:r>
                        <a:rPr sz="1200" dirty="0">
                          <a:latin typeface="Times New Roman"/>
                          <a:cs typeface="Times New Roman"/>
                        </a:rPr>
                        <a:t>person</a:t>
                      </a:r>
                      <a:r>
                        <a:rPr sz="1200" spc="-15" dirty="0">
                          <a:latin typeface="Times New Roman"/>
                          <a:cs typeface="Times New Roman"/>
                        </a:rPr>
                        <a:t> </a:t>
                      </a:r>
                      <a:r>
                        <a:rPr lang="en-US" sz="1200" spc="-5" dirty="0">
                          <a:latin typeface="Times New Roman"/>
                          <a:cs typeface="Times New Roman"/>
                        </a:rPr>
                        <a:t> in </a:t>
                      </a:r>
                    </a:p>
                    <a:p>
                      <a:pPr marL="865505" marR="545465" indent="-610235">
                        <a:lnSpc>
                          <a:spcPct val="103299"/>
                        </a:lnSpc>
                      </a:pPr>
                      <a:r>
                        <a:rPr lang="en-US" sz="1200" spc="-5" dirty="0">
                          <a:latin typeface="Times New Roman"/>
                          <a:cs typeface="Times New Roman"/>
                        </a:rPr>
                        <a:t>           </a:t>
                      </a:r>
                      <a:r>
                        <a:rPr sz="1200" spc="5" dirty="0">
                          <a:latin typeface="Times New Roman"/>
                          <a:cs typeface="Times New Roman"/>
                        </a:rPr>
                        <a:t>my </a:t>
                      </a:r>
                      <a:r>
                        <a:rPr sz="1200" spc="-285" dirty="0">
                          <a:latin typeface="Times New Roman"/>
                          <a:cs typeface="Times New Roman"/>
                        </a:rPr>
                        <a:t> </a:t>
                      </a:r>
                      <a:r>
                        <a:rPr sz="1200" spc="-15" dirty="0">
                          <a:latin typeface="Times New Roman"/>
                          <a:cs typeface="Times New Roman"/>
                        </a:rPr>
                        <a:t>locality.</a:t>
                      </a:r>
                      <a:endParaRPr sz="1200" dirty="0">
                        <a:latin typeface="Times New Roman"/>
                        <a:cs typeface="Times New Roman"/>
                      </a:endParaRPr>
                    </a:p>
                  </a:txBody>
                  <a:tcPr marL="0" marR="0" marT="5715" marB="0"/>
                </a:tc>
                <a:tc>
                  <a:txBody>
                    <a:bodyPr/>
                    <a:lstStyle/>
                    <a:p>
                      <a:pPr>
                        <a:lnSpc>
                          <a:spcPct val="100000"/>
                        </a:lnSpc>
                        <a:spcBef>
                          <a:spcPts val="45"/>
                        </a:spcBef>
                      </a:pPr>
                      <a:endParaRPr sz="1300" dirty="0">
                        <a:latin typeface="Times New Roman"/>
                        <a:cs typeface="Times New Roman"/>
                      </a:endParaRPr>
                    </a:p>
                    <a:p>
                      <a:pPr marL="103505" marR="174625">
                        <a:lnSpc>
                          <a:spcPts val="1420"/>
                        </a:lnSpc>
                      </a:pPr>
                      <a:r>
                        <a:rPr lang="en-US" sz="1200" spc="-5" dirty="0">
                          <a:latin typeface="Times New Roman"/>
                          <a:cs typeface="Times New Roman"/>
                        </a:rPr>
                        <a:t>     </a:t>
                      </a:r>
                      <a:r>
                        <a:rPr sz="1200" spc="-5" dirty="0">
                          <a:latin typeface="Times New Roman"/>
                          <a:cs typeface="Times New Roman"/>
                        </a:rPr>
                        <a:t>Kn</a:t>
                      </a:r>
                      <a:r>
                        <a:rPr lang="en-US" sz="1200" spc="-5" dirty="0">
                          <a:latin typeface="Times New Roman"/>
                          <a:cs typeface="Times New Roman"/>
                        </a:rPr>
                        <a:t>ow about the dis</a:t>
                      </a:r>
                    </a:p>
                    <a:p>
                      <a:pPr marL="103505" marR="174625">
                        <a:lnSpc>
                          <a:spcPts val="1420"/>
                        </a:lnSpc>
                      </a:pPr>
                      <a:r>
                        <a:rPr lang="en-US" sz="1200" spc="-5" dirty="0">
                          <a:latin typeface="Times New Roman"/>
                          <a:cs typeface="Times New Roman"/>
                        </a:rPr>
                        <a:t>    -advantages of using</a:t>
                      </a:r>
                    </a:p>
                    <a:p>
                      <a:pPr marL="103505" marR="174625">
                        <a:lnSpc>
                          <a:spcPts val="1420"/>
                        </a:lnSpc>
                      </a:pPr>
                      <a:r>
                        <a:rPr lang="en-US" sz="1200" spc="-5" dirty="0">
                          <a:latin typeface="Times New Roman"/>
                          <a:cs typeface="Times New Roman"/>
                        </a:rPr>
                        <a:t>           mobiles</a:t>
                      </a:r>
                      <a:endParaRPr lang="en-US" sz="1200" dirty="0">
                        <a:latin typeface="Times New Roman"/>
                        <a:cs typeface="Times New Roman"/>
                      </a:endParaRPr>
                    </a:p>
                  </a:txBody>
                  <a:tcPr marL="0" marR="0" marT="5715" marB="0"/>
                </a:tc>
                <a:tc>
                  <a:txBody>
                    <a:bodyPr/>
                    <a:lstStyle/>
                    <a:p>
                      <a:endParaRPr lang="en-IN"/>
                    </a:p>
                  </a:txBody>
                  <a:tcPr/>
                </a:tc>
                <a:extLst>
                  <a:ext uri="{0D108BD9-81ED-4DB2-BD59-A6C34878D82A}">
                    <a16:rowId xmlns:a16="http://schemas.microsoft.com/office/drawing/2014/main" val="1012437581"/>
                  </a:ext>
                </a:extLst>
              </a:tr>
              <a:tr h="1066800">
                <a:tc>
                  <a:txBody>
                    <a:bodyPr/>
                    <a:lstStyle/>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Day-3</a:t>
                      </a:r>
                      <a:endParaRPr lang="en-IN" sz="1200" b="1" i="0" baseline="0" dirty="0">
                        <a:latin typeface="Times New Roman" panose="02020603050405020304" pitchFamily="18" charset="0"/>
                      </a:endParaRPr>
                    </a:p>
                  </a:txBody>
                  <a:tcPr/>
                </a:tc>
                <a:tc>
                  <a:txBody>
                    <a:bodyPr/>
                    <a:lstStyle/>
                    <a:p>
                      <a:pPr>
                        <a:lnSpc>
                          <a:spcPct val="100000"/>
                        </a:lnSpc>
                      </a:pPr>
                      <a:endParaRPr sz="1300" dirty="0">
                        <a:latin typeface="Times New Roman"/>
                        <a:cs typeface="Times New Roman"/>
                      </a:endParaRPr>
                    </a:p>
                    <a:p>
                      <a:pPr marL="103505">
                        <a:lnSpc>
                          <a:spcPct val="100000"/>
                        </a:lnSpc>
                      </a:pPr>
                      <a:r>
                        <a:rPr lang="en-US" sz="1250" spc="0" dirty="0">
                          <a:latin typeface="Times New Roman"/>
                          <a:cs typeface="Times New Roman"/>
                        </a:rPr>
                        <a:t>        </a:t>
                      </a:r>
                      <a:r>
                        <a:rPr sz="1200" spc="-5" dirty="0">
                          <a:latin typeface="Times New Roman"/>
                          <a:cs typeface="Times New Roman"/>
                        </a:rPr>
                        <a:t>Note</a:t>
                      </a:r>
                      <a:r>
                        <a:rPr sz="1200" spc="-1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each and</a:t>
                      </a:r>
                      <a:r>
                        <a:rPr sz="1200" spc="5" dirty="0">
                          <a:latin typeface="Times New Roman"/>
                          <a:cs typeface="Times New Roman"/>
                        </a:rPr>
                        <a:t> </a:t>
                      </a:r>
                      <a:r>
                        <a:rPr sz="1200" dirty="0">
                          <a:latin typeface="Times New Roman"/>
                          <a:cs typeface="Times New Roman"/>
                        </a:rPr>
                        <a:t>every</a:t>
                      </a:r>
                      <a:endParaRPr lang="en-US" sz="1200" dirty="0">
                        <a:latin typeface="Times New Roman"/>
                        <a:cs typeface="Times New Roman"/>
                      </a:endParaRPr>
                    </a:p>
                    <a:p>
                      <a:pPr marL="103505">
                        <a:lnSpc>
                          <a:spcPct val="100000"/>
                        </a:lnSpc>
                      </a:pPr>
                      <a:r>
                        <a:rPr lang="en-IN" sz="1200" spc="-25" dirty="0">
                          <a:latin typeface="Times New Roman"/>
                          <a:cs typeface="Times New Roman"/>
                        </a:rPr>
                        <a:t>              </a:t>
                      </a:r>
                      <a:r>
                        <a:rPr sz="1200" spc="-25" dirty="0">
                          <a:latin typeface="Times New Roman"/>
                          <a:cs typeface="Times New Roman"/>
                        </a:rPr>
                        <a:t> </a:t>
                      </a:r>
                      <a:r>
                        <a:rPr lang="en-US" sz="1200" spc="-25" dirty="0">
                          <a:latin typeface="Times New Roman"/>
                          <a:cs typeface="Times New Roman"/>
                        </a:rPr>
                        <a:t>   </a:t>
                      </a:r>
                      <a:r>
                        <a:rPr sz="1200" spc="-5" dirty="0">
                          <a:latin typeface="Times New Roman"/>
                          <a:cs typeface="Times New Roman"/>
                        </a:rPr>
                        <a:t>information.</a:t>
                      </a:r>
                      <a:endParaRPr sz="1200" dirty="0">
                        <a:latin typeface="Times New Roman"/>
                        <a:cs typeface="Times New Roman"/>
                      </a:endParaRPr>
                    </a:p>
                  </a:txBody>
                  <a:tcPr marL="0" marR="0" marT="0" marB="0"/>
                </a:tc>
                <a:tc>
                  <a:txBody>
                    <a:bodyPr/>
                    <a:lstStyle/>
                    <a:p>
                      <a:pPr marL="716280" marR="170815" indent="-503555">
                        <a:lnSpc>
                          <a:spcPts val="1370"/>
                        </a:lnSpc>
                        <a:spcBef>
                          <a:spcPts val="5"/>
                        </a:spcBef>
                      </a:pPr>
                      <a:endParaRPr lang="en-US" sz="1200" spc="-5" dirty="0">
                        <a:latin typeface="Times New Roman"/>
                        <a:cs typeface="Times New Roman"/>
                      </a:endParaRPr>
                    </a:p>
                    <a:p>
                      <a:pPr marL="716280" marR="170815" indent="-503555">
                        <a:lnSpc>
                          <a:spcPts val="1370"/>
                        </a:lnSpc>
                        <a:spcBef>
                          <a:spcPts val="5"/>
                        </a:spcBef>
                      </a:pPr>
                      <a:r>
                        <a:rPr lang="en-US" sz="1200" spc="-5" dirty="0">
                          <a:latin typeface="Times New Roman"/>
                          <a:cs typeface="Times New Roman"/>
                        </a:rPr>
                        <a:t>Most people can be use</a:t>
                      </a:r>
                    </a:p>
                    <a:p>
                      <a:pPr marL="716280" marR="170815" indent="-503555">
                        <a:lnSpc>
                          <a:spcPts val="1370"/>
                        </a:lnSpc>
                        <a:spcBef>
                          <a:spcPts val="5"/>
                        </a:spcBef>
                      </a:pPr>
                      <a:r>
                        <a:rPr lang="en-US" sz="1200" spc="-5" dirty="0">
                          <a:latin typeface="Times New Roman"/>
                          <a:cs typeface="Times New Roman"/>
                        </a:rPr>
                        <a:t>For education </a:t>
                      </a:r>
                      <a:r>
                        <a:rPr lang="en-US" sz="1200" spc="-5" dirty="0" err="1">
                          <a:latin typeface="Times New Roman"/>
                          <a:cs typeface="Times New Roman"/>
                        </a:rPr>
                        <a:t>commun</a:t>
                      </a:r>
                      <a:endParaRPr lang="en-US" sz="1200" spc="-5" dirty="0">
                        <a:latin typeface="Times New Roman"/>
                        <a:cs typeface="Times New Roman"/>
                      </a:endParaRPr>
                    </a:p>
                    <a:p>
                      <a:pPr marL="716280" marR="170815" indent="-503555">
                        <a:lnSpc>
                          <a:spcPts val="1370"/>
                        </a:lnSpc>
                        <a:spcBef>
                          <a:spcPts val="5"/>
                        </a:spcBef>
                      </a:pPr>
                      <a:r>
                        <a:rPr lang="en-US" sz="1200" spc="-5" dirty="0">
                          <a:latin typeface="Times New Roman"/>
                          <a:cs typeface="Times New Roman"/>
                        </a:rPr>
                        <a:t>-</a:t>
                      </a:r>
                      <a:r>
                        <a:rPr lang="en-US" sz="1200" spc="-5" dirty="0" err="1">
                          <a:latin typeface="Times New Roman"/>
                          <a:cs typeface="Times New Roman"/>
                        </a:rPr>
                        <a:t>ication</a:t>
                      </a:r>
                      <a:r>
                        <a:rPr lang="en-US" sz="1200" spc="-5" dirty="0">
                          <a:latin typeface="Times New Roman"/>
                          <a:cs typeface="Times New Roman"/>
                        </a:rPr>
                        <a:t> and entertain</a:t>
                      </a:r>
                    </a:p>
                    <a:p>
                      <a:pPr marL="716280" marR="170815" indent="-503555">
                        <a:lnSpc>
                          <a:spcPts val="1370"/>
                        </a:lnSpc>
                        <a:spcBef>
                          <a:spcPts val="5"/>
                        </a:spcBef>
                      </a:pPr>
                      <a:r>
                        <a:rPr lang="en-US" sz="1200" spc="-5" dirty="0">
                          <a:latin typeface="Times New Roman"/>
                          <a:cs typeface="Times New Roman"/>
                        </a:rPr>
                        <a:t>-</a:t>
                      </a:r>
                      <a:r>
                        <a:rPr lang="en-US" sz="1200" spc="-5" dirty="0" err="1">
                          <a:latin typeface="Times New Roman"/>
                          <a:cs typeface="Times New Roman"/>
                        </a:rPr>
                        <a:t>ment</a:t>
                      </a:r>
                      <a:r>
                        <a:rPr lang="en-US" sz="1200" spc="-5" dirty="0">
                          <a:latin typeface="Times New Roman"/>
                          <a:cs typeface="Times New Roman"/>
                        </a:rPr>
                        <a:t>.</a:t>
                      </a:r>
                    </a:p>
                  </a:txBody>
                  <a:tcPr marL="0" marR="0" marT="0" marB="0"/>
                </a:tc>
                <a:tc>
                  <a:txBody>
                    <a:bodyPr/>
                    <a:lstStyle/>
                    <a:p>
                      <a:endParaRPr lang="en-IN" dirty="0"/>
                    </a:p>
                  </a:txBody>
                  <a:tcPr/>
                </a:tc>
                <a:extLst>
                  <a:ext uri="{0D108BD9-81ED-4DB2-BD59-A6C34878D82A}">
                    <a16:rowId xmlns:a16="http://schemas.microsoft.com/office/drawing/2014/main" val="3815984116"/>
                  </a:ext>
                </a:extLst>
              </a:tr>
              <a:tr h="1093798">
                <a:tc>
                  <a:txBody>
                    <a:bodyPr/>
                    <a:lstStyle/>
                    <a:p>
                      <a:r>
                        <a:rPr lang="en-US" sz="1200" b="1" i="0" baseline="0" dirty="0">
                          <a:latin typeface="Times New Roman" panose="02020603050405020304" pitchFamily="18" charset="0"/>
                        </a:rPr>
                        <a:t>  </a:t>
                      </a:r>
                    </a:p>
                    <a:p>
                      <a:r>
                        <a:rPr lang="en-US" sz="1200" b="1" i="0" baseline="0" dirty="0">
                          <a:latin typeface="Times New Roman" panose="02020603050405020304" pitchFamily="18" charset="0"/>
                        </a:rPr>
                        <a:t>  Day-4</a:t>
                      </a:r>
                      <a:endParaRPr lang="en-IN" sz="1200" b="1" i="0" baseline="0" dirty="0">
                        <a:latin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Note about the Mental wellness and</a:t>
                      </a:r>
                    </a:p>
                    <a:p>
                      <a:r>
                        <a:rPr lang="en-US" sz="1200" dirty="0">
                          <a:latin typeface="Times New Roman" panose="02020603050405020304" pitchFamily="18" charset="0"/>
                          <a:cs typeface="Times New Roman" panose="02020603050405020304" pitchFamily="18" charset="0"/>
                        </a:rPr>
                        <a:t>                  digital detox</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Educate the community about the impact of excessive screen time on mental health, and how to establish healthier digital habits </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4290066341"/>
                  </a:ext>
                </a:extLst>
              </a:tr>
              <a:tr h="792480">
                <a:tc>
                  <a:txBody>
                    <a:bodyPr/>
                    <a:lstStyle/>
                    <a:p>
                      <a:endParaRPr lang="en-US" sz="1200" b="1" i="0" baseline="0" dirty="0">
                        <a:latin typeface="Times New Roman" panose="02020603050405020304" pitchFamily="18" charset="0"/>
                      </a:endParaRPr>
                    </a:p>
                    <a:p>
                      <a:r>
                        <a:rPr lang="en-US" sz="1200" b="1" i="0" baseline="0" dirty="0">
                          <a:latin typeface="Times New Roman" panose="02020603050405020304" pitchFamily="18" charset="0"/>
                        </a:rPr>
                        <a:t> Day-5</a:t>
                      </a:r>
                      <a:endParaRPr lang="en-IN" sz="1200" b="1" i="0" baseline="0" dirty="0">
                        <a:latin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To told about the Reducing screen</a:t>
                      </a:r>
                    </a:p>
                    <a:p>
                      <a:r>
                        <a:rPr lang="en-US" sz="1200" dirty="0">
                          <a:latin typeface="Times New Roman" panose="02020603050405020304" pitchFamily="18" charset="0"/>
                          <a:cs typeface="Times New Roman" panose="02020603050405020304" pitchFamily="18" charset="0"/>
                        </a:rPr>
                        <a:t>                   distraction</a:t>
                      </a:r>
                    </a:p>
                    <a:p>
                      <a:endParaRPr lang="en-US" sz="1200"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Most people can using</a:t>
                      </a:r>
                    </a:p>
                    <a:p>
                      <a:r>
                        <a:rPr lang="en-US" sz="1200" dirty="0">
                          <a:latin typeface="Times New Roman" panose="02020603050405020304" pitchFamily="18" charset="0"/>
                          <a:cs typeface="Times New Roman" panose="02020603050405020304" pitchFamily="18" charset="0"/>
                        </a:rPr>
                        <a:t>       High screen time</a:t>
                      </a:r>
                    </a:p>
                    <a:p>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a:p>
                  </a:txBody>
                  <a:tcPr/>
                </a:tc>
                <a:extLst>
                  <a:ext uri="{0D108BD9-81ED-4DB2-BD59-A6C34878D82A}">
                    <a16:rowId xmlns:a16="http://schemas.microsoft.com/office/drawing/2014/main" val="1637263985"/>
                  </a:ext>
                </a:extLst>
              </a:tr>
              <a:tr h="994082">
                <a:tc>
                  <a:txBody>
                    <a:bodyPr/>
                    <a:lstStyle/>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 Day-6</a:t>
                      </a:r>
                      <a:endParaRPr lang="en-IN" sz="1200" b="1" dirty="0">
                        <a:latin typeface="Times New Roman" panose="02020603050405020304" pitchFamily="18" charset="0"/>
                        <a:cs typeface="Times New Roman" panose="02020603050405020304" pitchFamily="18" charset="0"/>
                      </a:endParaRPr>
                    </a:p>
                  </a:txBody>
                  <a:tcPr/>
                </a:tc>
                <a:tc>
                  <a:txBody>
                    <a:bodyPr/>
                    <a:lstStyle/>
                    <a:p>
                      <a:endParaRPr lang="en-US"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To told about the enhancing the real</a:t>
                      </a:r>
                    </a:p>
                    <a:p>
                      <a:r>
                        <a:rPr lang="en-IN" sz="1200" dirty="0">
                          <a:latin typeface="Times New Roman" panose="02020603050405020304" pitchFamily="18" charset="0"/>
                          <a:cs typeface="Times New Roman" panose="02020603050405020304" pitchFamily="18" charset="0"/>
                        </a:rPr>
                        <a:t>            life social connection</a:t>
                      </a:r>
                    </a:p>
                  </a:txBody>
                  <a:tcPr/>
                </a:tc>
                <a:tc>
                  <a:txBody>
                    <a:bodyPr/>
                    <a:lstStyle/>
                    <a:p>
                      <a:r>
                        <a:rPr lang="en-US" sz="1200" dirty="0">
                          <a:latin typeface="Times New Roman" panose="02020603050405020304" pitchFamily="18" charset="0"/>
                          <a:cs typeface="Times New Roman" panose="02020603050405020304" pitchFamily="18" charset="0"/>
                        </a:rPr>
                        <a:t>Mental health professionals or community leaders about the importance of face-to-face interactions and the negative effects of digital isolation.</a:t>
                      </a:r>
                      <a:endParaRPr lang="en-IN" sz="1200" dirty="0">
                        <a:latin typeface="Times New Roman" panose="02020603050405020304" pitchFamily="18" charset="0"/>
                        <a:cs typeface="Times New Roman" panose="02020603050405020304" pitchFamily="18" charset="0"/>
                      </a:endParaRPr>
                    </a:p>
                  </a:txBody>
                  <a:tcPr/>
                </a:tc>
                <a:tc>
                  <a:txBody>
                    <a:bodyPr/>
                    <a:lstStyle/>
                    <a:p>
                      <a:endParaRPr lang="en-IN" dirty="0"/>
                    </a:p>
                  </a:txBody>
                  <a:tcPr/>
                </a:tc>
                <a:extLst>
                  <a:ext uri="{0D108BD9-81ED-4DB2-BD59-A6C34878D82A}">
                    <a16:rowId xmlns:a16="http://schemas.microsoft.com/office/drawing/2014/main" val="3050672454"/>
                  </a:ext>
                </a:extLst>
              </a:tr>
            </a:tbl>
          </a:graphicData>
        </a:graphic>
      </p:graphicFrame>
      <p:sp>
        <p:nvSpPr>
          <p:cNvPr id="2" name="Footer Placeholder 1">
            <a:extLst>
              <a:ext uri="{FF2B5EF4-FFF2-40B4-BE49-F238E27FC236}">
                <a16:creationId xmlns:a16="http://schemas.microsoft.com/office/drawing/2014/main" id="{B196FB32-C9CB-60EE-C541-63F5BFA78BEF}"/>
              </a:ext>
            </a:extLst>
          </p:cNvPr>
          <p:cNvSpPr>
            <a:spLocks noGrp="1"/>
          </p:cNvSpPr>
          <p:nvPr>
            <p:ph type="ftr" sz="quarter" idx="5"/>
          </p:nvPr>
        </p:nvSpPr>
        <p:spPr>
          <a:xfrm>
            <a:off x="1442620" y="10043357"/>
            <a:ext cx="4743450" cy="180975"/>
          </a:xfrm>
        </p:spPr>
        <p:txBody>
          <a:bodyPr/>
          <a:lstStyle/>
          <a:p>
            <a:pPr marL="12700">
              <a:lnSpc>
                <a:spcPts val="1300"/>
              </a:lnSpc>
            </a:pPr>
            <a:r>
              <a:rPr lang="en-US" spc="-50"/>
              <a:t>DEPARTMENT</a:t>
            </a:r>
            <a:r>
              <a:rPr lang="en-US" spc="10"/>
              <a:t> </a:t>
            </a:r>
            <a:r>
              <a:rPr lang="en-US" spc="-65"/>
              <a:t>OF</a:t>
            </a:r>
            <a:r>
              <a:rPr lang="en-US"/>
              <a:t> </a:t>
            </a:r>
            <a:r>
              <a:rPr lang="en-US" spc="-70"/>
              <a:t>COMPUTER</a:t>
            </a:r>
            <a:r>
              <a:rPr lang="en-US" spc="5"/>
              <a:t> </a:t>
            </a:r>
            <a:r>
              <a:rPr lang="en-US" spc="-50"/>
              <a:t>SCIENCE</a:t>
            </a:r>
            <a:r>
              <a:rPr lang="en-US" spc="-5"/>
              <a:t> </a:t>
            </a:r>
            <a:r>
              <a:rPr lang="en-US" spc="-75"/>
              <a:t>AND</a:t>
            </a:r>
            <a:r>
              <a:rPr lang="en-US"/>
              <a:t> </a:t>
            </a:r>
            <a:r>
              <a:rPr lang="en-US" spc="-55"/>
              <a:t>ENGINEERING</a:t>
            </a:r>
            <a:r>
              <a:rPr lang="en-US" spc="15"/>
              <a:t> </a:t>
            </a:r>
            <a:r>
              <a:rPr lang="en-US"/>
              <a:t>(DATA</a:t>
            </a:r>
            <a:r>
              <a:rPr lang="en-US" spc="15"/>
              <a:t> </a:t>
            </a:r>
            <a:r>
              <a:rPr lang="en-US" spc="-30"/>
              <a:t>SCIENCE)</a:t>
            </a:r>
            <a:endParaRPr lang="en-US" spc="-30" dirty="0"/>
          </a:p>
        </p:txBody>
      </p:sp>
      <p:sp>
        <p:nvSpPr>
          <p:cNvPr id="3" name="TextBox 2">
            <a:extLst>
              <a:ext uri="{FF2B5EF4-FFF2-40B4-BE49-F238E27FC236}">
                <a16:creationId xmlns:a16="http://schemas.microsoft.com/office/drawing/2014/main" id="{32F1DAD5-872C-7B10-B0FF-7E3B1C5C0669}"/>
              </a:ext>
            </a:extLst>
          </p:cNvPr>
          <p:cNvSpPr txBox="1"/>
          <p:nvPr/>
        </p:nvSpPr>
        <p:spPr>
          <a:xfrm>
            <a:off x="3632244" y="9735580"/>
            <a:ext cx="415498"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23</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202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5F0669-E308-CF9A-37E2-06D51340CEA4}"/>
              </a:ext>
            </a:extLst>
          </p:cNvPr>
          <p:cNvSpPr txBox="1"/>
          <p:nvPr/>
        </p:nvSpPr>
        <p:spPr>
          <a:xfrm>
            <a:off x="2132195" y="1096745"/>
            <a:ext cx="3742628" cy="523220"/>
          </a:xfrm>
          <a:prstGeom prst="rect">
            <a:avLst/>
          </a:prstGeom>
          <a:noFill/>
        </p:spPr>
        <p:txBody>
          <a:bodyPr wrap="none" rtlCol="0">
            <a:spAutoFit/>
          </a:bodyPr>
          <a:lstStyle/>
          <a:p>
            <a:pPr algn="ctr">
              <a:lnSpc>
                <a:spcPct val="100000"/>
              </a:lnSpc>
              <a:spcBef>
                <a:spcPts val="100"/>
              </a:spcBef>
            </a:pPr>
            <a:r>
              <a:rPr lang="en-US" sz="1400" b="1" dirty="0">
                <a:latin typeface="Times New Roman"/>
                <a:cs typeface="Times New Roman"/>
              </a:rPr>
              <a:t>WE</a:t>
            </a:r>
            <a:r>
              <a:rPr lang="en-US" sz="1400" b="1" spc="5" dirty="0">
                <a:latin typeface="Times New Roman"/>
                <a:cs typeface="Times New Roman"/>
              </a:rPr>
              <a:t>E</a:t>
            </a:r>
            <a:r>
              <a:rPr lang="en-US" sz="1400" b="1" dirty="0">
                <a:latin typeface="Times New Roman"/>
                <a:cs typeface="Times New Roman"/>
              </a:rPr>
              <a:t>K</a:t>
            </a:r>
            <a:r>
              <a:rPr lang="en-US" sz="1400" b="1" spc="-135" dirty="0">
                <a:latin typeface="Times New Roman"/>
                <a:cs typeface="Times New Roman"/>
              </a:rPr>
              <a:t>L</a:t>
            </a:r>
            <a:r>
              <a:rPr lang="en-US" sz="1400" b="1" dirty="0">
                <a:latin typeface="Times New Roman"/>
                <a:cs typeface="Times New Roman"/>
              </a:rPr>
              <a:t>Y</a:t>
            </a:r>
            <a:r>
              <a:rPr lang="en-US" sz="1200" b="1" dirty="0">
                <a:latin typeface="Times New Roman"/>
                <a:cs typeface="Times New Roman"/>
              </a:rPr>
              <a:t> </a:t>
            </a:r>
            <a:r>
              <a:rPr lang="en-US" sz="1400" b="1" spc="-10" dirty="0">
                <a:latin typeface="Times New Roman"/>
                <a:cs typeface="Times New Roman"/>
              </a:rPr>
              <a:t>R</a:t>
            </a:r>
            <a:r>
              <a:rPr lang="en-US" sz="1400" b="1" dirty="0">
                <a:latin typeface="Times New Roman"/>
                <a:cs typeface="Times New Roman"/>
              </a:rPr>
              <a:t>EPO</a:t>
            </a:r>
            <a:r>
              <a:rPr lang="en-US" sz="1400" b="1" spc="-50" dirty="0">
                <a:latin typeface="Times New Roman"/>
                <a:cs typeface="Times New Roman"/>
              </a:rPr>
              <a:t>R</a:t>
            </a:r>
            <a:r>
              <a:rPr lang="en-US" sz="1400" b="1" dirty="0">
                <a:latin typeface="Times New Roman"/>
                <a:cs typeface="Times New Roman"/>
              </a:rPr>
              <a:t>T</a:t>
            </a:r>
            <a:endParaRPr lang="en-US" sz="1400" dirty="0">
              <a:latin typeface="Times New Roman"/>
              <a:cs typeface="Times New Roman"/>
            </a:endParaRPr>
          </a:p>
          <a:p>
            <a:pPr marR="138430" algn="ctr">
              <a:lnSpc>
                <a:spcPct val="100000"/>
              </a:lnSpc>
              <a:spcBef>
                <a:spcPts val="35"/>
              </a:spcBef>
            </a:pPr>
            <a:r>
              <a:rPr lang="en-US" sz="1400" b="1" dirty="0">
                <a:latin typeface="Times New Roman"/>
                <a:cs typeface="Times New Roman"/>
              </a:rPr>
              <a:t>WEEK-8</a:t>
            </a:r>
            <a:r>
              <a:rPr lang="en-US" sz="1400" b="1" spc="10" dirty="0">
                <a:latin typeface="Times New Roman"/>
                <a:cs typeface="Times New Roman"/>
              </a:rPr>
              <a:t> </a:t>
            </a:r>
            <a:r>
              <a:rPr lang="en-US" sz="1400" spc="-10" dirty="0">
                <a:latin typeface="Times New Roman"/>
                <a:cs typeface="Times New Roman"/>
              </a:rPr>
              <a:t>(FROM </a:t>
            </a:r>
            <a:r>
              <a:rPr lang="en-US" sz="1400" b="1" spc="-10" dirty="0">
                <a:latin typeface="Times New Roman"/>
                <a:cs typeface="Times New Roman"/>
              </a:rPr>
              <a:t>10-09-2024 </a:t>
            </a:r>
            <a:r>
              <a:rPr lang="en-US" sz="1400" spc="-10" dirty="0">
                <a:latin typeface="Times New Roman"/>
                <a:cs typeface="Times New Roman"/>
              </a:rPr>
              <a:t>TO</a:t>
            </a:r>
            <a:r>
              <a:rPr lang="en-US" sz="1400" b="1" spc="-10" dirty="0">
                <a:latin typeface="Times New Roman"/>
                <a:cs typeface="Times New Roman"/>
              </a:rPr>
              <a:t> 16-09-2024</a:t>
            </a:r>
            <a:r>
              <a:rPr lang="en-US" sz="1200" spc="-5" dirty="0">
                <a:latin typeface="Times New Roman"/>
                <a:cs typeface="Times New Roman"/>
              </a:rPr>
              <a:t>)</a:t>
            </a:r>
            <a:r>
              <a:rPr lang="en-US" sz="1200" b="1" dirty="0">
                <a:latin typeface="Times New Roman"/>
                <a:cs typeface="Times New Roman"/>
              </a:rPr>
              <a:t> </a:t>
            </a:r>
            <a:endParaRPr lang="en-US" sz="1200" dirty="0">
              <a:latin typeface="Times New Roman"/>
              <a:cs typeface="Times New Roman"/>
            </a:endParaRPr>
          </a:p>
        </p:txBody>
      </p:sp>
      <p:sp>
        <p:nvSpPr>
          <p:cNvPr id="5" name="TextBox 4">
            <a:extLst>
              <a:ext uri="{FF2B5EF4-FFF2-40B4-BE49-F238E27FC236}">
                <a16:creationId xmlns:a16="http://schemas.microsoft.com/office/drawing/2014/main" id="{DCEEA98F-20BD-8909-5AA1-8AE94A876F0F}"/>
              </a:ext>
            </a:extLst>
          </p:cNvPr>
          <p:cNvSpPr txBox="1"/>
          <p:nvPr/>
        </p:nvSpPr>
        <p:spPr>
          <a:xfrm>
            <a:off x="584200" y="1699915"/>
            <a:ext cx="6400800" cy="8063746"/>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                                                    SUSTAINITY HEALTH HABITS</a:t>
            </a:r>
          </a:p>
          <a:p>
            <a:r>
              <a:rPr lang="en-US" sz="1200" b="1" dirty="0">
                <a:latin typeface="Times New Roman" panose="02020603050405020304" pitchFamily="18" charset="0"/>
                <a:cs typeface="Times New Roman" panose="02020603050405020304" pitchFamily="18" charset="0"/>
              </a:rPr>
              <a:t>1.</a:t>
            </a:r>
            <a:r>
              <a:rPr lang="en-US" sz="1400" b="1" dirty="0">
                <a:latin typeface="Times New Roman" panose="02020603050405020304" pitchFamily="18" charset="0"/>
                <a:cs typeface="Times New Roman" panose="02020603050405020304" pitchFamily="18" charset="0"/>
              </a:rPr>
              <a:t>Set Clear Boundaries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Screen Time Limits</a:t>
            </a:r>
            <a:r>
              <a:rPr lang="en-US" sz="1200" dirty="0">
                <a:latin typeface="Times New Roman" panose="02020603050405020304" pitchFamily="18" charset="0"/>
                <a:cs typeface="Times New Roman" panose="02020603050405020304" pitchFamily="18" charset="0"/>
              </a:rPr>
              <a:t>: Establish daily limits for phone use, focusing on reducing overall screen time. Use built-in tools or apps to track usage.</a:t>
            </a:r>
            <a:endParaRPr lang="en-US" sz="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Device-Free Zones</a:t>
            </a:r>
            <a:r>
              <a:rPr lang="en-US" sz="1200" dirty="0">
                <a:latin typeface="Times New Roman" panose="02020603050405020304" pitchFamily="18" charset="0"/>
                <a:cs typeface="Times New Roman" panose="02020603050405020304" pitchFamily="18" charset="0"/>
              </a:rPr>
              <a:t>: Create areas in your home (like the bedroom or dining room) where phone use is not allowed to encourage offline interactions.</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2. Mindful Usage</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Purposeful Engagement</a:t>
            </a:r>
            <a:r>
              <a:rPr lang="en-US" sz="1200" dirty="0">
                <a:latin typeface="Times New Roman" panose="02020603050405020304" pitchFamily="18" charset="0"/>
                <a:cs typeface="Times New Roman" panose="02020603050405020304" pitchFamily="18" charset="0"/>
              </a:rPr>
              <a:t>: Before picking up your phone, ask yourself why you’re doing it. Aim to use your device with intention rather than habit.</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Scheduled Breaks</a:t>
            </a:r>
            <a:r>
              <a:rPr lang="en-US" sz="1200" dirty="0">
                <a:latin typeface="Times New Roman" panose="02020603050405020304" pitchFamily="18" charset="0"/>
                <a:cs typeface="Times New Roman" panose="02020603050405020304" pitchFamily="18" charset="0"/>
              </a:rPr>
              <a:t>: Incorporate regular breaks from screens throughout the day. Use techniques like the Pomodoro Technique to structure work and rest intervals.</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3. Digital Detox</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Regular Detox Periods</a:t>
            </a:r>
            <a:r>
              <a:rPr lang="en-US" sz="1200" dirty="0">
                <a:latin typeface="Times New Roman" panose="02020603050405020304" pitchFamily="18" charset="0"/>
                <a:cs typeface="Times New Roman" panose="02020603050405020304" pitchFamily="18" charset="0"/>
              </a:rPr>
              <a:t>: Plan regular digital detoxes, whether for a day, weekend, or longer, to help reset your relationship with technology.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Offline Activities</a:t>
            </a:r>
            <a:r>
              <a:rPr lang="en-US" sz="1200" dirty="0">
                <a:latin typeface="Times New Roman" panose="02020603050405020304" pitchFamily="18" charset="0"/>
                <a:cs typeface="Times New Roman" panose="02020603050405020304" pitchFamily="18" charset="0"/>
              </a:rPr>
              <a:t>: Engage in offline hobbies, such as reading, exercising, or spending time with friends and family, during detox periods.</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4. Use Technology Wisely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Health Apps</a:t>
            </a:r>
            <a:r>
              <a:rPr lang="en-US" sz="1200" dirty="0">
                <a:latin typeface="Times New Roman" panose="02020603050405020304" pitchFamily="18" charset="0"/>
                <a:cs typeface="Times New Roman" panose="02020603050405020304" pitchFamily="18" charset="0"/>
              </a:rPr>
              <a:t>: Utilize apps designed to promote well-being, like meditation apps (e.g., Headspace, Calm) or fitness trackers that encourage physical activity.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Notifications Management</a:t>
            </a:r>
            <a:r>
              <a:rPr lang="en-US" sz="1200" dirty="0">
                <a:latin typeface="Times New Roman" panose="02020603050405020304" pitchFamily="18" charset="0"/>
                <a:cs typeface="Times New Roman" panose="02020603050405020304" pitchFamily="18" charset="0"/>
              </a:rPr>
              <a:t>: Turn off non-essential notifications to minimize distractions and interruptions throughout the day.</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5. Build Supportive Habits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Accountability Partners</a:t>
            </a:r>
            <a:r>
              <a:rPr lang="en-US" sz="1200" dirty="0">
                <a:latin typeface="Times New Roman" panose="02020603050405020304" pitchFamily="18" charset="0"/>
                <a:cs typeface="Times New Roman" panose="02020603050405020304" pitchFamily="18" charset="0"/>
              </a:rPr>
              <a:t>: Share your goals with friends or family members who can help keep you accountable and motivated.</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Group Activities</a:t>
            </a:r>
            <a:r>
              <a:rPr lang="en-US" sz="1200" dirty="0">
                <a:latin typeface="Times New Roman" panose="02020603050405020304" pitchFamily="18" charset="0"/>
                <a:cs typeface="Times New Roman" panose="02020603050405020304" pitchFamily="18" charset="0"/>
              </a:rPr>
              <a:t>: Participate in group activities or challenges that promote healthy habits, such as exercise classes or book clubs that encourage screen-free time.</a:t>
            </a:r>
          </a:p>
          <a:p>
            <a:endParaRPr lang="en-IN" sz="1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AFB68-89BD-EEBA-66E8-95378ECF5029}"/>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13000" y="4057650"/>
            <a:ext cx="2453205" cy="2203704"/>
          </a:xfrm>
          <a:prstGeom prst="rect">
            <a:avLst/>
          </a:prstGeom>
        </p:spPr>
      </p:pic>
      <p:sp>
        <p:nvSpPr>
          <p:cNvPr id="4" name="Footer Placeholder 3">
            <a:extLst>
              <a:ext uri="{FF2B5EF4-FFF2-40B4-BE49-F238E27FC236}">
                <a16:creationId xmlns:a16="http://schemas.microsoft.com/office/drawing/2014/main" id="{155915AB-AEEA-F7AC-7785-6D7C87F91A0B}"/>
              </a:ext>
            </a:extLst>
          </p:cNvPr>
          <p:cNvSpPr>
            <a:spLocks noGrp="1"/>
          </p:cNvSpPr>
          <p:nvPr>
            <p:ph type="ftr" sz="quarter" idx="5"/>
          </p:nvPr>
        </p:nvSpPr>
        <p:spPr>
          <a:xfrm>
            <a:off x="1412875" y="10079058"/>
            <a:ext cx="4743450" cy="180975"/>
          </a:xfrm>
        </p:spPr>
        <p:txBody>
          <a:bodyPr/>
          <a:lstStyle/>
          <a:p>
            <a:pPr marL="12700">
              <a:lnSpc>
                <a:spcPts val="1300"/>
              </a:lnSpc>
            </a:pPr>
            <a:r>
              <a:rPr lang="en-US" spc="-50" dirty="0"/>
              <a:t>DEPARTMENT</a:t>
            </a:r>
            <a:r>
              <a:rPr lang="en-US" spc="10" dirty="0"/>
              <a:t> </a:t>
            </a:r>
            <a:r>
              <a:rPr lang="en-US" spc="-65" dirty="0"/>
              <a:t>OF</a:t>
            </a:r>
            <a:r>
              <a:rPr lang="en-US" dirty="0"/>
              <a:t> </a:t>
            </a:r>
            <a:r>
              <a:rPr lang="en-US" spc="-70" dirty="0"/>
              <a:t>COMPUTER</a:t>
            </a:r>
            <a:r>
              <a:rPr lang="en-US" spc="5" dirty="0"/>
              <a:t> </a:t>
            </a:r>
            <a:r>
              <a:rPr lang="en-US" spc="-50" dirty="0"/>
              <a:t>SCIENCE</a:t>
            </a:r>
            <a:r>
              <a:rPr lang="en-US" spc="-5" dirty="0"/>
              <a:t> </a:t>
            </a:r>
            <a:r>
              <a:rPr lang="en-US" spc="-75" dirty="0"/>
              <a:t>AND</a:t>
            </a:r>
            <a:r>
              <a:rPr lang="en-US" dirty="0"/>
              <a:t> </a:t>
            </a:r>
            <a:r>
              <a:rPr lang="en-US" spc="-55" dirty="0"/>
              <a:t>ENGINEERING</a:t>
            </a:r>
            <a:r>
              <a:rPr lang="en-US" spc="15" dirty="0"/>
              <a:t> </a:t>
            </a:r>
            <a:r>
              <a:rPr lang="en-US" dirty="0"/>
              <a:t>(DATA</a:t>
            </a:r>
            <a:r>
              <a:rPr lang="en-US" spc="15" dirty="0"/>
              <a:t> </a:t>
            </a:r>
            <a:r>
              <a:rPr lang="en-US" spc="-30" dirty="0"/>
              <a:t>SCIENCE)</a:t>
            </a:r>
          </a:p>
        </p:txBody>
      </p:sp>
      <p:sp>
        <p:nvSpPr>
          <p:cNvPr id="7" name="TextBox 6">
            <a:extLst>
              <a:ext uri="{FF2B5EF4-FFF2-40B4-BE49-F238E27FC236}">
                <a16:creationId xmlns:a16="http://schemas.microsoft.com/office/drawing/2014/main" id="{3D8FB904-065C-980D-A326-34C434C7A1C5}"/>
              </a:ext>
            </a:extLst>
          </p:cNvPr>
          <p:cNvSpPr txBox="1"/>
          <p:nvPr/>
        </p:nvSpPr>
        <p:spPr>
          <a:xfrm>
            <a:off x="3456529" y="9767471"/>
            <a:ext cx="65614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     24</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402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63679" y="1205957"/>
            <a:ext cx="6734809" cy="5087290"/>
          </a:xfrm>
          <a:prstGeom prst="rect">
            <a:avLst/>
          </a:prstGeom>
        </p:spPr>
        <p:txBody>
          <a:bodyPr vert="horz" wrap="square" lIns="0" tIns="12700" rIns="0" bIns="0" rtlCol="0">
            <a:spAutoFit/>
          </a:bodyPr>
          <a:lstStyle/>
          <a:p>
            <a:pPr marR="201930" algn="ctr">
              <a:lnSpc>
                <a:spcPct val="100000"/>
              </a:lnSpc>
              <a:spcBef>
                <a:spcPts val="100"/>
              </a:spcBef>
            </a:pPr>
            <a:r>
              <a:rPr sz="1400" b="1" dirty="0">
                <a:latin typeface="Times New Roman"/>
                <a:cs typeface="Times New Roman"/>
              </a:rPr>
              <a:t>CHAPTER</a:t>
            </a:r>
            <a:r>
              <a:rPr sz="1400" b="1" spc="-15" dirty="0">
                <a:latin typeface="Times New Roman"/>
                <a:cs typeface="Times New Roman"/>
              </a:rPr>
              <a:t> </a:t>
            </a:r>
            <a:r>
              <a:rPr sz="1400" b="1" dirty="0">
                <a:latin typeface="Times New Roman"/>
                <a:cs typeface="Times New Roman"/>
              </a:rPr>
              <a:t>5:</a:t>
            </a:r>
            <a:r>
              <a:rPr sz="1400" b="1" spc="-10" dirty="0">
                <a:latin typeface="Times New Roman"/>
                <a:cs typeface="Times New Roman"/>
              </a:rPr>
              <a:t> </a:t>
            </a:r>
            <a:r>
              <a:rPr sz="1400" b="1" spc="-5" dirty="0">
                <a:latin typeface="Times New Roman"/>
                <a:cs typeface="Times New Roman"/>
              </a:rPr>
              <a:t>Outcomes</a:t>
            </a:r>
            <a:r>
              <a:rPr sz="1400" b="1" spc="5" dirty="0">
                <a:latin typeface="Times New Roman"/>
                <a:cs typeface="Times New Roman"/>
              </a:rPr>
              <a:t> </a:t>
            </a:r>
            <a:r>
              <a:rPr sz="1400" b="1" spc="-5" dirty="0">
                <a:latin typeface="Times New Roman"/>
                <a:cs typeface="Times New Roman"/>
              </a:rPr>
              <a:t>Description</a:t>
            </a:r>
            <a:endParaRPr sz="1400" dirty="0">
              <a:latin typeface="Times New Roman"/>
              <a:cs typeface="Times New Roman"/>
            </a:endParaRPr>
          </a:p>
          <a:p>
            <a:pPr marL="27940" marR="353695" indent="31750" algn="just">
              <a:lnSpc>
                <a:spcPct val="141700"/>
              </a:lnSpc>
              <a:spcBef>
                <a:spcPts val="330"/>
              </a:spcBef>
            </a:pPr>
            <a:r>
              <a:rPr sz="1200" b="1" spc="-5" dirty="0">
                <a:latin typeface="Times New Roman"/>
                <a:cs typeface="Times New Roman"/>
              </a:rPr>
              <a:t>Details of the </a:t>
            </a:r>
            <a:r>
              <a:rPr sz="1200" b="1" spc="-10" dirty="0">
                <a:latin typeface="Times New Roman"/>
                <a:cs typeface="Times New Roman"/>
              </a:rPr>
              <a:t>Android </a:t>
            </a:r>
            <a:r>
              <a:rPr sz="1200" b="1" dirty="0">
                <a:latin typeface="Times New Roman"/>
                <a:cs typeface="Times New Roman"/>
              </a:rPr>
              <a:t>phone </a:t>
            </a:r>
            <a:r>
              <a:rPr sz="1200" b="1" spc="-5" dirty="0">
                <a:latin typeface="Times New Roman"/>
                <a:cs typeface="Times New Roman"/>
              </a:rPr>
              <a:t>usage by different </a:t>
            </a:r>
            <a:r>
              <a:rPr sz="1200" b="1" dirty="0">
                <a:latin typeface="Times New Roman"/>
                <a:cs typeface="Times New Roman"/>
              </a:rPr>
              <a:t>people. </a:t>
            </a:r>
            <a:r>
              <a:rPr sz="1200" b="1" spc="-5" dirty="0">
                <a:latin typeface="Times New Roman"/>
                <a:cs typeface="Times New Roman"/>
              </a:rPr>
              <a:t>Attach the questionnaire </a:t>
            </a:r>
            <a:r>
              <a:rPr sz="1200" b="1" spc="-10" dirty="0">
                <a:latin typeface="Times New Roman"/>
                <a:cs typeface="Times New Roman"/>
              </a:rPr>
              <a:t>prepared </a:t>
            </a:r>
            <a:r>
              <a:rPr sz="1200" b="1" dirty="0">
                <a:latin typeface="Times New Roman"/>
                <a:cs typeface="Times New Roman"/>
              </a:rPr>
              <a:t>for </a:t>
            </a:r>
            <a:r>
              <a:rPr sz="1200" b="1" spc="-5" dirty="0">
                <a:latin typeface="Times New Roman"/>
                <a:cs typeface="Times New Roman"/>
              </a:rPr>
              <a:t>the </a:t>
            </a:r>
            <a:r>
              <a:rPr sz="1200" b="1" spc="-285" dirty="0">
                <a:latin typeface="Times New Roman"/>
                <a:cs typeface="Times New Roman"/>
              </a:rPr>
              <a:t> </a:t>
            </a:r>
            <a:r>
              <a:rPr sz="1200" b="1" spc="-15" dirty="0">
                <a:latin typeface="Times New Roman"/>
                <a:cs typeface="Times New Roman"/>
              </a:rPr>
              <a:t>survey.</a:t>
            </a:r>
            <a:endParaRPr lang="en-US" sz="1200" b="1" spc="-15" dirty="0">
              <a:latin typeface="Times New Roman"/>
              <a:cs typeface="Times New Roman"/>
            </a:endParaRPr>
          </a:p>
          <a:p>
            <a:pPr marL="27940" marR="353695" indent="31750" algn="just">
              <a:lnSpc>
                <a:spcPct val="141700"/>
              </a:lnSpc>
              <a:spcBef>
                <a:spcPts val="330"/>
              </a:spcBef>
            </a:pPr>
            <a:endParaRPr lang="en-US" sz="1200" b="1" spc="-15" dirty="0">
              <a:latin typeface="Times New Roman"/>
              <a:cs typeface="Times New Roman"/>
            </a:endParaRPr>
          </a:p>
          <a:p>
            <a:r>
              <a:rPr lang="en-US" sz="1200" dirty="0">
                <a:latin typeface="Times New Roman" panose="02020603050405020304" pitchFamily="18" charset="0"/>
                <a:ea typeface="Cascadia Code" panose="020B0609020000020004" pitchFamily="49" charset="0"/>
                <a:cs typeface="Times New Roman" panose="02020603050405020304" pitchFamily="18" charset="0"/>
              </a:rPr>
              <a:t>              To er understand the usage of Android phones among different demographics, we have designed a      comprehensive questionnaire. This survey begins with a demographic section to gather basic information about the </a:t>
            </a:r>
            <a:r>
              <a:rPr lang="en-US" sz="1200" dirty="0" err="1">
                <a:latin typeface="Times New Roman" panose="02020603050405020304" pitchFamily="18" charset="0"/>
                <a:ea typeface="Cascadia Code" panose="020B0609020000020004" pitchFamily="49" charset="0"/>
                <a:cs typeface="Times New Roman" panose="02020603050405020304" pitchFamily="18" charset="0"/>
              </a:rPr>
              <a:t>responbettdents</a:t>
            </a:r>
            <a:r>
              <a:rPr lang="en-US" sz="1200" dirty="0">
                <a:latin typeface="Times New Roman" panose="02020603050405020304" pitchFamily="18" charset="0"/>
                <a:ea typeface="Cascadia Code" panose="020B0609020000020004" pitchFamily="49" charset="0"/>
                <a:cs typeface="Times New Roman" panose="02020603050405020304" pitchFamily="18" charset="0"/>
              </a:rPr>
              <a:t>. Participants will be asked to provide their age, gender, location, and occupation. This information helps contextualize the data and analyze trends based on different groups.</a:t>
            </a:r>
          </a:p>
          <a:p>
            <a:endParaRPr lang="en-US" sz="1200" dirty="0">
              <a:latin typeface="Times New Roman" panose="02020603050405020304" pitchFamily="18" charset="0"/>
              <a:ea typeface="Cascadia Code" panose="020B0609020000020004" pitchFamily="49" charset="0"/>
              <a:cs typeface="Times New Roman" panose="02020603050405020304" pitchFamily="18" charset="0"/>
            </a:endParaRPr>
          </a:p>
          <a:p>
            <a:r>
              <a:rPr lang="en-US" sz="1200" dirty="0">
                <a:latin typeface="Times New Roman" panose="02020603050405020304" pitchFamily="18" charset="0"/>
                <a:ea typeface="Cascadia Code" panose="020B0609020000020004" pitchFamily="49" charset="0"/>
                <a:cs typeface="Times New Roman" panose="02020603050405020304" pitchFamily="18" charset="0"/>
              </a:rPr>
              <a:t>               In the next section, we delve into specific Android phone usage. Respondents will identify the brand of their current Android device, share how long they have been using Android phones, and indicate their daily usage in hours. Additionally, they will specify their primary uses for the phone, such as social media, communication, entertainment, navigation, or work-related tasks. We also ask participants to name their most frequently used apps to understand popular choices in the Android ecosystem.</a:t>
            </a:r>
          </a:p>
          <a:p>
            <a:endParaRPr lang="en-US" sz="1200" dirty="0">
              <a:latin typeface="Times New Roman" panose="02020603050405020304" pitchFamily="18" charset="0"/>
              <a:ea typeface="Cascadia Code" panose="020B0609020000020004" pitchFamily="49" charset="0"/>
              <a:cs typeface="Times New Roman" panose="02020603050405020304" pitchFamily="18" charset="0"/>
            </a:endParaRPr>
          </a:p>
          <a:p>
            <a:r>
              <a:rPr lang="en-US" sz="1200" dirty="0">
                <a:latin typeface="Times New Roman" panose="02020603050405020304" pitchFamily="18" charset="0"/>
                <a:ea typeface="Cascadia Code" panose="020B0609020000020004" pitchFamily="49" charset="0"/>
                <a:cs typeface="Times New Roman" panose="02020603050405020304" pitchFamily="18" charset="0"/>
              </a:rPr>
              <a:t>                The survey continues with preferences and behaviors surrounding Android phones. Participants will rate their satisfaction with their current device and rank the most important features when selecting a phone, such as battery life, camera quality, and processing speed. We will also inquire about the frequency of  the software updates and the respondents' feelings regarding ads on their devices.</a:t>
            </a:r>
          </a:p>
          <a:p>
            <a:endParaRPr lang="en-US" sz="1200" dirty="0">
              <a:latin typeface="Times New Roman" panose="02020603050405020304" pitchFamily="18" charset="0"/>
              <a:ea typeface="Cascadia Code" panose="020B0609020000020004" pitchFamily="49" charset="0"/>
              <a:cs typeface="Times New Roman" panose="02020603050405020304" pitchFamily="18" charset="0"/>
            </a:endParaRPr>
          </a:p>
          <a:p>
            <a:r>
              <a:rPr lang="en-US" sz="1200" dirty="0">
                <a:latin typeface="Times New Roman" panose="02020603050405020304" pitchFamily="18" charset="0"/>
                <a:ea typeface="Cascadia Code" panose="020B0609020000020004" pitchFamily="49" charset="0"/>
                <a:cs typeface="Times New Roman" panose="02020603050405020304" pitchFamily="18" charset="0"/>
              </a:rPr>
              <a:t>       Finally, the questionnaire includes open-ended questions that invite participants to suggest improvements they would like to see in Android phones and share any additional comments or feedback. This qualitative data will provide deeper insights into user experiences and expectations.</a:t>
            </a:r>
          </a:p>
          <a:p>
            <a:endParaRPr lang="en-US" sz="1400" dirty="0">
              <a:latin typeface="Times New Roman" panose="02020603050405020304" pitchFamily="18" charset="0"/>
              <a:ea typeface="Cascadia Code" panose="020B0609020000020004" pitchFamily="49" charset="0"/>
              <a:cs typeface="Times New Roman" panose="02020603050405020304" pitchFamily="18" charset="0"/>
            </a:endParaRPr>
          </a:p>
          <a:p>
            <a:pPr marL="27940" marR="353695" indent="31750" algn="just">
              <a:lnSpc>
                <a:spcPct val="141700"/>
              </a:lnSpc>
              <a:spcBef>
                <a:spcPts val="330"/>
              </a:spcBef>
            </a:pPr>
            <a:endParaRPr sz="1200"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TextBox 4">
            <a:extLst>
              <a:ext uri="{FF2B5EF4-FFF2-40B4-BE49-F238E27FC236}">
                <a16:creationId xmlns:a16="http://schemas.microsoft.com/office/drawing/2014/main" id="{58746C3D-5E2C-DA5F-02B9-6E8113E34668}"/>
              </a:ext>
            </a:extLst>
          </p:cNvPr>
          <p:cNvSpPr txBox="1"/>
          <p:nvPr/>
        </p:nvSpPr>
        <p:spPr>
          <a:xfrm>
            <a:off x="3624111" y="9735580"/>
            <a:ext cx="530915"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25</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2401" y="305183"/>
            <a:ext cx="6438328" cy="579200"/>
          </a:xfrm>
          <a:prstGeom prst="rect">
            <a:avLst/>
          </a:prstGeom>
        </p:spPr>
      </p:pic>
      <p:sp>
        <p:nvSpPr>
          <p:cNvPr id="3" name="object 3"/>
          <p:cNvSpPr txBox="1"/>
          <p:nvPr/>
        </p:nvSpPr>
        <p:spPr>
          <a:xfrm>
            <a:off x="587048" y="1238250"/>
            <a:ext cx="6778952" cy="986809"/>
          </a:xfrm>
          <a:prstGeom prst="rect">
            <a:avLst/>
          </a:prstGeom>
        </p:spPr>
        <p:txBody>
          <a:bodyPr vert="horz" wrap="square" lIns="0" tIns="12065" rIns="0" bIns="0" rtlCol="0">
            <a:spAutoFit/>
          </a:bodyPr>
          <a:lstStyle/>
          <a:p>
            <a:pPr marL="1158875" algn="just">
              <a:lnSpc>
                <a:spcPct val="100000"/>
              </a:lnSpc>
              <a:spcBef>
                <a:spcPts val="95"/>
              </a:spcBef>
            </a:pPr>
            <a:r>
              <a:rPr sz="1200" b="1" spc="-5" dirty="0">
                <a:latin typeface="Times New Roman"/>
                <a:cs typeface="Times New Roman"/>
              </a:rPr>
              <a:t>Describe the</a:t>
            </a:r>
            <a:r>
              <a:rPr sz="1200" b="1" spc="10" dirty="0">
                <a:latin typeface="Times New Roman"/>
                <a:cs typeface="Times New Roman"/>
              </a:rPr>
              <a:t> </a:t>
            </a:r>
            <a:r>
              <a:rPr sz="1200" b="1" spc="-5" dirty="0">
                <a:latin typeface="Times New Roman"/>
                <a:cs typeface="Times New Roman"/>
              </a:rPr>
              <a:t>problems</a:t>
            </a:r>
            <a:r>
              <a:rPr sz="1200" b="1" spc="5" dirty="0">
                <a:latin typeface="Times New Roman"/>
                <a:cs typeface="Times New Roman"/>
              </a:rPr>
              <a:t> </a:t>
            </a:r>
            <a:r>
              <a:rPr sz="1200" b="1" spc="-5" dirty="0">
                <a:latin typeface="Times New Roman"/>
                <a:cs typeface="Times New Roman"/>
              </a:rPr>
              <a:t>you</a:t>
            </a:r>
            <a:r>
              <a:rPr sz="1200" b="1" spc="10" dirty="0">
                <a:latin typeface="Times New Roman"/>
                <a:cs typeface="Times New Roman"/>
              </a:rPr>
              <a:t> </a:t>
            </a:r>
            <a:r>
              <a:rPr sz="1200" b="1" spc="-5" dirty="0">
                <a:latin typeface="Times New Roman"/>
                <a:cs typeface="Times New Roman"/>
              </a:rPr>
              <a:t>have</a:t>
            </a:r>
            <a:r>
              <a:rPr sz="1200" b="1" dirty="0">
                <a:latin typeface="Times New Roman"/>
                <a:cs typeface="Times New Roman"/>
              </a:rPr>
              <a:t> </a:t>
            </a:r>
            <a:r>
              <a:rPr sz="1200" b="1" spc="-5" dirty="0">
                <a:latin typeface="Times New Roman"/>
                <a:cs typeface="Times New Roman"/>
              </a:rPr>
              <a:t>identified</a:t>
            </a:r>
            <a:r>
              <a:rPr sz="1200" b="1" spc="5" dirty="0">
                <a:latin typeface="Times New Roman"/>
                <a:cs typeface="Times New Roman"/>
              </a:rPr>
              <a:t> </a:t>
            </a:r>
            <a:r>
              <a:rPr sz="1200" b="1" spc="-10" dirty="0">
                <a:latin typeface="Times New Roman"/>
                <a:cs typeface="Times New Roman"/>
              </a:rPr>
              <a:t>in</a:t>
            </a:r>
            <a:r>
              <a:rPr sz="1200" b="1" spc="10" dirty="0">
                <a:latin typeface="Times New Roman"/>
                <a:cs typeface="Times New Roman"/>
              </a:rPr>
              <a:t> </a:t>
            </a:r>
            <a:r>
              <a:rPr sz="1200" b="1" spc="-5"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comm</a:t>
            </a:r>
            <a:r>
              <a:rPr lang="en-US" sz="1200" b="1" spc="-5" dirty="0">
                <a:latin typeface="Times New Roman"/>
                <a:cs typeface="Times New Roman"/>
              </a:rPr>
              <a:t>unity</a:t>
            </a:r>
          </a:p>
          <a:p>
            <a:pPr marL="1158875" algn="just">
              <a:lnSpc>
                <a:spcPct val="100000"/>
              </a:lnSpc>
              <a:spcBef>
                <a:spcPts val="95"/>
              </a:spcBef>
            </a:pPr>
            <a:endParaRPr lang="en-US" sz="1200" b="1" spc="-5" dirty="0">
              <a:latin typeface="Times New Roman"/>
              <a:cs typeface="Times New Roman"/>
            </a:endParaRPr>
          </a:p>
          <a:p>
            <a:pPr marL="1158875" algn="just">
              <a:lnSpc>
                <a:spcPct val="100000"/>
              </a:lnSpc>
              <a:spcBef>
                <a:spcPts val="95"/>
              </a:spcBef>
            </a:pPr>
            <a:endParaRPr lang="en-US" sz="1200" b="1" spc="-5" dirty="0">
              <a:latin typeface="Times New Roman"/>
              <a:cs typeface="Times New Roman"/>
            </a:endParaRPr>
          </a:p>
          <a:p>
            <a:pPr marL="1158875" algn="just">
              <a:lnSpc>
                <a:spcPct val="100000"/>
              </a:lnSpc>
              <a:spcBef>
                <a:spcPts val="95"/>
              </a:spcBef>
            </a:pPr>
            <a:endParaRPr lang="en-US" sz="1200" b="1" spc="-5" dirty="0">
              <a:latin typeface="Times New Roman"/>
              <a:cs typeface="Times New Roman"/>
            </a:endParaRPr>
          </a:p>
          <a:p>
            <a:pPr marL="1158875" algn="just">
              <a:lnSpc>
                <a:spcPct val="100000"/>
              </a:lnSpc>
              <a:spcBef>
                <a:spcPts val="95"/>
              </a:spcBef>
            </a:pPr>
            <a:endParaRPr lang="en-US" sz="1200" b="1" spc="-5"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Rectangle 1">
            <a:extLst>
              <a:ext uri="{FF2B5EF4-FFF2-40B4-BE49-F238E27FC236}">
                <a16:creationId xmlns:a16="http://schemas.microsoft.com/office/drawing/2014/main" id="{F9A13BFE-FEE3-4564-7A0A-C68688F31FD1}"/>
              </a:ext>
            </a:extLst>
          </p:cNvPr>
          <p:cNvSpPr>
            <a:spLocks noChangeArrowheads="1"/>
          </p:cNvSpPr>
          <p:nvPr/>
        </p:nvSpPr>
        <p:spPr bwMode="auto">
          <a:xfrm>
            <a:off x="0" y="-94571"/>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78025E9E-F76E-3881-6181-0A332CBF7A2C}"/>
              </a:ext>
            </a:extLst>
          </p:cNvPr>
          <p:cNvSpPr>
            <a:spLocks noChangeArrowheads="1"/>
          </p:cNvSpPr>
          <p:nvPr/>
        </p:nvSpPr>
        <p:spPr bwMode="auto">
          <a:xfrm>
            <a:off x="203200" y="1258216"/>
            <a:ext cx="7407565"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Digital Divide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individuals in the community have varying levels of access to technology. Some may not afford the latest devices or reliable internet, leading to disparities in usage and opportunities for learning or connection.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Overuse and Addiction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Excessive use of smartphones can lead to addiction, affecting mental health, productivity, and social interactions. Many users report spending hours on social media or gaming, often at the expense of real-world relationships and responsibilities.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Privacy and Security Concerns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often lack awareness regarding privacy settings and the implications of data sharing. Many people may not use strong passwords or enable security features, making them vulnerable to hacking and data breaches.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Technical Issues and Frustration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Frequent software updates, app crashes, and battery issues can frustrate users. Some may struggle with troubleshooting these problems, leading to dissatisfaction with their devices.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latin typeface="Times New Roman" panose="02020603050405020304" pitchFamily="18" charset="0"/>
                <a:cs typeface="Times New Roman" panose="02020603050405020304" pitchFamily="18" charset="0"/>
              </a:rPr>
              <a:t>5</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 Overload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often express frustration with intrusive advertisements, which can disrupt their experience. This can lead to a negative perception of certain apps or services, pushing users to seek alternatives.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latin typeface="Times New Roman" panose="02020603050405020304" pitchFamily="18" charset="0"/>
                <a:cs typeface="Times New Roman" panose="02020603050405020304" pitchFamily="18" charset="0"/>
              </a:rPr>
              <a:t>6</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Customization and Personalization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users feel that their Android devices do not offer enough options for personalization, leading to dissatisfaction with the user experience. This can impact how engaged they feel with their devices.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latin typeface="Times New Roman" panose="02020603050405020304" pitchFamily="18" charset="0"/>
                <a:cs typeface="Times New Roman" panose="02020603050405020304" pitchFamily="18" charset="0"/>
              </a:rPr>
              <a:t>7</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Fragmentation of Android Devices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wide variety of Android devices and versions can lead to inconsistencies in app performance        and user experience. This fragmentation makes it difficult for developers to ensure compatibility and optimal performance across all devices.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latin typeface="Times New Roman" panose="02020603050405020304" pitchFamily="18" charset="0"/>
                <a:cs typeface="Times New Roman" panose="02020603050405020304" pitchFamily="18" charset="0"/>
              </a:rPr>
              <a:t>8</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Environmental Concerns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the community increasingly relies on technology, concerns about electronic waste and the environmental impact of discarded devices have become prominent. Users may feel conflicted about upgrading to newer models due to sustainability issues.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1D03B08-AE9D-6966-5A73-BC1F53A2EF80}"/>
              </a:ext>
            </a:extLst>
          </p:cNvPr>
          <p:cNvSpPr txBox="1"/>
          <p:nvPr/>
        </p:nvSpPr>
        <p:spPr>
          <a:xfrm>
            <a:off x="3784600" y="9772650"/>
            <a:ext cx="415498"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26</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63679" y="1210447"/>
            <a:ext cx="6735445" cy="7466339"/>
          </a:xfrm>
          <a:prstGeom prst="rect">
            <a:avLst/>
          </a:prstGeom>
        </p:spPr>
        <p:txBody>
          <a:bodyPr vert="horz" wrap="square" lIns="0" tIns="5715" rIns="0" bIns="0" rtlCol="0">
            <a:spAutoFit/>
          </a:bodyPr>
          <a:lstStyle/>
          <a:p>
            <a:pPr marL="896619" marR="873125" algn="ctr">
              <a:lnSpc>
                <a:spcPct val="103299"/>
              </a:lnSpc>
              <a:spcBef>
                <a:spcPts val="45"/>
              </a:spcBef>
            </a:pPr>
            <a:r>
              <a:rPr sz="1400" b="1" spc="-5" dirty="0">
                <a:latin typeface="Times New Roman"/>
                <a:cs typeface="Times New Roman"/>
              </a:rPr>
              <a:t>Short-term</a:t>
            </a:r>
            <a:r>
              <a:rPr sz="1400" b="1" spc="5" dirty="0">
                <a:latin typeface="Times New Roman"/>
                <a:cs typeface="Times New Roman"/>
              </a:rPr>
              <a:t> </a:t>
            </a:r>
            <a:r>
              <a:rPr sz="1400" b="1" spc="-5" dirty="0">
                <a:latin typeface="Times New Roman"/>
                <a:cs typeface="Times New Roman"/>
              </a:rPr>
              <a:t>and</a:t>
            </a:r>
            <a:r>
              <a:rPr sz="1400" b="1" spc="10" dirty="0">
                <a:latin typeface="Times New Roman"/>
                <a:cs typeface="Times New Roman"/>
              </a:rPr>
              <a:t> </a:t>
            </a:r>
            <a:r>
              <a:rPr sz="1400" b="1" spc="-5" dirty="0">
                <a:latin typeface="Times New Roman"/>
                <a:cs typeface="Times New Roman"/>
              </a:rPr>
              <a:t>long</a:t>
            </a:r>
            <a:r>
              <a:rPr sz="1400" b="1" spc="5" dirty="0">
                <a:latin typeface="Times New Roman"/>
                <a:cs typeface="Times New Roman"/>
              </a:rPr>
              <a:t> </a:t>
            </a:r>
            <a:r>
              <a:rPr sz="1400" b="1" spc="-5" dirty="0">
                <a:latin typeface="Times New Roman"/>
                <a:cs typeface="Times New Roman"/>
              </a:rPr>
              <a:t>term</a:t>
            </a:r>
            <a:r>
              <a:rPr sz="1400" b="1" spc="-10" dirty="0">
                <a:latin typeface="Times New Roman"/>
                <a:cs typeface="Times New Roman"/>
              </a:rPr>
              <a:t> </a:t>
            </a:r>
            <a:r>
              <a:rPr sz="1400" b="1" dirty="0">
                <a:latin typeface="Times New Roman"/>
                <a:cs typeface="Times New Roman"/>
              </a:rPr>
              <a:t>action</a:t>
            </a:r>
            <a:r>
              <a:rPr sz="1400" b="1" spc="15" dirty="0">
                <a:latin typeface="Times New Roman"/>
                <a:cs typeface="Times New Roman"/>
              </a:rPr>
              <a:t> </a:t>
            </a:r>
            <a:r>
              <a:rPr sz="1400" b="1" spc="-5" dirty="0">
                <a:latin typeface="Times New Roman"/>
                <a:cs typeface="Times New Roman"/>
              </a:rPr>
              <a:t>plan</a:t>
            </a:r>
            <a:r>
              <a:rPr sz="1400" b="1" spc="10" dirty="0">
                <a:latin typeface="Times New Roman"/>
                <a:cs typeface="Times New Roman"/>
              </a:rPr>
              <a:t> </a:t>
            </a:r>
            <a:r>
              <a:rPr sz="1400" b="1" dirty="0">
                <a:latin typeface="Times New Roman"/>
                <a:cs typeface="Times New Roman"/>
              </a:rPr>
              <a:t>for</a:t>
            </a:r>
            <a:r>
              <a:rPr sz="1400" b="1" spc="-20" dirty="0">
                <a:latin typeface="Times New Roman"/>
                <a:cs typeface="Times New Roman"/>
              </a:rPr>
              <a:t> </a:t>
            </a:r>
            <a:r>
              <a:rPr sz="1400" b="1" spc="-5" dirty="0">
                <a:latin typeface="Times New Roman"/>
                <a:cs typeface="Times New Roman"/>
              </a:rPr>
              <a:t>possible</a:t>
            </a:r>
            <a:r>
              <a:rPr sz="1400" b="1" spc="5" dirty="0">
                <a:latin typeface="Times New Roman"/>
                <a:cs typeface="Times New Roman"/>
              </a:rPr>
              <a:t> </a:t>
            </a:r>
            <a:r>
              <a:rPr sz="1400" b="1" spc="-5" dirty="0">
                <a:latin typeface="Times New Roman"/>
                <a:cs typeface="Times New Roman"/>
              </a:rPr>
              <a:t>solutions </a:t>
            </a:r>
            <a:r>
              <a:rPr sz="1400" b="1" dirty="0">
                <a:latin typeface="Times New Roman"/>
                <a:cs typeface="Times New Roman"/>
              </a:rPr>
              <a:t>for</a:t>
            </a:r>
            <a:r>
              <a:rPr sz="1400" b="1" spc="-15" dirty="0">
                <a:latin typeface="Times New Roman"/>
                <a:cs typeface="Times New Roman"/>
              </a:rPr>
              <a:t> </a:t>
            </a:r>
            <a:r>
              <a:rPr sz="1400" b="1" spc="-5" dirty="0">
                <a:latin typeface="Times New Roman"/>
                <a:cs typeface="Times New Roman"/>
              </a:rPr>
              <a:t>the</a:t>
            </a:r>
            <a:r>
              <a:rPr sz="1400" b="1" spc="5" dirty="0">
                <a:latin typeface="Times New Roman"/>
                <a:cs typeface="Times New Roman"/>
              </a:rPr>
              <a:t> </a:t>
            </a:r>
            <a:r>
              <a:rPr sz="1400" b="1" spc="-5" dirty="0">
                <a:latin typeface="Times New Roman"/>
                <a:cs typeface="Times New Roman"/>
              </a:rPr>
              <a:t>problem</a:t>
            </a:r>
            <a:r>
              <a:rPr lang="en-US" sz="1400" b="1" spc="-5" dirty="0">
                <a:latin typeface="Times New Roman"/>
                <a:cs typeface="Times New Roman"/>
              </a:rPr>
              <a:t>s </a:t>
            </a:r>
            <a:r>
              <a:rPr sz="1400" b="1" spc="-5" dirty="0">
                <a:latin typeface="Times New Roman"/>
                <a:cs typeface="Times New Roman"/>
              </a:rPr>
              <a:t>identified</a:t>
            </a:r>
            <a:r>
              <a:rPr lang="en-US" sz="1400" b="1" spc="5" dirty="0">
                <a:latin typeface="Times New Roman"/>
                <a:cs typeface="Times New Roman"/>
              </a:rPr>
              <a:t> in digital or phone usage</a:t>
            </a:r>
            <a:endParaRPr lang="en-US" sz="1400" b="1" dirty="0">
              <a:latin typeface="Times New Roman"/>
              <a:cs typeface="Times New Roman"/>
            </a:endParaRPr>
          </a:p>
          <a:p>
            <a:pPr marL="18415" marR="10160" indent="184150" algn="just">
              <a:lnSpc>
                <a:spcPct val="145000"/>
              </a:lnSpc>
              <a:spcBef>
                <a:spcPts val="890"/>
              </a:spcBef>
            </a:pPr>
            <a:r>
              <a:rPr lang="en-US" sz="1200" b="1" dirty="0">
                <a:latin typeface="Times New Roman"/>
                <a:cs typeface="Times New Roman"/>
              </a:rPr>
              <a:t>1. Monitor how often you're using your phone</a:t>
            </a:r>
          </a:p>
          <a:p>
            <a:pPr marL="18415" marR="10160" indent="184150" algn="just">
              <a:lnSpc>
                <a:spcPct val="145000"/>
              </a:lnSpc>
              <a:spcBef>
                <a:spcPts val="890"/>
              </a:spcBef>
            </a:pPr>
            <a:r>
              <a:rPr lang="en-US" sz="1200" dirty="0">
                <a:latin typeface="Times New Roman"/>
                <a:cs typeface="Times New Roman"/>
              </a:rPr>
              <a:t>Apps like </a:t>
            </a:r>
            <a:r>
              <a:rPr lang="en-US" sz="1200" dirty="0" err="1">
                <a:latin typeface="Times New Roman"/>
                <a:cs typeface="Times New Roman"/>
              </a:rPr>
              <a:t>QualityTime</a:t>
            </a:r>
            <a:r>
              <a:rPr lang="en-US" sz="1200" dirty="0">
                <a:latin typeface="Times New Roman"/>
                <a:cs typeface="Times New Roman"/>
              </a:rPr>
              <a:t> and Moment can be used to monitor your phone usage. They will tell you how much time you spent using your cell phone on any given day.</a:t>
            </a:r>
          </a:p>
          <a:p>
            <a:pPr marL="18415" marR="10160" indent="184150" algn="just">
              <a:lnSpc>
                <a:spcPct val="145000"/>
              </a:lnSpc>
              <a:spcBef>
                <a:spcPts val="890"/>
              </a:spcBef>
            </a:pPr>
            <a:r>
              <a:rPr lang="en-US" sz="1200" dirty="0">
                <a:latin typeface="Times New Roman"/>
                <a:cs typeface="Times New Roman"/>
              </a:rPr>
              <a:t>Once you get a sense of how much you use your </a:t>
            </a:r>
            <a:r>
              <a:rPr lang="en-US" sz="1200" dirty="0" err="1">
                <a:latin typeface="Times New Roman"/>
                <a:cs typeface="Times New Roman"/>
              </a:rPr>
              <a:t>phone,decide</a:t>
            </a:r>
            <a:r>
              <a:rPr lang="en-US" sz="1200" dirty="0">
                <a:latin typeface="Times New Roman"/>
                <a:cs typeface="Times New Roman"/>
              </a:rPr>
              <a:t> how much you want to cut back. For example, say you use your phone for three hours a day and want to cut that in half. You can strive for only 90 minutes of phone usage in the coming days.  </a:t>
            </a:r>
          </a:p>
          <a:p>
            <a:pPr marL="18415" marR="10160" indent="184150" algn="just">
              <a:lnSpc>
                <a:spcPct val="145000"/>
              </a:lnSpc>
              <a:spcBef>
                <a:spcPts val="890"/>
              </a:spcBef>
            </a:pPr>
            <a:r>
              <a:rPr lang="en-US" sz="1200" dirty="0">
                <a:latin typeface="Times New Roman"/>
                <a:cs typeface="Times New Roman"/>
              </a:rPr>
              <a:t>You can even set your phone timer to help limit your sessions.</a:t>
            </a:r>
          </a:p>
          <a:p>
            <a:pPr marL="18415" marR="10160" indent="184150" algn="just">
              <a:lnSpc>
                <a:spcPct val="145000"/>
              </a:lnSpc>
              <a:spcBef>
                <a:spcPts val="890"/>
              </a:spcBef>
            </a:pPr>
            <a:r>
              <a:rPr lang="en-US" sz="1200" b="1" dirty="0">
                <a:latin typeface="Times New Roman"/>
                <a:cs typeface="Times New Roman"/>
              </a:rPr>
              <a:t>2. Turn off notifications</a:t>
            </a:r>
          </a:p>
          <a:p>
            <a:pPr marL="18415" marR="10160" indent="184150" algn="just">
              <a:lnSpc>
                <a:spcPct val="145000"/>
              </a:lnSpc>
              <a:spcBef>
                <a:spcPts val="890"/>
              </a:spcBef>
            </a:pPr>
            <a:r>
              <a:rPr lang="en-US" sz="1200" dirty="0">
                <a:latin typeface="Times New Roman"/>
                <a:cs typeface="Times New Roman"/>
              </a:rPr>
              <a:t> Most new apps ask you if you want to allow notifications when you first install them. You should get into the habit of saying "No.“</a:t>
            </a:r>
          </a:p>
          <a:p>
            <a:pPr marL="18415" marR="10160" indent="184150" algn="just">
              <a:lnSpc>
                <a:spcPct val="145000"/>
              </a:lnSpc>
              <a:spcBef>
                <a:spcPts val="890"/>
              </a:spcBef>
            </a:pPr>
            <a:r>
              <a:rPr lang="en-US" sz="1200" dirty="0">
                <a:latin typeface="Times New Roman"/>
                <a:cs typeface="Times New Roman"/>
              </a:rPr>
              <a:t>On your existing apps, turn off notifications. It will be easier to avoid checking Facebook if you don't get a notification telling you there's a new message in your inbox.</a:t>
            </a:r>
          </a:p>
          <a:p>
            <a:pPr marL="18415" marR="10160" indent="184150" algn="just">
              <a:lnSpc>
                <a:spcPct val="145000"/>
              </a:lnSpc>
              <a:spcBef>
                <a:spcPts val="890"/>
              </a:spcBef>
            </a:pPr>
            <a:r>
              <a:rPr lang="en-US" sz="1200" b="1" dirty="0">
                <a:latin typeface="Times New Roman"/>
                <a:cs typeface="Times New Roman"/>
              </a:rPr>
              <a:t>3.Turn your phone off during certain hours each day.</a:t>
            </a:r>
          </a:p>
          <a:p>
            <a:pPr marL="18415" marR="10160" indent="184150" algn="just">
              <a:lnSpc>
                <a:spcPct val="145000"/>
              </a:lnSpc>
              <a:spcBef>
                <a:spcPts val="890"/>
              </a:spcBef>
            </a:pPr>
            <a:r>
              <a:rPr lang="en-US" sz="1200" b="1" dirty="0">
                <a:latin typeface="Times New Roman"/>
                <a:cs typeface="Times New Roman"/>
              </a:rPr>
              <a:t>  </a:t>
            </a:r>
            <a:r>
              <a:rPr lang="en-US" sz="1200" dirty="0">
                <a:latin typeface="Times New Roman"/>
                <a:cs typeface="Times New Roman"/>
              </a:rPr>
              <a:t>It can be particularly helpful to do this right before bed. This will help you disengage and unwind for sleep.</a:t>
            </a:r>
          </a:p>
          <a:p>
            <a:pPr marL="18415" marR="10160" indent="184150" algn="just">
              <a:lnSpc>
                <a:spcPct val="145000"/>
              </a:lnSpc>
              <a:spcBef>
                <a:spcPts val="890"/>
              </a:spcBef>
            </a:pPr>
            <a:r>
              <a:rPr lang="en-US" sz="1200" dirty="0">
                <a:latin typeface="Times New Roman"/>
                <a:cs typeface="Times New Roman"/>
              </a:rPr>
              <a:t>Check your phone settings and see if you can program your phone to shut off after certain number of hours</a:t>
            </a:r>
          </a:p>
          <a:p>
            <a:pPr marL="18415" marR="10160" indent="184150" algn="just">
              <a:lnSpc>
                <a:spcPct val="145000"/>
              </a:lnSpc>
              <a:spcBef>
                <a:spcPts val="890"/>
              </a:spcBef>
            </a:pPr>
            <a:r>
              <a:rPr lang="en-US" sz="1200" b="1" dirty="0">
                <a:latin typeface="Times New Roman"/>
                <a:cs typeface="Times New Roman"/>
              </a:rPr>
              <a:t>4.Have specific guidelines for phone usage</a:t>
            </a:r>
          </a:p>
          <a:p>
            <a:pPr marL="18415" marR="10160" indent="184150" algn="just">
              <a:lnSpc>
                <a:spcPct val="145000"/>
              </a:lnSpc>
              <a:spcBef>
                <a:spcPts val="890"/>
              </a:spcBef>
            </a:pPr>
            <a:r>
              <a:rPr lang="en-US" sz="1200" b="1" dirty="0">
                <a:latin typeface="Times New Roman"/>
                <a:cs typeface="Times New Roman"/>
              </a:rPr>
              <a:t> </a:t>
            </a:r>
            <a:r>
              <a:rPr lang="en-US" sz="1200" dirty="0">
                <a:latin typeface="Times New Roman"/>
                <a:cs typeface="Times New Roman"/>
              </a:rPr>
              <a:t>Make a family rule about phone use. For example, you might make that everyone in the family has to power down their cell phones for the evening at a designated time, such as 7pm. You might even have everyone  drop their phones i</a:t>
            </a:r>
            <a:r>
              <a:rPr lang="en-US" sz="1400" dirty="0">
                <a:latin typeface="Times New Roman"/>
                <a:cs typeface="Times New Roman"/>
              </a:rPr>
              <a:t>nto a basket for the night</a:t>
            </a:r>
            <a:r>
              <a:rPr lang="en-US" sz="1200" dirty="0">
                <a:latin typeface="Times New Roman"/>
                <a:cs typeface="Times New Roman"/>
              </a:rPr>
              <a:t>.</a:t>
            </a:r>
            <a:endParaRPr sz="1200"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TextBox 4">
            <a:extLst>
              <a:ext uri="{FF2B5EF4-FFF2-40B4-BE49-F238E27FC236}">
                <a16:creationId xmlns:a16="http://schemas.microsoft.com/office/drawing/2014/main" id="{F09BA6C5-73D5-DAC9-C92D-8950D61DDACD}"/>
              </a:ext>
            </a:extLst>
          </p:cNvPr>
          <p:cNvSpPr txBox="1"/>
          <p:nvPr/>
        </p:nvSpPr>
        <p:spPr>
          <a:xfrm>
            <a:off x="3749300" y="9735580"/>
            <a:ext cx="453970"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27</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87048" y="457263"/>
            <a:ext cx="6438328" cy="579200"/>
          </a:xfrm>
          <a:prstGeom prst="rect">
            <a:avLst/>
          </a:prstGeom>
        </p:spPr>
      </p:pic>
      <p:sp>
        <p:nvSpPr>
          <p:cNvPr id="3" name="object 3"/>
          <p:cNvSpPr txBox="1"/>
          <p:nvPr/>
        </p:nvSpPr>
        <p:spPr>
          <a:xfrm>
            <a:off x="587048" y="1132140"/>
            <a:ext cx="6710553" cy="8863452"/>
          </a:xfrm>
          <a:prstGeom prst="rect">
            <a:avLst/>
          </a:prstGeom>
        </p:spPr>
        <p:txBody>
          <a:bodyPr vert="horz" wrap="square" lIns="0" tIns="12700" rIns="0" bIns="0" rtlCol="0">
            <a:spAutoFit/>
          </a:bodyPr>
          <a:lstStyle/>
          <a:p>
            <a:pPr marL="21590" marR="530860" indent="-6350" algn="just">
              <a:lnSpc>
                <a:spcPct val="142500"/>
              </a:lnSpc>
              <a:spcBef>
                <a:spcPts val="100"/>
              </a:spcBef>
            </a:pPr>
            <a:r>
              <a:rPr lang="en-US" sz="1200" b="1" spc="-5" dirty="0">
                <a:latin typeface="Times New Roman"/>
                <a:cs typeface="Times New Roman"/>
              </a:rPr>
              <a:t> </a:t>
            </a:r>
          </a:p>
          <a:p>
            <a:pPr marL="21590" marR="530860" indent="-6350" algn="just">
              <a:lnSpc>
                <a:spcPct val="142500"/>
              </a:lnSpc>
              <a:spcBef>
                <a:spcPts val="100"/>
              </a:spcBef>
            </a:pPr>
            <a:r>
              <a:rPr lang="en-US" sz="1200" b="1" spc="-5" dirty="0">
                <a:latin typeface="Times New Roman"/>
                <a:cs typeface="Times New Roman"/>
              </a:rPr>
              <a:t>                          </a:t>
            </a:r>
            <a:r>
              <a:rPr sz="1200" b="1" spc="-5" dirty="0">
                <a:latin typeface="Times New Roman"/>
                <a:cs typeface="Times New Roman"/>
              </a:rPr>
              <a:t>Description of the Community awareness programme/s conducted </a:t>
            </a:r>
            <a:r>
              <a:rPr sz="1200" b="1" spc="-35" dirty="0">
                <a:latin typeface="Times New Roman"/>
                <a:cs typeface="Times New Roman"/>
              </a:rPr>
              <a:t>w.r.t </a:t>
            </a:r>
            <a:r>
              <a:rPr sz="1200" b="1" spc="-5" dirty="0">
                <a:latin typeface="Times New Roman"/>
                <a:cs typeface="Times New Roman"/>
              </a:rPr>
              <a:t>the</a:t>
            </a:r>
            <a:endParaRPr lang="en-US" sz="1200" b="1" spc="-5" dirty="0">
              <a:latin typeface="Times New Roman"/>
              <a:cs typeface="Times New Roman"/>
            </a:endParaRPr>
          </a:p>
          <a:p>
            <a:pPr marL="21590" marR="530860" indent="-6350" algn="just">
              <a:lnSpc>
                <a:spcPct val="142500"/>
              </a:lnSpc>
              <a:spcBef>
                <a:spcPts val="100"/>
              </a:spcBef>
            </a:pPr>
            <a:r>
              <a:rPr lang="en-IN" sz="1200" b="1" spc="-5" dirty="0">
                <a:latin typeface="Times New Roman"/>
                <a:cs typeface="Times New Roman"/>
              </a:rPr>
              <a:t>                                                         </a:t>
            </a:r>
            <a:r>
              <a:rPr sz="1200" b="1" spc="-5" dirty="0">
                <a:latin typeface="Times New Roman"/>
                <a:cs typeface="Times New Roman"/>
              </a:rPr>
              <a:t> problems</a:t>
            </a:r>
            <a:r>
              <a:rPr sz="1200" b="1" dirty="0">
                <a:latin typeface="Times New Roman"/>
                <a:cs typeface="Times New Roman"/>
              </a:rPr>
              <a:t> </a:t>
            </a:r>
            <a:r>
              <a:rPr sz="1200" b="1" spc="-5" dirty="0">
                <a:latin typeface="Times New Roman"/>
                <a:cs typeface="Times New Roman"/>
              </a:rPr>
              <a:t>and their </a:t>
            </a:r>
            <a:r>
              <a:rPr sz="1200" b="1" spc="-285" dirty="0">
                <a:latin typeface="Times New Roman"/>
                <a:cs typeface="Times New Roman"/>
              </a:rPr>
              <a:t> </a:t>
            </a:r>
            <a:r>
              <a:rPr sz="1200" b="1" spc="-5" dirty="0">
                <a:latin typeface="Times New Roman"/>
                <a:cs typeface="Times New Roman"/>
              </a:rPr>
              <a:t>outcomes.</a:t>
            </a:r>
            <a:endParaRPr lang="en-US" sz="1200" b="1" spc="-5" dirty="0">
              <a:latin typeface="Times New Roman"/>
              <a:cs typeface="Times New Roman"/>
            </a:endParaRPr>
          </a:p>
          <a:p>
            <a:pPr marL="21590" marR="530860" indent="-6350" algn="just">
              <a:lnSpc>
                <a:spcPct val="142500"/>
              </a:lnSpc>
              <a:spcBef>
                <a:spcPts val="100"/>
              </a:spcBef>
            </a:pPr>
            <a:endParaRPr sz="1200" dirty="0">
              <a:latin typeface="Times New Roman"/>
              <a:cs typeface="Times New Roman"/>
            </a:endParaRPr>
          </a:p>
          <a:p>
            <a:r>
              <a:rPr lang="en-US" sz="1200" dirty="0"/>
              <a:t>            </a:t>
            </a:r>
            <a:r>
              <a:rPr lang="en-US" sz="1200" dirty="0">
                <a:latin typeface="Times New Roman" panose="02020603050405020304" pitchFamily="18" charset="0"/>
                <a:cs typeface="Times New Roman" panose="02020603050405020304" pitchFamily="18" charset="0"/>
              </a:rPr>
              <a:t>The awareness program on digital rehabilitation aimed to educate the community about the importance of managing smartphone usage and fostering healthier relationships with technology. This initiative included a series of workshops, seminars, and interactive activities designed to engage participants and promote digital well-being.</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The program kicked off with a community seminar featuring experts in psychology and digital wellness, who discussed the impacts of excessive screen time on mental health and overall well-being.    Participants learned about issues such as digital addiction, anxiety, and the effects of social media on the self-esteem. These discussions were complemented by practical strategies for reducing screen time and implementing mindful technology use.</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Workshops included activities like the Digital Detox Challenge, where participants committed to unplugging from their devices for a set period. They documented their experiences, reflecting on the benefits of engaging in offline activities, such as reading, exercising, and spending time with family and friends. Mindfulness sessions, including yoga and meditation, were incorporated to help participants develop skills for managing stress and improving focus.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Educational materials were distributed throughout the program, providing resources on setting screen time limits, creating tech-free zones at home, and understanding privacy settings. Special in the sessions were organized for parents and teens, fostering open discussions about the pressures of social media and promoting healthy communication strategies.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The outcomes of the program were promising. Participants reported increased awareness of their technology habits and a commitment to making changes, such as reducing screen time and prioritizing face-to-face interactions. Many noted improvements in their mental health, including reduced stress and anxiety. The program also helped strengthen community bonds, as participants shared experiences and supported one another in their journeys toward digital well-being.</a:t>
            </a:r>
          </a:p>
          <a:p>
            <a:r>
              <a:rPr lang="en-US" sz="1200" dirty="0">
                <a:latin typeface="Times New Roman" panose="02020603050405020304" pitchFamily="18" charset="0"/>
                <a:cs typeface="Times New Roman" panose="02020603050405020304" pitchFamily="18" charset="0"/>
              </a:rPr>
              <a:t>   </a:t>
            </a:r>
            <a:endParaRPr lang="en-US" sz="1200" dirty="0"/>
          </a:p>
          <a:p>
            <a:r>
              <a:rPr lang="en-US" sz="1200" dirty="0">
                <a:latin typeface="Times New Roman" panose="02020603050405020304" pitchFamily="18" charset="0"/>
                <a:cs typeface="Times New Roman" panose="02020603050405020304" pitchFamily="18" charset="0"/>
              </a:rPr>
              <a:t>                  Participants noted improvements in their mental well-being, including reduced anxiety and stress levels. Engaging in mindfulness activities and community events fostered a sense of connection and support.</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R="26034" algn="ctr">
              <a:lnSpc>
                <a:spcPct val="100000"/>
              </a:lnSpc>
            </a:pPr>
            <a:endParaRPr lang="en-US" sz="1200" b="1" spc="-5" dirty="0">
              <a:latin typeface="Times New Roman"/>
              <a:cs typeface="Times New Roman"/>
            </a:endParaRPr>
          </a:p>
          <a:p>
            <a:pPr marR="26034" algn="ctr">
              <a:lnSpc>
                <a:spcPct val="100000"/>
              </a:lnSpc>
            </a:pPr>
            <a:endParaRPr lang="en-IN" sz="1200" b="1" spc="-5" dirty="0">
              <a:latin typeface="Times New Roman"/>
              <a:cs typeface="Times New Roman"/>
            </a:endParaRPr>
          </a:p>
          <a:p>
            <a:pPr marR="26034" algn="ctr">
              <a:lnSpc>
                <a:spcPct val="100000"/>
              </a:lnSpc>
            </a:pPr>
            <a:endParaRPr lang="en-IN" sz="1200" b="1" spc="-5" dirty="0">
              <a:latin typeface="Times New Roman"/>
              <a:cs typeface="Times New Roman"/>
            </a:endParaRPr>
          </a:p>
          <a:p>
            <a:pPr marR="26034" algn="ctr">
              <a:lnSpc>
                <a:spcPct val="100000"/>
              </a:lnSpc>
            </a:pPr>
            <a:endParaRPr lang="en-IN" sz="1200" b="1" spc="-5" dirty="0">
              <a:latin typeface="Times New Roman"/>
              <a:cs typeface="Times New Roman"/>
            </a:endParaRPr>
          </a:p>
          <a:p>
            <a:pPr marR="26034" algn="ctr">
              <a:lnSpc>
                <a:spcPct val="100000"/>
              </a:lnSpc>
            </a:pPr>
            <a:endParaRPr lang="en-IN" sz="1200" b="1" spc="-5" dirty="0">
              <a:latin typeface="Times New Roman"/>
              <a:cs typeface="Times New Roman"/>
            </a:endParaRPr>
          </a:p>
          <a:p>
            <a:pPr marR="26034" algn="ctr">
              <a:lnSpc>
                <a:spcPct val="100000"/>
              </a:lnSpc>
            </a:pPr>
            <a:endParaRPr sz="1200" dirty="0">
              <a:latin typeface="Times New Roman"/>
              <a:cs typeface="Times New Roman"/>
            </a:endParaRPr>
          </a:p>
        </p:txBody>
      </p:sp>
      <p:sp>
        <p:nvSpPr>
          <p:cNvPr id="4" name="object 4"/>
          <p:cNvSpPr txBox="1">
            <a:spLocks noGrp="1"/>
          </p:cNvSpPr>
          <p:nvPr>
            <p:ph type="ftr" sz="quarter" idx="5"/>
          </p:nvPr>
        </p:nvSpPr>
        <p:spPr>
          <a:xfrm>
            <a:off x="1651000" y="10034265"/>
            <a:ext cx="4743450" cy="180975"/>
          </a:xfrm>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TextBox 4">
            <a:extLst>
              <a:ext uri="{FF2B5EF4-FFF2-40B4-BE49-F238E27FC236}">
                <a16:creationId xmlns:a16="http://schemas.microsoft.com/office/drawing/2014/main" id="{DD11EBBE-F719-2C5A-EC55-AB10B57CADC8}"/>
              </a:ext>
            </a:extLst>
          </p:cNvPr>
          <p:cNvSpPr txBox="1"/>
          <p:nvPr/>
        </p:nvSpPr>
        <p:spPr>
          <a:xfrm>
            <a:off x="3853448" y="9718593"/>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28</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63679" y="1210447"/>
            <a:ext cx="6236335" cy="6913944"/>
          </a:xfrm>
          <a:prstGeom prst="rect">
            <a:avLst/>
          </a:prstGeom>
        </p:spPr>
        <p:txBody>
          <a:bodyPr vert="horz" wrap="square" lIns="0" tIns="12065" rIns="0" bIns="0" rtlCol="0">
            <a:spAutoFit/>
          </a:bodyPr>
          <a:lstStyle/>
          <a:p>
            <a:pPr marL="402590">
              <a:lnSpc>
                <a:spcPct val="100000"/>
              </a:lnSpc>
              <a:spcBef>
                <a:spcPts val="95"/>
              </a:spcBef>
            </a:pPr>
            <a:endParaRPr lang="en-US" sz="1200" b="1" spc="-5" dirty="0">
              <a:latin typeface="Times New Roman"/>
              <a:cs typeface="Times New Roman"/>
            </a:endParaRPr>
          </a:p>
          <a:p>
            <a:pPr marL="402590">
              <a:lnSpc>
                <a:spcPct val="100000"/>
              </a:lnSpc>
              <a:spcBef>
                <a:spcPts val="95"/>
              </a:spcBef>
            </a:pPr>
            <a:endParaRPr lang="en-IN" sz="1200" b="1" spc="-5" dirty="0">
              <a:latin typeface="Times New Roman"/>
              <a:cs typeface="Times New Roman"/>
            </a:endParaRPr>
          </a:p>
          <a:p>
            <a:pPr marL="402590">
              <a:lnSpc>
                <a:spcPct val="100000"/>
              </a:lnSpc>
              <a:spcBef>
                <a:spcPts val="95"/>
              </a:spcBef>
            </a:pPr>
            <a:r>
              <a:rPr sz="1200" b="1" spc="-5" dirty="0">
                <a:latin typeface="Times New Roman"/>
                <a:cs typeface="Times New Roman"/>
              </a:rPr>
              <a:t>Report</a:t>
            </a:r>
            <a:r>
              <a:rPr sz="1200" b="1" spc="5" dirty="0">
                <a:latin typeface="Times New Roman"/>
                <a:cs typeface="Times New Roman"/>
              </a:rPr>
              <a:t> </a:t>
            </a:r>
            <a:r>
              <a:rPr sz="1200" b="1" spc="-5" dirty="0">
                <a:latin typeface="Times New Roman"/>
                <a:cs typeface="Times New Roman"/>
              </a:rPr>
              <a:t>of</a:t>
            </a:r>
            <a:r>
              <a:rPr sz="1200" b="1" spc="15" dirty="0">
                <a:latin typeface="Times New Roman"/>
                <a:cs typeface="Times New Roman"/>
              </a:rPr>
              <a:t> </a:t>
            </a:r>
            <a:r>
              <a:rPr sz="1200" b="1" spc="-5" dirty="0">
                <a:latin typeface="Times New Roman"/>
                <a:cs typeface="Times New Roman"/>
              </a:rPr>
              <a:t>the</a:t>
            </a:r>
            <a:r>
              <a:rPr sz="1200" b="1" spc="20" dirty="0">
                <a:latin typeface="Times New Roman"/>
                <a:cs typeface="Times New Roman"/>
              </a:rPr>
              <a:t> </a:t>
            </a:r>
            <a:r>
              <a:rPr sz="1200" b="1" spc="-5" dirty="0">
                <a:latin typeface="Times New Roman"/>
                <a:cs typeface="Times New Roman"/>
              </a:rPr>
              <a:t>mini-project</a:t>
            </a:r>
            <a:r>
              <a:rPr sz="1200" b="1" spc="5" dirty="0">
                <a:latin typeface="Times New Roman"/>
                <a:cs typeface="Times New Roman"/>
              </a:rPr>
              <a:t> </a:t>
            </a:r>
            <a:r>
              <a:rPr sz="1200" b="1" spc="-5" dirty="0">
                <a:latin typeface="Times New Roman"/>
                <a:cs typeface="Times New Roman"/>
              </a:rPr>
              <a:t>work</a:t>
            </a:r>
            <a:r>
              <a:rPr sz="1200" b="1" spc="10" dirty="0">
                <a:latin typeface="Times New Roman"/>
                <a:cs typeface="Times New Roman"/>
              </a:rPr>
              <a:t> </a:t>
            </a:r>
            <a:r>
              <a:rPr sz="1200" b="1" dirty="0">
                <a:latin typeface="Times New Roman"/>
                <a:cs typeface="Times New Roman"/>
              </a:rPr>
              <a:t>done</a:t>
            </a:r>
            <a:r>
              <a:rPr sz="1200" b="1" spc="5" dirty="0">
                <a:latin typeface="Times New Roman"/>
                <a:cs typeface="Times New Roman"/>
              </a:rPr>
              <a:t> </a:t>
            </a:r>
            <a:r>
              <a:rPr sz="1200" b="1" spc="-5" dirty="0">
                <a:latin typeface="Times New Roman"/>
                <a:cs typeface="Times New Roman"/>
              </a:rPr>
              <a:t>in</a:t>
            </a:r>
            <a:r>
              <a:rPr sz="1200" b="1" spc="10" dirty="0">
                <a:latin typeface="Times New Roman"/>
                <a:cs typeface="Times New Roman"/>
              </a:rPr>
              <a:t> </a:t>
            </a:r>
            <a:r>
              <a:rPr sz="1200" b="1" spc="-10" dirty="0">
                <a:latin typeface="Times New Roman"/>
                <a:cs typeface="Times New Roman"/>
              </a:rPr>
              <a:t>the</a:t>
            </a:r>
            <a:r>
              <a:rPr sz="1200" b="1" spc="5" dirty="0">
                <a:latin typeface="Times New Roman"/>
                <a:cs typeface="Times New Roman"/>
              </a:rPr>
              <a:t> </a:t>
            </a:r>
            <a:r>
              <a:rPr sz="1200" b="1" spc="-10" dirty="0">
                <a:latin typeface="Times New Roman"/>
                <a:cs typeface="Times New Roman"/>
              </a:rPr>
              <a:t>related</a:t>
            </a:r>
            <a:r>
              <a:rPr sz="1200" b="1" spc="10" dirty="0">
                <a:latin typeface="Times New Roman"/>
                <a:cs typeface="Times New Roman"/>
              </a:rPr>
              <a:t> </a:t>
            </a:r>
            <a:r>
              <a:rPr sz="1200" b="1" spc="-5" dirty="0">
                <a:latin typeface="Times New Roman"/>
                <a:cs typeface="Times New Roman"/>
              </a:rPr>
              <a:t>subject</a:t>
            </a:r>
            <a:r>
              <a:rPr sz="1200" b="1" spc="10" dirty="0">
                <a:latin typeface="Times New Roman"/>
                <a:cs typeface="Times New Roman"/>
              </a:rPr>
              <a:t> </a:t>
            </a:r>
            <a:r>
              <a:rPr sz="1200" b="1" spc="-40" dirty="0">
                <a:latin typeface="Times New Roman"/>
                <a:cs typeface="Times New Roman"/>
              </a:rPr>
              <a:t>w.r.t</a:t>
            </a:r>
            <a:r>
              <a:rPr sz="1200" b="1" spc="5" dirty="0">
                <a:latin typeface="Times New Roman"/>
                <a:cs typeface="Times New Roman"/>
              </a:rPr>
              <a:t> </a:t>
            </a:r>
            <a:r>
              <a:rPr sz="1200" b="1" dirty="0">
                <a:latin typeface="Times New Roman"/>
                <a:cs typeface="Times New Roman"/>
              </a:rPr>
              <a:t>the</a:t>
            </a:r>
            <a:r>
              <a:rPr sz="1200" b="1" spc="5" dirty="0">
                <a:latin typeface="Times New Roman"/>
                <a:cs typeface="Times New Roman"/>
              </a:rPr>
              <a:t> </a:t>
            </a:r>
            <a:r>
              <a:rPr sz="1200" b="1" spc="-5" dirty="0">
                <a:latin typeface="Times New Roman"/>
                <a:cs typeface="Times New Roman"/>
              </a:rPr>
              <a:t>habitation/village.</a:t>
            </a:r>
            <a:endParaRPr lang="en-US" sz="1200" b="1" dirty="0">
              <a:latin typeface="Times New Roman"/>
              <a:cs typeface="Times New Roman"/>
            </a:endParaRPr>
          </a:p>
          <a:p>
            <a:pPr marL="402590">
              <a:lnSpc>
                <a:spcPct val="100000"/>
              </a:lnSpc>
              <a:spcBef>
                <a:spcPts val="95"/>
              </a:spcBef>
            </a:pPr>
            <a:endParaRPr lang="en-IN" sz="1200" spc="-5" dirty="0">
              <a:latin typeface="Times New Roman"/>
              <a:cs typeface="Times New Roman"/>
            </a:endParaRPr>
          </a:p>
          <a:p>
            <a:pPr marL="12700" marR="324485" indent="187325">
              <a:lnSpc>
                <a:spcPct val="175000"/>
              </a:lnSpc>
              <a:spcBef>
                <a:spcPts val="430"/>
              </a:spcBef>
            </a:pP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main</a:t>
            </a:r>
            <a:r>
              <a:rPr sz="1200" spc="10" dirty="0">
                <a:latin typeface="Times New Roman"/>
                <a:cs typeface="Times New Roman"/>
              </a:rPr>
              <a:t> </a:t>
            </a:r>
            <a:r>
              <a:rPr sz="1200" spc="-5" dirty="0">
                <a:latin typeface="Times New Roman"/>
                <a:cs typeface="Times New Roman"/>
              </a:rPr>
              <a:t>purpose</a:t>
            </a:r>
            <a:r>
              <a:rPr sz="1200" spc="1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spc="-5" dirty="0">
                <a:latin typeface="Times New Roman"/>
                <a:cs typeface="Times New Roman"/>
              </a:rPr>
              <a:t>the</a:t>
            </a:r>
            <a:r>
              <a:rPr sz="1200" spc="5" dirty="0">
                <a:latin typeface="Times New Roman"/>
                <a:cs typeface="Times New Roman"/>
              </a:rPr>
              <a:t> </a:t>
            </a:r>
            <a:r>
              <a:rPr sz="1200" spc="-5" dirty="0">
                <a:latin typeface="Times New Roman"/>
                <a:cs typeface="Times New Roman"/>
              </a:rPr>
              <a:t>internship</a:t>
            </a:r>
            <a:r>
              <a:rPr sz="1200" spc="10" dirty="0">
                <a:latin typeface="Times New Roman"/>
                <a:cs typeface="Times New Roman"/>
              </a:rPr>
              <a:t> </a:t>
            </a:r>
            <a:r>
              <a:rPr sz="1200" spc="-5" dirty="0">
                <a:latin typeface="Times New Roman"/>
                <a:cs typeface="Times New Roman"/>
              </a:rPr>
              <a:t>is</a:t>
            </a:r>
            <a:r>
              <a:rPr sz="1200" spc="15" dirty="0">
                <a:latin typeface="Times New Roman"/>
                <a:cs typeface="Times New Roman"/>
              </a:rPr>
              <a:t> </a:t>
            </a:r>
            <a:r>
              <a:rPr sz="1200" spc="-5" dirty="0">
                <a:latin typeface="Times New Roman"/>
                <a:cs typeface="Times New Roman"/>
              </a:rPr>
              <a:t>to</a:t>
            </a:r>
            <a:r>
              <a:rPr sz="1200" spc="10" dirty="0">
                <a:latin typeface="Times New Roman"/>
                <a:cs typeface="Times New Roman"/>
              </a:rPr>
              <a:t> </a:t>
            </a:r>
            <a:r>
              <a:rPr sz="1200" spc="-5" dirty="0">
                <a:latin typeface="Times New Roman"/>
                <a:cs typeface="Times New Roman"/>
              </a:rPr>
              <a:t>help</a:t>
            </a:r>
            <a:r>
              <a:rPr sz="1200" spc="10" dirty="0">
                <a:latin typeface="Times New Roman"/>
                <a:cs typeface="Times New Roman"/>
              </a:rPr>
              <a:t> </a:t>
            </a:r>
            <a:r>
              <a:rPr sz="1200" spc="-5" dirty="0">
                <a:latin typeface="Times New Roman"/>
                <a:cs typeface="Times New Roman"/>
              </a:rPr>
              <a:t>the</a:t>
            </a:r>
            <a:r>
              <a:rPr sz="1200" spc="10" dirty="0">
                <a:latin typeface="Times New Roman"/>
                <a:cs typeface="Times New Roman"/>
              </a:rPr>
              <a:t> </a:t>
            </a:r>
            <a:r>
              <a:rPr sz="1200" spc="-5" dirty="0">
                <a:latin typeface="Times New Roman"/>
                <a:cs typeface="Times New Roman"/>
              </a:rPr>
              <a:t>people</a:t>
            </a:r>
            <a:r>
              <a:rPr sz="1200" spc="10" dirty="0">
                <a:latin typeface="Times New Roman"/>
                <a:cs typeface="Times New Roman"/>
              </a:rPr>
              <a:t> </a:t>
            </a:r>
            <a:r>
              <a:rPr sz="1200" spc="-5" dirty="0">
                <a:latin typeface="Times New Roman"/>
                <a:cs typeface="Times New Roman"/>
              </a:rPr>
              <a:t>in</a:t>
            </a:r>
            <a:r>
              <a:rPr sz="1200" spc="10" dirty="0">
                <a:latin typeface="Times New Roman"/>
                <a:cs typeface="Times New Roman"/>
              </a:rPr>
              <a:t> my</a:t>
            </a:r>
            <a:r>
              <a:rPr sz="1200" spc="-15" dirty="0">
                <a:latin typeface="Times New Roman"/>
                <a:cs typeface="Times New Roman"/>
              </a:rPr>
              <a:t> </a:t>
            </a:r>
            <a:r>
              <a:rPr sz="1200" spc="-5" dirty="0">
                <a:latin typeface="Times New Roman"/>
                <a:cs typeface="Times New Roman"/>
              </a:rPr>
              <a:t>village</a:t>
            </a:r>
            <a:r>
              <a:rPr sz="120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enhance</a:t>
            </a:r>
            <a:r>
              <a:rPr sz="1200" spc="5" dirty="0">
                <a:latin typeface="Times New Roman"/>
                <a:cs typeface="Times New Roman"/>
              </a:rPr>
              <a:t> </a:t>
            </a:r>
            <a:r>
              <a:rPr sz="1200" spc="-5" dirty="0">
                <a:latin typeface="Times New Roman"/>
                <a:cs typeface="Times New Roman"/>
              </a:rPr>
              <a:t>awareness </a:t>
            </a:r>
            <a:r>
              <a:rPr sz="1200" spc="-285" dirty="0">
                <a:latin typeface="Times New Roman"/>
                <a:cs typeface="Times New Roman"/>
              </a:rPr>
              <a:t> </a:t>
            </a:r>
            <a:r>
              <a:rPr sz="1200" spc="-5" dirty="0">
                <a:latin typeface="Times New Roman"/>
                <a:cs typeface="Times New Roman"/>
              </a:rPr>
              <a:t>about</a:t>
            </a:r>
            <a:r>
              <a:rPr sz="1200" dirty="0">
                <a:latin typeface="Times New Roman"/>
                <a:cs typeface="Times New Roman"/>
              </a:rPr>
              <a:t> </a:t>
            </a:r>
            <a:r>
              <a:rPr sz="1200" spc="-5" dirty="0">
                <a:latin typeface="Times New Roman"/>
                <a:cs typeface="Times New Roman"/>
              </a:rPr>
              <a:t>the</a:t>
            </a:r>
            <a:r>
              <a:rPr sz="1200" dirty="0">
                <a:latin typeface="Times New Roman"/>
                <a:cs typeface="Times New Roman"/>
              </a:rPr>
              <a:t> </a:t>
            </a:r>
            <a:r>
              <a:rPr sz="1200" spc="-5" dirty="0">
                <a:latin typeface="Times New Roman"/>
                <a:cs typeface="Times New Roman"/>
              </a:rPr>
              <a:t>importance</a:t>
            </a:r>
            <a:r>
              <a:rPr sz="1200" dirty="0">
                <a:latin typeface="Times New Roman"/>
                <a:cs typeface="Times New Roman"/>
              </a:rPr>
              <a:t> of</a:t>
            </a:r>
            <a:r>
              <a:rPr sz="1200" spc="5" dirty="0">
                <a:latin typeface="Times New Roman"/>
                <a:cs typeface="Times New Roman"/>
              </a:rPr>
              <a:t> </a:t>
            </a:r>
            <a:r>
              <a:rPr sz="1200" spc="-5" dirty="0">
                <a:latin typeface="Times New Roman"/>
                <a:cs typeface="Times New Roman"/>
              </a:rPr>
              <a:t>the</a:t>
            </a:r>
            <a:r>
              <a:rPr lang="en-US" sz="1200" spc="-5" dirty="0">
                <a:latin typeface="Times New Roman"/>
                <a:cs typeface="Times New Roman"/>
              </a:rPr>
              <a:t> </a:t>
            </a:r>
            <a:r>
              <a:rPr lang="en-US" sz="1200" b="1" spc="-5" dirty="0">
                <a:latin typeface="Times New Roman"/>
                <a:cs typeface="Times New Roman"/>
              </a:rPr>
              <a:t>“ DIGITAL REHABITATION CENTERS “</a:t>
            </a:r>
            <a:r>
              <a:rPr sz="1200" b="1" spc="-5" dirty="0">
                <a:latin typeface="Times New Roman"/>
                <a:cs typeface="Times New Roman"/>
              </a:rPr>
              <a:t>.</a:t>
            </a:r>
            <a:endParaRPr sz="1200" b="1" dirty="0">
              <a:latin typeface="Times New Roman"/>
              <a:cs typeface="Times New Roman"/>
            </a:endParaRPr>
          </a:p>
          <a:p>
            <a:pPr marL="12700" marR="5080" indent="217804">
              <a:lnSpc>
                <a:spcPct val="145400"/>
              </a:lnSpc>
              <a:spcBef>
                <a:spcPts val="405"/>
              </a:spcBef>
            </a:pPr>
            <a:r>
              <a:rPr lang="en-US" sz="1200" spc="-285" dirty="0">
                <a:latin typeface="Times New Roman"/>
                <a:cs typeface="Times New Roman"/>
              </a:rPr>
              <a:t>        </a:t>
            </a:r>
            <a:r>
              <a:rPr sz="1200" b="1" spc="-10" dirty="0">
                <a:latin typeface="Times New Roman"/>
                <a:cs typeface="Times New Roman"/>
              </a:rPr>
              <a:t>Teenagers(13-19)</a:t>
            </a:r>
            <a:r>
              <a:rPr sz="1200" b="1" spc="70" dirty="0">
                <a:latin typeface="Times New Roman"/>
                <a:cs typeface="Times New Roman"/>
              </a:rPr>
              <a:t> </a:t>
            </a:r>
            <a:endParaRPr lang="en-US" sz="1200" b="1" spc="70" dirty="0">
              <a:latin typeface="Times New Roman"/>
              <a:cs typeface="Times New Roman"/>
            </a:endParaRPr>
          </a:p>
          <a:p>
            <a:pPr marL="12700" marR="5080" indent="217804">
              <a:lnSpc>
                <a:spcPct val="145400"/>
              </a:lnSpc>
              <a:spcBef>
                <a:spcPts val="405"/>
              </a:spcBef>
            </a:pPr>
            <a:r>
              <a:rPr lang="en-US" sz="1200" dirty="0">
                <a:latin typeface="Times New Roman"/>
                <a:cs typeface="Times New Roman"/>
              </a:rPr>
              <a:t>         This age people can be </a:t>
            </a:r>
            <a:r>
              <a:rPr sz="1200" dirty="0">
                <a:latin typeface="Times New Roman"/>
                <a:cs typeface="Times New Roman"/>
              </a:rPr>
              <a:t>spend</a:t>
            </a:r>
            <a:r>
              <a:rPr sz="1200" spc="80" dirty="0">
                <a:latin typeface="Times New Roman"/>
                <a:cs typeface="Times New Roman"/>
              </a:rPr>
              <a:t> </a:t>
            </a:r>
            <a:r>
              <a:rPr sz="1200" dirty="0">
                <a:latin typeface="Times New Roman"/>
                <a:cs typeface="Times New Roman"/>
              </a:rPr>
              <a:t>7-9</a:t>
            </a:r>
            <a:r>
              <a:rPr sz="1200" spc="75" dirty="0">
                <a:latin typeface="Times New Roman"/>
                <a:cs typeface="Times New Roman"/>
              </a:rPr>
              <a:t> </a:t>
            </a:r>
            <a:r>
              <a:rPr sz="1200" spc="-5" dirty="0">
                <a:latin typeface="Times New Roman"/>
                <a:cs typeface="Times New Roman"/>
              </a:rPr>
              <a:t>hours</a:t>
            </a:r>
            <a:r>
              <a:rPr sz="1200" spc="80" dirty="0">
                <a:latin typeface="Times New Roman"/>
                <a:cs typeface="Times New Roman"/>
              </a:rPr>
              <a:t> </a:t>
            </a:r>
            <a:r>
              <a:rPr sz="1200" dirty="0">
                <a:latin typeface="Times New Roman"/>
                <a:cs typeface="Times New Roman"/>
              </a:rPr>
              <a:t>daily</a:t>
            </a:r>
            <a:r>
              <a:rPr sz="1200" spc="65" dirty="0">
                <a:latin typeface="Times New Roman"/>
                <a:cs typeface="Times New Roman"/>
              </a:rPr>
              <a:t> </a:t>
            </a:r>
            <a:r>
              <a:rPr sz="1200" spc="-5" dirty="0">
                <a:latin typeface="Times New Roman"/>
                <a:cs typeface="Times New Roman"/>
              </a:rPr>
              <a:t>on</a:t>
            </a:r>
            <a:r>
              <a:rPr sz="1200" spc="80" dirty="0">
                <a:latin typeface="Times New Roman"/>
                <a:cs typeface="Times New Roman"/>
              </a:rPr>
              <a:t> </a:t>
            </a:r>
            <a:r>
              <a:rPr sz="1200" dirty="0">
                <a:latin typeface="Times New Roman"/>
                <a:cs typeface="Times New Roman"/>
              </a:rPr>
              <a:t>their</a:t>
            </a:r>
            <a:r>
              <a:rPr sz="1200" spc="75" dirty="0">
                <a:latin typeface="Times New Roman"/>
                <a:cs typeface="Times New Roman"/>
              </a:rPr>
              <a:t> </a:t>
            </a:r>
            <a:r>
              <a:rPr sz="1200" spc="-5" dirty="0">
                <a:latin typeface="Times New Roman"/>
                <a:cs typeface="Times New Roman"/>
              </a:rPr>
              <a:t>devices,</a:t>
            </a:r>
            <a:r>
              <a:rPr sz="1200" spc="75" dirty="0">
                <a:latin typeface="Times New Roman"/>
                <a:cs typeface="Times New Roman"/>
              </a:rPr>
              <a:t> </a:t>
            </a:r>
            <a:r>
              <a:rPr sz="1200" spc="-5" dirty="0">
                <a:latin typeface="Times New Roman"/>
                <a:cs typeface="Times New Roman"/>
              </a:rPr>
              <a:t>focusing</a:t>
            </a:r>
            <a:r>
              <a:rPr sz="1200" spc="70" dirty="0">
                <a:latin typeface="Times New Roman"/>
                <a:cs typeface="Times New Roman"/>
              </a:rPr>
              <a:t> </a:t>
            </a:r>
            <a:r>
              <a:rPr sz="1200" spc="-5" dirty="0">
                <a:latin typeface="Times New Roman"/>
                <a:cs typeface="Times New Roman"/>
              </a:rPr>
              <a:t>on</a:t>
            </a:r>
            <a:r>
              <a:rPr sz="1200" spc="90" dirty="0">
                <a:latin typeface="Times New Roman"/>
                <a:cs typeface="Times New Roman"/>
              </a:rPr>
              <a:t> </a:t>
            </a:r>
            <a:r>
              <a:rPr sz="1200" dirty="0">
                <a:latin typeface="Times New Roman"/>
                <a:cs typeface="Times New Roman"/>
              </a:rPr>
              <a:t>social</a:t>
            </a:r>
            <a:r>
              <a:rPr sz="1200" spc="80" dirty="0">
                <a:latin typeface="Times New Roman"/>
                <a:cs typeface="Times New Roman"/>
              </a:rPr>
              <a:t> </a:t>
            </a:r>
            <a:r>
              <a:rPr sz="1200" spc="-5" dirty="0">
                <a:latin typeface="Times New Roman"/>
                <a:cs typeface="Times New Roman"/>
              </a:rPr>
              <a:t>media,</a:t>
            </a:r>
            <a:r>
              <a:rPr sz="1200" spc="75" dirty="0">
                <a:latin typeface="Times New Roman"/>
                <a:cs typeface="Times New Roman"/>
              </a:rPr>
              <a:t> </a:t>
            </a:r>
            <a:r>
              <a:rPr sz="1200" spc="-5" dirty="0">
                <a:latin typeface="Times New Roman"/>
                <a:cs typeface="Times New Roman"/>
              </a:rPr>
              <a:t>streaming,</a:t>
            </a:r>
            <a:r>
              <a:rPr sz="1200" spc="75" dirty="0">
                <a:latin typeface="Times New Roman"/>
                <a:cs typeface="Times New Roman"/>
              </a:rPr>
              <a:t> </a:t>
            </a:r>
            <a:r>
              <a:rPr sz="1200" spc="-5" dirty="0">
                <a:latin typeface="Times New Roman"/>
                <a:cs typeface="Times New Roman"/>
              </a:rPr>
              <a:t>and </a:t>
            </a:r>
            <a:r>
              <a:rPr sz="1200" dirty="0">
                <a:latin typeface="Times New Roman"/>
                <a:cs typeface="Times New Roman"/>
              </a:rPr>
              <a:t> </a:t>
            </a:r>
            <a:r>
              <a:rPr sz="1200" spc="-5" dirty="0">
                <a:latin typeface="Times New Roman"/>
                <a:cs typeface="Times New Roman"/>
              </a:rPr>
              <a:t>gaming,</a:t>
            </a:r>
            <a:r>
              <a:rPr sz="1200" spc="-25"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apps</a:t>
            </a:r>
            <a:r>
              <a:rPr sz="1200" spc="-25" dirty="0">
                <a:latin typeface="Times New Roman"/>
                <a:cs typeface="Times New Roman"/>
              </a:rPr>
              <a:t> </a:t>
            </a:r>
            <a:r>
              <a:rPr sz="1200" spc="-5" dirty="0">
                <a:latin typeface="Times New Roman"/>
                <a:cs typeface="Times New Roman"/>
              </a:rPr>
              <a:t>like</a:t>
            </a:r>
            <a:r>
              <a:rPr sz="1200" dirty="0">
                <a:latin typeface="Times New Roman"/>
                <a:cs typeface="Times New Roman"/>
              </a:rPr>
              <a:t> </a:t>
            </a:r>
            <a:r>
              <a:rPr sz="1200" spc="-5" dirty="0">
                <a:latin typeface="Times New Roman"/>
                <a:cs typeface="Times New Roman"/>
              </a:rPr>
              <a:t>Instagram</a:t>
            </a:r>
            <a:r>
              <a:rPr sz="1200" spc="-25" dirty="0">
                <a:latin typeface="Times New Roman"/>
                <a:cs typeface="Times New Roman"/>
              </a:rPr>
              <a:t> </a:t>
            </a:r>
            <a:r>
              <a:rPr sz="1200" spc="-5" dirty="0">
                <a:latin typeface="Times New Roman"/>
                <a:cs typeface="Times New Roman"/>
              </a:rPr>
              <a:t>and</a:t>
            </a:r>
            <a:r>
              <a:rPr sz="1200" spc="-30" dirty="0">
                <a:latin typeface="Times New Roman"/>
                <a:cs typeface="Times New Roman"/>
              </a:rPr>
              <a:t> </a:t>
            </a:r>
            <a:r>
              <a:rPr sz="1200" spc="-25" dirty="0">
                <a:latin typeface="Times New Roman"/>
                <a:cs typeface="Times New Roman"/>
              </a:rPr>
              <a:t>TikTok</a:t>
            </a:r>
            <a:r>
              <a:rPr sz="1200" spc="-20" dirty="0">
                <a:latin typeface="Times New Roman"/>
                <a:cs typeface="Times New Roman"/>
              </a:rPr>
              <a:t> </a:t>
            </a:r>
            <a:r>
              <a:rPr sz="1200" dirty="0">
                <a:latin typeface="Times New Roman"/>
                <a:cs typeface="Times New Roman"/>
              </a:rPr>
              <a:t>being</a:t>
            </a:r>
            <a:r>
              <a:rPr sz="1200" spc="-30" dirty="0">
                <a:latin typeface="Times New Roman"/>
                <a:cs typeface="Times New Roman"/>
              </a:rPr>
              <a:t> </a:t>
            </a:r>
            <a:r>
              <a:rPr sz="1200" dirty="0">
                <a:latin typeface="Times New Roman"/>
                <a:cs typeface="Times New Roman"/>
              </a:rPr>
              <a:t>particularly</a:t>
            </a:r>
            <a:r>
              <a:rPr sz="1200" spc="-45" dirty="0">
                <a:latin typeface="Times New Roman"/>
                <a:cs typeface="Times New Roman"/>
              </a:rPr>
              <a:t> </a:t>
            </a:r>
            <a:r>
              <a:rPr sz="1200" spc="-10" dirty="0">
                <a:latin typeface="Times New Roman"/>
                <a:cs typeface="Times New Roman"/>
              </a:rPr>
              <a:t>popular.</a:t>
            </a:r>
            <a:r>
              <a:rPr sz="1200" spc="-50" dirty="0">
                <a:latin typeface="Times New Roman"/>
                <a:cs typeface="Times New Roman"/>
              </a:rPr>
              <a:t> </a:t>
            </a:r>
            <a:r>
              <a:rPr sz="1200" dirty="0">
                <a:latin typeface="Times New Roman"/>
                <a:cs typeface="Times New Roman"/>
              </a:rPr>
              <a:t>This</a:t>
            </a:r>
            <a:r>
              <a:rPr sz="1200" spc="-15" dirty="0">
                <a:latin typeface="Times New Roman"/>
                <a:cs typeface="Times New Roman"/>
              </a:rPr>
              <a:t> </a:t>
            </a:r>
            <a:r>
              <a:rPr sz="1200" dirty="0">
                <a:latin typeface="Times New Roman"/>
                <a:cs typeface="Times New Roman"/>
              </a:rPr>
              <a:t>heavy</a:t>
            </a:r>
            <a:r>
              <a:rPr sz="1200" spc="-50" dirty="0">
                <a:latin typeface="Times New Roman"/>
                <a:cs typeface="Times New Roman"/>
              </a:rPr>
              <a:t> </a:t>
            </a:r>
            <a:r>
              <a:rPr sz="1200" spc="-5" dirty="0">
                <a:latin typeface="Times New Roman"/>
                <a:cs typeface="Times New Roman"/>
              </a:rPr>
              <a:t>usage</a:t>
            </a:r>
            <a:r>
              <a:rPr sz="1200" spc="-15" dirty="0">
                <a:latin typeface="Times New Roman"/>
                <a:cs typeface="Times New Roman"/>
              </a:rPr>
              <a:t> </a:t>
            </a:r>
            <a:r>
              <a:rPr sz="1200" spc="-5" dirty="0">
                <a:latin typeface="Times New Roman"/>
                <a:cs typeface="Times New Roman"/>
              </a:rPr>
              <a:t>comes</a:t>
            </a:r>
            <a:r>
              <a:rPr sz="1200" spc="-25" dirty="0">
                <a:latin typeface="Times New Roman"/>
                <a:cs typeface="Times New Roman"/>
              </a:rPr>
              <a:t> </a:t>
            </a:r>
            <a:r>
              <a:rPr sz="1200" dirty="0">
                <a:latin typeface="Times New Roman"/>
                <a:cs typeface="Times New Roman"/>
              </a:rPr>
              <a:t>with </a:t>
            </a:r>
            <a:r>
              <a:rPr sz="1200" spc="-285" dirty="0">
                <a:latin typeface="Times New Roman"/>
                <a:cs typeface="Times New Roman"/>
              </a:rPr>
              <a:t> </a:t>
            </a:r>
            <a:r>
              <a:rPr sz="1200" spc="-5" dirty="0">
                <a:latin typeface="Times New Roman"/>
                <a:cs typeface="Times New Roman"/>
              </a:rPr>
              <a:t>growing</a:t>
            </a:r>
            <a:r>
              <a:rPr sz="1200" spc="5" dirty="0">
                <a:latin typeface="Times New Roman"/>
                <a:cs typeface="Times New Roman"/>
              </a:rPr>
              <a:t> </a:t>
            </a:r>
            <a:r>
              <a:rPr sz="1200" spc="-5" dirty="0">
                <a:latin typeface="Times New Roman"/>
                <a:cs typeface="Times New Roman"/>
              </a:rPr>
              <a:t>concerns</a:t>
            </a:r>
            <a:r>
              <a:rPr sz="1200" spc="5" dirty="0">
                <a:latin typeface="Times New Roman"/>
                <a:cs typeface="Times New Roman"/>
              </a:rPr>
              <a:t> </a:t>
            </a:r>
            <a:r>
              <a:rPr sz="1200" spc="-5" dirty="0">
                <a:latin typeface="Times New Roman"/>
                <a:cs typeface="Times New Roman"/>
              </a:rPr>
              <a:t>about</a:t>
            </a:r>
            <a:r>
              <a:rPr sz="1200" spc="25" dirty="0">
                <a:latin typeface="Times New Roman"/>
                <a:cs typeface="Times New Roman"/>
              </a:rPr>
              <a:t> </a:t>
            </a:r>
            <a:r>
              <a:rPr sz="1200" spc="-5" dirty="0">
                <a:latin typeface="Times New Roman"/>
                <a:cs typeface="Times New Roman"/>
              </a:rPr>
              <a:t>mental</a:t>
            </a:r>
            <a:r>
              <a:rPr sz="1200" spc="5" dirty="0">
                <a:latin typeface="Times New Roman"/>
                <a:cs typeface="Times New Roman"/>
              </a:rPr>
              <a:t> </a:t>
            </a:r>
            <a:r>
              <a:rPr sz="1200" spc="-5" dirty="0">
                <a:latin typeface="Times New Roman"/>
                <a:cs typeface="Times New Roman"/>
              </a:rPr>
              <a:t>health,</a:t>
            </a:r>
            <a:r>
              <a:rPr sz="1200" spc="15" dirty="0">
                <a:latin typeface="Times New Roman"/>
                <a:cs typeface="Times New Roman"/>
              </a:rPr>
              <a:t> </a:t>
            </a:r>
            <a:r>
              <a:rPr sz="1200" spc="-5" dirty="0">
                <a:latin typeface="Times New Roman"/>
                <a:cs typeface="Times New Roman"/>
              </a:rPr>
              <a:t>though</a:t>
            </a:r>
            <a:r>
              <a:rPr sz="1200" spc="10" dirty="0">
                <a:latin typeface="Times New Roman"/>
                <a:cs typeface="Times New Roman"/>
              </a:rPr>
              <a:t> </a:t>
            </a:r>
            <a:r>
              <a:rPr sz="1200" spc="-5" dirty="0">
                <a:latin typeface="Times New Roman"/>
                <a:cs typeface="Times New Roman"/>
              </a:rPr>
              <a:t>parental</a:t>
            </a:r>
            <a:r>
              <a:rPr sz="1200" spc="5" dirty="0">
                <a:latin typeface="Times New Roman"/>
                <a:cs typeface="Times New Roman"/>
              </a:rPr>
              <a:t> </a:t>
            </a:r>
            <a:r>
              <a:rPr sz="1200" spc="-5" dirty="0">
                <a:latin typeface="Times New Roman"/>
                <a:cs typeface="Times New Roman"/>
              </a:rPr>
              <a:t>controls</a:t>
            </a:r>
            <a:r>
              <a:rPr sz="1200" spc="5" dirty="0">
                <a:latin typeface="Times New Roman"/>
                <a:cs typeface="Times New Roman"/>
              </a:rPr>
              <a:t> </a:t>
            </a:r>
            <a:r>
              <a:rPr sz="1200" spc="-5" dirty="0">
                <a:latin typeface="Times New Roman"/>
                <a:cs typeface="Times New Roman"/>
              </a:rPr>
              <a:t>help</a:t>
            </a:r>
            <a:r>
              <a:rPr sz="1200" spc="5" dirty="0">
                <a:latin typeface="Times New Roman"/>
                <a:cs typeface="Times New Roman"/>
              </a:rPr>
              <a:t> </a:t>
            </a:r>
            <a:r>
              <a:rPr sz="1200" spc="-5" dirty="0">
                <a:latin typeface="Times New Roman"/>
                <a:cs typeface="Times New Roman"/>
              </a:rPr>
              <a:t>manage</a:t>
            </a:r>
            <a:r>
              <a:rPr sz="1200" spc="5" dirty="0">
                <a:latin typeface="Times New Roman"/>
                <a:cs typeface="Times New Roman"/>
              </a:rPr>
              <a:t> </a:t>
            </a:r>
            <a:r>
              <a:rPr sz="1200" dirty="0">
                <a:latin typeface="Times New Roman"/>
                <a:cs typeface="Times New Roman"/>
              </a:rPr>
              <a:t>their</a:t>
            </a:r>
            <a:r>
              <a:rPr sz="1200" spc="5" dirty="0">
                <a:latin typeface="Times New Roman"/>
                <a:cs typeface="Times New Roman"/>
              </a:rPr>
              <a:t> </a:t>
            </a:r>
            <a:r>
              <a:rPr sz="1200" spc="-5" dirty="0">
                <a:latin typeface="Times New Roman"/>
                <a:cs typeface="Times New Roman"/>
              </a:rPr>
              <a:t>screen</a:t>
            </a:r>
            <a:r>
              <a:rPr sz="1200" spc="5" dirty="0">
                <a:latin typeface="Times New Roman"/>
                <a:cs typeface="Times New Roman"/>
              </a:rPr>
              <a:t> </a:t>
            </a:r>
            <a:r>
              <a:rPr sz="1200" spc="-5" dirty="0">
                <a:latin typeface="Times New Roman"/>
                <a:cs typeface="Times New Roman"/>
              </a:rPr>
              <a:t>time.</a:t>
            </a:r>
            <a:endParaRPr sz="1200" dirty="0">
              <a:latin typeface="Times New Roman"/>
              <a:cs typeface="Times New Roman"/>
            </a:endParaRPr>
          </a:p>
          <a:p>
            <a:pPr marL="12700" marR="57785" indent="189230">
              <a:lnSpc>
                <a:spcPct val="145300"/>
              </a:lnSpc>
              <a:spcBef>
                <a:spcPts val="20"/>
              </a:spcBef>
            </a:pPr>
            <a:r>
              <a:rPr sz="1200" b="1" spc="-30" dirty="0">
                <a:latin typeface="Times New Roman"/>
                <a:cs typeface="Times New Roman"/>
              </a:rPr>
              <a:t>Young</a:t>
            </a:r>
            <a:r>
              <a:rPr sz="1200" b="1" spc="-70" dirty="0">
                <a:latin typeface="Times New Roman"/>
                <a:cs typeface="Times New Roman"/>
              </a:rPr>
              <a:t> </a:t>
            </a:r>
            <a:r>
              <a:rPr sz="1200" b="1" spc="-5" dirty="0">
                <a:latin typeface="Times New Roman"/>
                <a:cs typeface="Times New Roman"/>
              </a:rPr>
              <a:t>Adults(18-29)</a:t>
            </a:r>
            <a:endParaRPr lang="en-US" sz="1200" b="1" spc="-5" dirty="0">
              <a:latin typeface="Times New Roman"/>
              <a:cs typeface="Times New Roman"/>
            </a:endParaRPr>
          </a:p>
          <a:p>
            <a:pPr marL="12700" marR="57785" indent="189230">
              <a:lnSpc>
                <a:spcPct val="145300"/>
              </a:lnSpc>
              <a:spcBef>
                <a:spcPts val="20"/>
              </a:spcBef>
            </a:pPr>
            <a:r>
              <a:rPr lang="en-IN" sz="1200" spc="-5" dirty="0">
                <a:latin typeface="Times New Roman"/>
                <a:cs typeface="Times New Roman"/>
              </a:rPr>
              <a:t>                      This age people can be </a:t>
            </a:r>
            <a:r>
              <a:rPr sz="1200" spc="-5" dirty="0">
                <a:latin typeface="Times New Roman"/>
                <a:cs typeface="Times New Roman"/>
              </a:rPr>
              <a:t>use</a:t>
            </a:r>
            <a:r>
              <a:rPr sz="1200"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phones</a:t>
            </a:r>
            <a:r>
              <a:rPr sz="1200" spc="10"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spc="-5" dirty="0">
                <a:latin typeface="Times New Roman"/>
                <a:cs typeface="Times New Roman"/>
              </a:rPr>
              <a:t>a</a:t>
            </a:r>
            <a:r>
              <a:rPr sz="1200" dirty="0">
                <a:latin typeface="Times New Roman"/>
                <a:cs typeface="Times New Roman"/>
              </a:rPr>
              <a:t> </a:t>
            </a:r>
            <a:r>
              <a:rPr sz="1200" spc="-5" dirty="0">
                <a:latin typeface="Times New Roman"/>
                <a:cs typeface="Times New Roman"/>
              </a:rPr>
              <a:t>mix</a:t>
            </a:r>
            <a:r>
              <a:rPr sz="1200" spc="15"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work</a:t>
            </a:r>
            <a:r>
              <a:rPr sz="1200" spc="10" dirty="0">
                <a:latin typeface="Times New Roman"/>
                <a:cs typeface="Times New Roman"/>
              </a:rPr>
              <a:t> </a:t>
            </a:r>
            <a:r>
              <a:rPr sz="1200" spc="-10" dirty="0">
                <a:latin typeface="Times New Roman"/>
                <a:cs typeface="Times New Roman"/>
              </a:rPr>
              <a:t>and</a:t>
            </a:r>
            <a:r>
              <a:rPr sz="1200" spc="10" dirty="0">
                <a:latin typeface="Times New Roman"/>
                <a:cs typeface="Times New Roman"/>
              </a:rPr>
              <a:t> </a:t>
            </a:r>
            <a:r>
              <a:rPr sz="1200" spc="-5" dirty="0">
                <a:latin typeface="Times New Roman"/>
                <a:cs typeface="Times New Roman"/>
              </a:rPr>
              <a:t>leisure,</a:t>
            </a:r>
            <a:r>
              <a:rPr sz="1200" spc="5" dirty="0">
                <a:latin typeface="Times New Roman"/>
                <a:cs typeface="Times New Roman"/>
              </a:rPr>
              <a:t> </a:t>
            </a:r>
            <a:r>
              <a:rPr sz="1200" spc="-5" dirty="0">
                <a:latin typeface="Times New Roman"/>
                <a:cs typeface="Times New Roman"/>
              </a:rPr>
              <a:t>averaging</a:t>
            </a:r>
            <a:r>
              <a:rPr sz="1200" spc="-10" dirty="0">
                <a:latin typeface="Times New Roman"/>
                <a:cs typeface="Times New Roman"/>
              </a:rPr>
              <a:t> </a:t>
            </a:r>
            <a:r>
              <a:rPr sz="1200" dirty="0">
                <a:latin typeface="Times New Roman"/>
                <a:cs typeface="Times New Roman"/>
              </a:rPr>
              <a:t>4-6</a:t>
            </a:r>
            <a:r>
              <a:rPr sz="1200" spc="20" dirty="0">
                <a:latin typeface="Times New Roman"/>
                <a:cs typeface="Times New Roman"/>
              </a:rPr>
              <a:t> </a:t>
            </a:r>
            <a:r>
              <a:rPr sz="1200" spc="-5" dirty="0">
                <a:latin typeface="Times New Roman"/>
                <a:cs typeface="Times New Roman"/>
              </a:rPr>
              <a:t>hours</a:t>
            </a:r>
            <a:r>
              <a:rPr sz="1200" spc="10" dirty="0">
                <a:latin typeface="Times New Roman"/>
                <a:cs typeface="Times New Roman"/>
              </a:rPr>
              <a:t> </a:t>
            </a:r>
            <a:r>
              <a:rPr sz="1200" spc="-15" dirty="0">
                <a:latin typeface="Times New Roman"/>
                <a:cs typeface="Times New Roman"/>
              </a:rPr>
              <a:t>daily. </a:t>
            </a:r>
            <a:r>
              <a:rPr sz="1200" spc="-10" dirty="0">
                <a:latin typeface="Times New Roman"/>
                <a:cs typeface="Times New Roman"/>
              </a:rPr>
              <a:t> </a:t>
            </a:r>
            <a:r>
              <a:rPr sz="1200" spc="-5" dirty="0">
                <a:latin typeface="Times New Roman"/>
                <a:cs typeface="Times New Roman"/>
              </a:rPr>
              <a:t>They</a:t>
            </a:r>
            <a:r>
              <a:rPr sz="1200" spc="-15" dirty="0">
                <a:latin typeface="Times New Roman"/>
                <a:cs typeface="Times New Roman"/>
              </a:rPr>
              <a:t> </a:t>
            </a:r>
            <a:r>
              <a:rPr sz="1200" dirty="0">
                <a:latin typeface="Times New Roman"/>
                <a:cs typeface="Times New Roman"/>
              </a:rPr>
              <a:t>balance</a:t>
            </a:r>
            <a:r>
              <a:rPr sz="1200" spc="10" dirty="0">
                <a:latin typeface="Times New Roman"/>
                <a:cs typeface="Times New Roman"/>
              </a:rPr>
              <a:t> </a:t>
            </a:r>
            <a:r>
              <a:rPr sz="1200" spc="-5" dirty="0">
                <a:latin typeface="Times New Roman"/>
                <a:cs typeface="Times New Roman"/>
              </a:rPr>
              <a:t>productivity tools,</a:t>
            </a:r>
            <a:r>
              <a:rPr sz="1200" spc="15" dirty="0">
                <a:latin typeface="Times New Roman"/>
                <a:cs typeface="Times New Roman"/>
              </a:rPr>
              <a:t> </a:t>
            </a:r>
            <a:r>
              <a:rPr sz="1200" spc="-5" dirty="0">
                <a:latin typeface="Times New Roman"/>
                <a:cs typeface="Times New Roman"/>
              </a:rPr>
              <a:t>social</a:t>
            </a:r>
            <a:r>
              <a:rPr sz="1200" spc="10" dirty="0">
                <a:latin typeface="Times New Roman"/>
                <a:cs typeface="Times New Roman"/>
              </a:rPr>
              <a:t> </a:t>
            </a:r>
            <a:r>
              <a:rPr sz="1200" spc="-5" dirty="0">
                <a:latin typeface="Times New Roman"/>
                <a:cs typeface="Times New Roman"/>
              </a:rPr>
              <a:t>media,</a:t>
            </a:r>
            <a:r>
              <a:rPr sz="1200" spc="25" dirty="0">
                <a:latin typeface="Times New Roman"/>
                <a:cs typeface="Times New Roman"/>
              </a:rPr>
              <a:t> </a:t>
            </a:r>
            <a:r>
              <a:rPr sz="1200" spc="-5" dirty="0">
                <a:latin typeface="Times New Roman"/>
                <a:cs typeface="Times New Roman"/>
              </a:rPr>
              <a:t>and</a:t>
            </a:r>
            <a:r>
              <a:rPr sz="1200" spc="25" dirty="0">
                <a:latin typeface="Times New Roman"/>
                <a:cs typeface="Times New Roman"/>
              </a:rPr>
              <a:t> </a:t>
            </a:r>
            <a:r>
              <a:rPr sz="1200" spc="-5" dirty="0">
                <a:latin typeface="Times New Roman"/>
                <a:cs typeface="Times New Roman"/>
              </a:rPr>
              <a:t>entertainment,</a:t>
            </a:r>
            <a:r>
              <a:rPr sz="1200" spc="10" dirty="0">
                <a:latin typeface="Times New Roman"/>
                <a:cs typeface="Times New Roman"/>
              </a:rPr>
              <a:t> </a:t>
            </a:r>
            <a:r>
              <a:rPr sz="1200" spc="-5" dirty="0">
                <a:latin typeface="Times New Roman"/>
                <a:cs typeface="Times New Roman"/>
              </a:rPr>
              <a:t>with</a:t>
            </a:r>
            <a:r>
              <a:rPr sz="1200" spc="15" dirty="0">
                <a:latin typeface="Times New Roman"/>
                <a:cs typeface="Times New Roman"/>
              </a:rPr>
              <a:t> </a:t>
            </a:r>
            <a:r>
              <a:rPr sz="1200" spc="-5" dirty="0">
                <a:latin typeface="Times New Roman"/>
                <a:cs typeface="Times New Roman"/>
              </a:rPr>
              <a:t>a</a:t>
            </a:r>
            <a:r>
              <a:rPr sz="1200" spc="15" dirty="0">
                <a:latin typeface="Times New Roman"/>
                <a:cs typeface="Times New Roman"/>
              </a:rPr>
              <a:t> </a:t>
            </a:r>
            <a:r>
              <a:rPr sz="1200" spc="-5" dirty="0">
                <a:latin typeface="Times New Roman"/>
                <a:cs typeface="Times New Roman"/>
              </a:rPr>
              <a:t>strong focus</a:t>
            </a:r>
            <a:r>
              <a:rPr sz="1200" spc="15" dirty="0">
                <a:latin typeface="Times New Roman"/>
                <a:cs typeface="Times New Roman"/>
              </a:rPr>
              <a:t> </a:t>
            </a:r>
            <a:r>
              <a:rPr sz="1200" spc="-5" dirty="0">
                <a:latin typeface="Times New Roman"/>
                <a:cs typeface="Times New Roman"/>
              </a:rPr>
              <a:t>on</a:t>
            </a:r>
            <a:r>
              <a:rPr sz="1200" spc="10" dirty="0">
                <a:latin typeface="Times New Roman"/>
                <a:cs typeface="Times New Roman"/>
              </a:rPr>
              <a:t> </a:t>
            </a:r>
            <a:r>
              <a:rPr sz="1200" dirty="0">
                <a:latin typeface="Times New Roman"/>
                <a:cs typeface="Times New Roman"/>
              </a:rPr>
              <a:t>security </a:t>
            </a:r>
            <a:r>
              <a:rPr sz="1200" spc="-5" dirty="0">
                <a:latin typeface="Times New Roman"/>
                <a:cs typeface="Times New Roman"/>
              </a:rPr>
              <a:t>and </a:t>
            </a:r>
            <a:r>
              <a:rPr sz="1200" spc="-285" dirty="0">
                <a:latin typeface="Times New Roman"/>
                <a:cs typeface="Times New Roman"/>
              </a:rPr>
              <a:t> </a:t>
            </a:r>
            <a:r>
              <a:rPr sz="1200" spc="-5" dirty="0">
                <a:latin typeface="Times New Roman"/>
                <a:cs typeface="Times New Roman"/>
              </a:rPr>
              <a:t>emerging technologies</a:t>
            </a:r>
            <a:r>
              <a:rPr sz="1200" spc="10" dirty="0">
                <a:latin typeface="Times New Roman"/>
                <a:cs typeface="Times New Roman"/>
              </a:rPr>
              <a:t> </a:t>
            </a:r>
            <a:r>
              <a:rPr sz="1200" dirty="0">
                <a:latin typeface="Times New Roman"/>
                <a:cs typeface="Times New Roman"/>
              </a:rPr>
              <a:t>like</a:t>
            </a:r>
            <a:r>
              <a:rPr sz="1200" spc="-70" dirty="0">
                <a:latin typeface="Times New Roman"/>
                <a:cs typeface="Times New Roman"/>
              </a:rPr>
              <a:t> </a:t>
            </a:r>
            <a:r>
              <a:rPr sz="1200" spc="-5" dirty="0">
                <a:latin typeface="Times New Roman"/>
                <a:cs typeface="Times New Roman"/>
              </a:rPr>
              <a:t>AR/VR.</a:t>
            </a:r>
            <a:r>
              <a:rPr sz="1200" spc="-15"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usage</a:t>
            </a:r>
            <a:r>
              <a:rPr sz="1200" spc="5" dirty="0">
                <a:latin typeface="Times New Roman"/>
                <a:cs typeface="Times New Roman"/>
              </a:rPr>
              <a:t> </a:t>
            </a:r>
            <a:r>
              <a:rPr sz="1200" spc="-5" dirty="0">
                <a:latin typeface="Times New Roman"/>
                <a:cs typeface="Times New Roman"/>
              </a:rPr>
              <a:t>reflects</a:t>
            </a:r>
            <a:r>
              <a:rPr sz="1200" spc="10" dirty="0">
                <a:latin typeface="Times New Roman"/>
                <a:cs typeface="Times New Roman"/>
              </a:rPr>
              <a:t> </a:t>
            </a:r>
            <a:r>
              <a:rPr sz="1200" spc="-5" dirty="0">
                <a:latin typeface="Times New Roman"/>
                <a:cs typeface="Times New Roman"/>
              </a:rPr>
              <a:t>a</a:t>
            </a:r>
            <a:r>
              <a:rPr sz="1200" spc="15" dirty="0">
                <a:latin typeface="Times New Roman"/>
                <a:cs typeface="Times New Roman"/>
              </a:rPr>
              <a:t> </a:t>
            </a:r>
            <a:r>
              <a:rPr sz="1200" dirty="0">
                <a:latin typeface="Times New Roman"/>
                <a:cs typeface="Times New Roman"/>
              </a:rPr>
              <a:t>blend</a:t>
            </a:r>
            <a:r>
              <a:rPr sz="1200" spc="10" dirty="0">
                <a:latin typeface="Times New Roman"/>
                <a:cs typeface="Times New Roman"/>
              </a:rPr>
              <a:t> </a:t>
            </a:r>
            <a:r>
              <a:rPr sz="1200" spc="-5" dirty="0">
                <a:latin typeface="Times New Roman"/>
                <a:cs typeface="Times New Roman"/>
              </a:rPr>
              <a:t>of</a:t>
            </a:r>
            <a:r>
              <a:rPr sz="1200" spc="10" dirty="0">
                <a:latin typeface="Times New Roman"/>
                <a:cs typeface="Times New Roman"/>
              </a:rPr>
              <a:t> </a:t>
            </a:r>
            <a:r>
              <a:rPr sz="1200" spc="-5" dirty="0">
                <a:latin typeface="Times New Roman"/>
                <a:cs typeface="Times New Roman"/>
              </a:rPr>
              <a:t>professional</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personal</a:t>
            </a:r>
            <a:r>
              <a:rPr sz="1200" spc="10" dirty="0">
                <a:latin typeface="Times New Roman"/>
                <a:cs typeface="Times New Roman"/>
              </a:rPr>
              <a:t> </a:t>
            </a:r>
            <a:r>
              <a:rPr sz="1200" spc="-5" dirty="0">
                <a:latin typeface="Times New Roman"/>
                <a:cs typeface="Times New Roman"/>
              </a:rPr>
              <a:t>needs, </a:t>
            </a:r>
            <a:r>
              <a:rPr sz="1200" dirty="0">
                <a:latin typeface="Times New Roman"/>
                <a:cs typeface="Times New Roman"/>
              </a:rPr>
              <a:t> </a:t>
            </a:r>
            <a:r>
              <a:rPr sz="1200" spc="-5" dirty="0">
                <a:latin typeface="Times New Roman"/>
                <a:cs typeface="Times New Roman"/>
              </a:rPr>
              <a:t>driven</a:t>
            </a:r>
            <a:r>
              <a:rPr sz="1200" dirty="0">
                <a:latin typeface="Times New Roman"/>
                <a:cs typeface="Times New Roman"/>
              </a:rPr>
              <a:t> by</a:t>
            </a:r>
            <a:r>
              <a:rPr sz="1200" spc="-30" dirty="0">
                <a:latin typeface="Times New Roman"/>
                <a:cs typeface="Times New Roman"/>
              </a:rPr>
              <a:t> </a:t>
            </a:r>
            <a:r>
              <a:rPr sz="1200" dirty="0">
                <a:latin typeface="Times New Roman"/>
                <a:cs typeface="Times New Roman"/>
              </a:rPr>
              <a:t>their </a:t>
            </a:r>
            <a:r>
              <a:rPr sz="1200" spc="-5" dirty="0">
                <a:latin typeface="Times New Roman"/>
                <a:cs typeface="Times New Roman"/>
              </a:rPr>
              <a:t>active lifestyle.</a:t>
            </a:r>
            <a:endParaRPr sz="1200" dirty="0">
              <a:latin typeface="Times New Roman"/>
              <a:cs typeface="Times New Roman"/>
            </a:endParaRPr>
          </a:p>
          <a:p>
            <a:pPr marL="12700" marR="12065" indent="189230">
              <a:lnSpc>
                <a:spcPct val="145400"/>
              </a:lnSpc>
              <a:spcBef>
                <a:spcPts val="20"/>
              </a:spcBef>
            </a:pPr>
            <a:r>
              <a:rPr sz="1200" b="1" spc="-5" dirty="0">
                <a:latin typeface="Times New Roman"/>
                <a:cs typeface="Times New Roman"/>
              </a:rPr>
              <a:t>Adults(30-59)</a:t>
            </a:r>
            <a:r>
              <a:rPr sz="1200" b="1" spc="5" dirty="0">
                <a:latin typeface="Times New Roman"/>
                <a:cs typeface="Times New Roman"/>
              </a:rPr>
              <a:t> </a:t>
            </a:r>
            <a:endParaRPr lang="en-US" sz="1200" b="1" spc="5" dirty="0">
              <a:latin typeface="Times New Roman"/>
              <a:cs typeface="Times New Roman"/>
            </a:endParaRPr>
          </a:p>
          <a:p>
            <a:pPr marL="12700" marR="12065" indent="189230">
              <a:lnSpc>
                <a:spcPct val="145400"/>
              </a:lnSpc>
              <a:spcBef>
                <a:spcPts val="20"/>
              </a:spcBef>
            </a:pPr>
            <a:r>
              <a:rPr lang="en-IN" sz="1200" spc="5" dirty="0">
                <a:latin typeface="Times New Roman"/>
                <a:cs typeface="Times New Roman"/>
              </a:rPr>
              <a:t>                          This age people can </a:t>
            </a:r>
            <a:r>
              <a:rPr sz="1200" spc="-5" dirty="0">
                <a:latin typeface="Times New Roman"/>
                <a:cs typeface="Times New Roman"/>
              </a:rPr>
              <a:t>spend</a:t>
            </a:r>
            <a:r>
              <a:rPr sz="1200" spc="5" dirty="0">
                <a:latin typeface="Times New Roman"/>
                <a:cs typeface="Times New Roman"/>
              </a:rPr>
              <a:t> </a:t>
            </a:r>
            <a:r>
              <a:rPr sz="1200" dirty="0">
                <a:latin typeface="Times New Roman"/>
                <a:cs typeface="Times New Roman"/>
              </a:rPr>
              <a:t>3-5</a:t>
            </a:r>
            <a:r>
              <a:rPr sz="1200" spc="5" dirty="0">
                <a:latin typeface="Times New Roman"/>
                <a:cs typeface="Times New Roman"/>
              </a:rPr>
              <a:t> </a:t>
            </a:r>
            <a:r>
              <a:rPr sz="1200" spc="-5" dirty="0">
                <a:latin typeface="Times New Roman"/>
                <a:cs typeface="Times New Roman"/>
              </a:rPr>
              <a:t>hours</a:t>
            </a:r>
            <a:r>
              <a:rPr sz="1200" spc="10" dirty="0">
                <a:latin typeface="Times New Roman"/>
                <a:cs typeface="Times New Roman"/>
              </a:rPr>
              <a:t> </a:t>
            </a:r>
            <a:r>
              <a:rPr sz="1200" dirty="0">
                <a:latin typeface="Times New Roman"/>
                <a:cs typeface="Times New Roman"/>
              </a:rPr>
              <a:t>daily</a:t>
            </a:r>
            <a:r>
              <a:rPr sz="1200" spc="-20"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5" dirty="0">
                <a:latin typeface="Times New Roman"/>
                <a:cs typeface="Times New Roman"/>
              </a:rPr>
              <a:t>their</a:t>
            </a:r>
            <a:r>
              <a:rPr sz="1200" dirty="0">
                <a:latin typeface="Times New Roman"/>
                <a:cs typeface="Times New Roman"/>
              </a:rPr>
              <a:t> </a:t>
            </a:r>
            <a:r>
              <a:rPr sz="1200" spc="-5" dirty="0">
                <a:latin typeface="Times New Roman"/>
                <a:cs typeface="Times New Roman"/>
              </a:rPr>
              <a:t>smartphones,</a:t>
            </a:r>
            <a:r>
              <a:rPr sz="1200" spc="10" dirty="0">
                <a:latin typeface="Times New Roman"/>
                <a:cs typeface="Times New Roman"/>
              </a:rPr>
              <a:t> </a:t>
            </a:r>
            <a:r>
              <a:rPr sz="1200" dirty="0">
                <a:latin typeface="Times New Roman"/>
                <a:cs typeface="Times New Roman"/>
              </a:rPr>
              <a:t>utilizing </a:t>
            </a:r>
            <a:r>
              <a:rPr sz="1200" spc="-5" dirty="0">
                <a:latin typeface="Times New Roman"/>
                <a:cs typeface="Times New Roman"/>
              </a:rPr>
              <a:t>them</a:t>
            </a:r>
            <a:r>
              <a:rPr sz="1200" spc="5" dirty="0">
                <a:latin typeface="Times New Roman"/>
                <a:cs typeface="Times New Roman"/>
              </a:rPr>
              <a:t> </a:t>
            </a:r>
            <a:r>
              <a:rPr sz="1200" spc="-5" dirty="0">
                <a:latin typeface="Times New Roman"/>
                <a:cs typeface="Times New Roman"/>
              </a:rPr>
              <a:t>for</a:t>
            </a:r>
            <a:r>
              <a:rPr sz="1200" spc="5" dirty="0">
                <a:latin typeface="Times New Roman"/>
                <a:cs typeface="Times New Roman"/>
              </a:rPr>
              <a:t> </a:t>
            </a:r>
            <a:r>
              <a:rPr sz="1200" spc="-5" dirty="0">
                <a:latin typeface="Times New Roman"/>
                <a:cs typeface="Times New Roman"/>
              </a:rPr>
              <a:t>communication, </a:t>
            </a:r>
            <a:r>
              <a:rPr sz="1200" dirty="0">
                <a:latin typeface="Times New Roman"/>
                <a:cs typeface="Times New Roman"/>
              </a:rPr>
              <a:t> </a:t>
            </a:r>
            <a:r>
              <a:rPr sz="1200" spc="-5" dirty="0">
                <a:latin typeface="Times New Roman"/>
                <a:cs typeface="Times New Roman"/>
              </a:rPr>
              <a:t>work,</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managing </a:t>
            </a:r>
            <a:r>
              <a:rPr sz="1200" dirty="0">
                <a:latin typeface="Times New Roman"/>
                <a:cs typeface="Times New Roman"/>
              </a:rPr>
              <a:t>daily</a:t>
            </a:r>
            <a:r>
              <a:rPr sz="1200" spc="-5" dirty="0">
                <a:latin typeface="Times New Roman"/>
                <a:cs typeface="Times New Roman"/>
              </a:rPr>
              <a:t> </a:t>
            </a:r>
            <a:r>
              <a:rPr sz="1200" dirty="0">
                <a:latin typeface="Times New Roman"/>
                <a:cs typeface="Times New Roman"/>
              </a:rPr>
              <a:t>activities.</a:t>
            </a:r>
            <a:r>
              <a:rPr sz="1200" spc="-10" dirty="0">
                <a:latin typeface="Times New Roman"/>
                <a:cs typeface="Times New Roman"/>
              </a:rPr>
              <a:t> </a:t>
            </a:r>
            <a:r>
              <a:rPr sz="1200" spc="-5" dirty="0">
                <a:latin typeface="Times New Roman"/>
                <a:cs typeface="Times New Roman"/>
              </a:rPr>
              <a:t>Their</a:t>
            </a:r>
            <a:r>
              <a:rPr sz="1200" spc="5" dirty="0">
                <a:latin typeface="Times New Roman"/>
                <a:cs typeface="Times New Roman"/>
              </a:rPr>
              <a:t> </a:t>
            </a:r>
            <a:r>
              <a:rPr sz="1200" spc="-5" dirty="0">
                <a:latin typeface="Times New Roman"/>
                <a:cs typeface="Times New Roman"/>
              </a:rPr>
              <a:t>focus</a:t>
            </a:r>
            <a:r>
              <a:rPr sz="1200" spc="10" dirty="0">
                <a:latin typeface="Times New Roman"/>
                <a:cs typeface="Times New Roman"/>
              </a:rPr>
              <a:t> </a:t>
            </a:r>
            <a:r>
              <a:rPr sz="1200" spc="5" dirty="0">
                <a:latin typeface="Times New Roman"/>
                <a:cs typeface="Times New Roman"/>
              </a:rPr>
              <a:t>is</a:t>
            </a:r>
            <a:r>
              <a:rPr sz="1200" spc="10" dirty="0">
                <a:latin typeface="Times New Roman"/>
                <a:cs typeface="Times New Roman"/>
              </a:rPr>
              <a:t> </a:t>
            </a:r>
            <a:r>
              <a:rPr sz="1200" spc="-5" dirty="0">
                <a:latin typeface="Times New Roman"/>
                <a:cs typeface="Times New Roman"/>
              </a:rPr>
              <a:t>on</a:t>
            </a:r>
            <a:r>
              <a:rPr sz="1200" spc="5" dirty="0">
                <a:latin typeface="Times New Roman"/>
                <a:cs typeface="Times New Roman"/>
              </a:rPr>
              <a:t> </a:t>
            </a:r>
            <a:r>
              <a:rPr sz="1200" spc="-10" dirty="0">
                <a:latin typeface="Times New Roman"/>
                <a:cs typeface="Times New Roman"/>
              </a:rPr>
              <a:t>productivity,</a:t>
            </a:r>
            <a:r>
              <a:rPr sz="1200" spc="20" dirty="0">
                <a:latin typeface="Times New Roman"/>
                <a:cs typeface="Times New Roman"/>
              </a:rPr>
              <a:t> </a:t>
            </a:r>
            <a:r>
              <a:rPr sz="1200" spc="-5" dirty="0">
                <a:latin typeface="Times New Roman"/>
                <a:cs typeface="Times New Roman"/>
              </a:rPr>
              <a:t>financial</a:t>
            </a:r>
            <a:r>
              <a:rPr sz="1200" spc="5" dirty="0">
                <a:latin typeface="Times New Roman"/>
                <a:cs typeface="Times New Roman"/>
              </a:rPr>
              <a:t> </a:t>
            </a:r>
            <a:r>
              <a:rPr sz="1200" spc="-5" dirty="0">
                <a:latin typeface="Times New Roman"/>
                <a:cs typeface="Times New Roman"/>
              </a:rPr>
              <a:t>management,</a:t>
            </a:r>
            <a:r>
              <a:rPr sz="1200" spc="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digital </a:t>
            </a:r>
            <a:r>
              <a:rPr sz="1200" spc="-285" dirty="0">
                <a:latin typeface="Times New Roman"/>
                <a:cs typeface="Times New Roman"/>
              </a:rPr>
              <a:t> </a:t>
            </a:r>
            <a:r>
              <a:rPr sz="1200" spc="-5" dirty="0">
                <a:latin typeface="Times New Roman"/>
                <a:cs typeface="Times New Roman"/>
              </a:rPr>
              <a:t>wellness,</a:t>
            </a:r>
            <a:r>
              <a:rPr sz="1200" spc="5" dirty="0">
                <a:latin typeface="Times New Roman"/>
                <a:cs typeface="Times New Roman"/>
              </a:rPr>
              <a:t> </a:t>
            </a:r>
            <a:r>
              <a:rPr sz="1200" spc="-5" dirty="0">
                <a:latin typeface="Times New Roman"/>
                <a:cs typeface="Times New Roman"/>
              </a:rPr>
              <a:t>with</a:t>
            </a:r>
            <a:r>
              <a:rPr sz="1200" spc="10" dirty="0">
                <a:latin typeface="Times New Roman"/>
                <a:cs typeface="Times New Roman"/>
              </a:rPr>
              <a:t> </a:t>
            </a:r>
            <a:r>
              <a:rPr sz="1200" spc="-5" dirty="0">
                <a:latin typeface="Times New Roman"/>
                <a:cs typeface="Times New Roman"/>
              </a:rPr>
              <a:t>an</a:t>
            </a:r>
            <a:r>
              <a:rPr sz="1200" spc="5" dirty="0">
                <a:latin typeface="Times New Roman"/>
                <a:cs typeface="Times New Roman"/>
              </a:rPr>
              <a:t> </a:t>
            </a:r>
            <a:r>
              <a:rPr sz="1200" spc="-5" dirty="0">
                <a:latin typeface="Times New Roman"/>
                <a:cs typeface="Times New Roman"/>
              </a:rPr>
              <a:t>increasing integration</a:t>
            </a:r>
            <a:r>
              <a:rPr sz="1200" spc="10" dirty="0">
                <a:latin typeface="Times New Roman"/>
                <a:cs typeface="Times New Roman"/>
              </a:rPr>
              <a:t> </a:t>
            </a:r>
            <a:r>
              <a:rPr sz="1200" spc="-5" dirty="0">
                <a:latin typeface="Times New Roman"/>
                <a:cs typeface="Times New Roman"/>
              </a:rPr>
              <a:t>of</a:t>
            </a:r>
            <a:r>
              <a:rPr sz="1200" spc="5" dirty="0">
                <a:latin typeface="Times New Roman"/>
                <a:cs typeface="Times New Roman"/>
              </a:rPr>
              <a:t> </a:t>
            </a:r>
            <a:r>
              <a:rPr sz="1200" dirty="0">
                <a:latin typeface="Times New Roman"/>
                <a:cs typeface="Times New Roman"/>
              </a:rPr>
              <a:t>smart</a:t>
            </a:r>
            <a:r>
              <a:rPr sz="1200" spc="10" dirty="0">
                <a:latin typeface="Times New Roman"/>
                <a:cs typeface="Times New Roman"/>
              </a:rPr>
              <a:t> </a:t>
            </a:r>
            <a:r>
              <a:rPr sz="1200" dirty="0">
                <a:latin typeface="Times New Roman"/>
                <a:cs typeface="Times New Roman"/>
              </a:rPr>
              <a:t>home</a:t>
            </a:r>
            <a:r>
              <a:rPr sz="1200" spc="5" dirty="0">
                <a:latin typeface="Times New Roman"/>
                <a:cs typeface="Times New Roman"/>
              </a:rPr>
              <a:t> </a:t>
            </a:r>
            <a:r>
              <a:rPr sz="1200" spc="-5" dirty="0">
                <a:latin typeface="Times New Roman"/>
                <a:cs typeface="Times New Roman"/>
              </a:rPr>
              <a:t>devices</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health</a:t>
            </a:r>
            <a:r>
              <a:rPr sz="1200" spc="10" dirty="0">
                <a:latin typeface="Times New Roman"/>
                <a:cs typeface="Times New Roman"/>
              </a:rPr>
              <a:t> </a:t>
            </a:r>
            <a:r>
              <a:rPr sz="1200" spc="-5" dirty="0">
                <a:latin typeface="Times New Roman"/>
                <a:cs typeface="Times New Roman"/>
              </a:rPr>
              <a:t>apps</a:t>
            </a:r>
            <a:r>
              <a:rPr sz="1200" spc="5" dirty="0">
                <a:latin typeface="Times New Roman"/>
                <a:cs typeface="Times New Roman"/>
              </a:rPr>
              <a:t> </a:t>
            </a:r>
            <a:r>
              <a:rPr sz="1200" spc="-5" dirty="0">
                <a:latin typeface="Times New Roman"/>
                <a:cs typeface="Times New Roman"/>
              </a:rPr>
              <a:t>into</a:t>
            </a:r>
            <a:r>
              <a:rPr sz="1200" spc="15"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spc="-5" dirty="0">
                <a:latin typeface="Times New Roman"/>
                <a:cs typeface="Times New Roman"/>
              </a:rPr>
              <a:t>routines.</a:t>
            </a:r>
            <a:endParaRPr sz="1200" dirty="0">
              <a:latin typeface="Times New Roman"/>
              <a:cs typeface="Times New Roman"/>
            </a:endParaRPr>
          </a:p>
          <a:p>
            <a:pPr marL="12700" marR="317500" indent="189230">
              <a:lnSpc>
                <a:spcPct val="145400"/>
              </a:lnSpc>
              <a:spcBef>
                <a:spcPts val="20"/>
              </a:spcBef>
            </a:pPr>
            <a:r>
              <a:rPr sz="1200" b="1" spc="-5" dirty="0">
                <a:latin typeface="Times New Roman"/>
                <a:cs typeface="Times New Roman"/>
              </a:rPr>
              <a:t>Senior</a:t>
            </a:r>
            <a:r>
              <a:rPr sz="1200" b="1" spc="-20" dirty="0">
                <a:latin typeface="Times New Roman"/>
                <a:cs typeface="Times New Roman"/>
              </a:rPr>
              <a:t> </a:t>
            </a:r>
            <a:r>
              <a:rPr sz="1200" b="1" spc="-5" dirty="0">
                <a:latin typeface="Times New Roman"/>
                <a:cs typeface="Times New Roman"/>
              </a:rPr>
              <a:t>Citizens(60+)</a:t>
            </a:r>
            <a:r>
              <a:rPr lang="en-US" sz="1200" b="1" spc="15" dirty="0">
                <a:latin typeface="Times New Roman"/>
                <a:cs typeface="Times New Roman"/>
              </a:rPr>
              <a:t> </a:t>
            </a:r>
          </a:p>
          <a:p>
            <a:pPr marL="12700" marR="317500" indent="189230">
              <a:lnSpc>
                <a:spcPct val="145400"/>
              </a:lnSpc>
              <a:spcBef>
                <a:spcPts val="20"/>
              </a:spcBef>
            </a:pPr>
            <a:r>
              <a:rPr lang="en-US" sz="1200" spc="15" dirty="0">
                <a:latin typeface="Times New Roman"/>
                <a:cs typeface="Times New Roman"/>
              </a:rPr>
              <a:t>                     This age people can </a:t>
            </a:r>
            <a:r>
              <a:rPr sz="1200" dirty="0">
                <a:latin typeface="Times New Roman"/>
                <a:cs typeface="Times New Roman"/>
              </a:rPr>
              <a:t>use</a:t>
            </a:r>
            <a:r>
              <a:rPr sz="1200" spc="5" dirty="0">
                <a:latin typeface="Times New Roman"/>
                <a:cs typeface="Times New Roman"/>
              </a:rPr>
              <a:t> </a:t>
            </a:r>
            <a:r>
              <a:rPr sz="1200" spc="-5" dirty="0">
                <a:latin typeface="Times New Roman"/>
                <a:cs typeface="Times New Roman"/>
              </a:rPr>
              <a:t>their</a:t>
            </a:r>
            <a:r>
              <a:rPr sz="1200" spc="-70" dirty="0">
                <a:latin typeface="Times New Roman"/>
                <a:cs typeface="Times New Roman"/>
              </a:rPr>
              <a:t> </a:t>
            </a:r>
            <a:r>
              <a:rPr sz="1200" spc="-5" dirty="0">
                <a:latin typeface="Times New Roman"/>
                <a:cs typeface="Times New Roman"/>
              </a:rPr>
              <a:t>Android</a:t>
            </a:r>
            <a:r>
              <a:rPr sz="1200" spc="10" dirty="0">
                <a:latin typeface="Times New Roman"/>
                <a:cs typeface="Times New Roman"/>
              </a:rPr>
              <a:t> </a:t>
            </a:r>
            <a:r>
              <a:rPr sz="1200" spc="-5" dirty="0">
                <a:latin typeface="Times New Roman"/>
                <a:cs typeface="Times New Roman"/>
              </a:rPr>
              <a:t>phones</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 dirty="0">
                <a:latin typeface="Times New Roman"/>
                <a:cs typeface="Times New Roman"/>
              </a:rPr>
              <a:t>communication</a:t>
            </a:r>
            <a:r>
              <a:rPr sz="1200" spc="1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health</a:t>
            </a:r>
            <a:r>
              <a:rPr sz="1200" spc="10" dirty="0">
                <a:latin typeface="Times New Roman"/>
                <a:cs typeface="Times New Roman"/>
              </a:rPr>
              <a:t> </a:t>
            </a:r>
            <a:r>
              <a:rPr sz="1200" spc="-5" dirty="0">
                <a:latin typeface="Times New Roman"/>
                <a:cs typeface="Times New Roman"/>
              </a:rPr>
              <a:t>management, </a:t>
            </a:r>
            <a:r>
              <a:rPr sz="1200" dirty="0">
                <a:latin typeface="Times New Roman"/>
                <a:cs typeface="Times New Roman"/>
              </a:rPr>
              <a:t> </a:t>
            </a:r>
            <a:r>
              <a:rPr sz="1200" spc="-5" dirty="0">
                <a:latin typeface="Times New Roman"/>
                <a:cs typeface="Times New Roman"/>
              </a:rPr>
              <a:t>averaging </a:t>
            </a:r>
            <a:r>
              <a:rPr sz="1200" dirty="0">
                <a:latin typeface="Times New Roman"/>
                <a:cs typeface="Times New Roman"/>
              </a:rPr>
              <a:t>1-3</a:t>
            </a:r>
            <a:r>
              <a:rPr sz="1200" spc="5" dirty="0">
                <a:latin typeface="Times New Roman"/>
                <a:cs typeface="Times New Roman"/>
              </a:rPr>
              <a:t> </a:t>
            </a:r>
            <a:r>
              <a:rPr sz="1200" spc="-5" dirty="0">
                <a:latin typeface="Times New Roman"/>
                <a:cs typeface="Times New Roman"/>
              </a:rPr>
              <a:t>hours</a:t>
            </a:r>
            <a:r>
              <a:rPr sz="1200" spc="10" dirty="0">
                <a:latin typeface="Times New Roman"/>
                <a:cs typeface="Times New Roman"/>
              </a:rPr>
              <a:t> </a:t>
            </a:r>
            <a:r>
              <a:rPr sz="1200" spc="-15" dirty="0">
                <a:latin typeface="Times New Roman"/>
                <a:cs typeface="Times New Roman"/>
              </a:rPr>
              <a:t>daily. </a:t>
            </a:r>
            <a:r>
              <a:rPr sz="1200" dirty="0">
                <a:latin typeface="Times New Roman"/>
                <a:cs typeface="Times New Roman"/>
              </a:rPr>
              <a:t>They</a:t>
            </a:r>
            <a:r>
              <a:rPr sz="1200" spc="-15" dirty="0">
                <a:latin typeface="Times New Roman"/>
                <a:cs typeface="Times New Roman"/>
              </a:rPr>
              <a:t> </a:t>
            </a:r>
            <a:r>
              <a:rPr sz="1200" spc="-5" dirty="0">
                <a:latin typeface="Times New Roman"/>
                <a:cs typeface="Times New Roman"/>
              </a:rPr>
              <a:t>prefer</a:t>
            </a:r>
            <a:r>
              <a:rPr sz="1200" spc="5" dirty="0">
                <a:latin typeface="Times New Roman"/>
                <a:cs typeface="Times New Roman"/>
              </a:rPr>
              <a:t> </a:t>
            </a:r>
            <a:r>
              <a:rPr sz="1200" dirty="0">
                <a:latin typeface="Times New Roman"/>
                <a:cs typeface="Times New Roman"/>
              </a:rPr>
              <a:t>simple</a:t>
            </a:r>
            <a:r>
              <a:rPr sz="1200" spc="5" dirty="0">
                <a:latin typeface="Times New Roman"/>
                <a:cs typeface="Times New Roman"/>
              </a:rPr>
              <a:t> </a:t>
            </a:r>
            <a:r>
              <a:rPr sz="1200" spc="-5" dirty="0">
                <a:latin typeface="Times New Roman"/>
                <a:cs typeface="Times New Roman"/>
              </a:rPr>
              <a:t>interfaces</a:t>
            </a:r>
            <a:r>
              <a:rPr sz="1200" spc="15"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dirty="0">
                <a:latin typeface="Times New Roman"/>
                <a:cs typeface="Times New Roman"/>
              </a:rPr>
              <a:t>safety</a:t>
            </a:r>
            <a:r>
              <a:rPr sz="1200" spc="-15" dirty="0">
                <a:latin typeface="Times New Roman"/>
                <a:cs typeface="Times New Roman"/>
              </a:rPr>
              <a:t> </a:t>
            </a:r>
            <a:r>
              <a:rPr sz="1200" spc="-5" dirty="0">
                <a:latin typeface="Times New Roman"/>
                <a:cs typeface="Times New Roman"/>
              </a:rPr>
              <a:t>features,</a:t>
            </a:r>
            <a:r>
              <a:rPr sz="1200" spc="20" dirty="0">
                <a:latin typeface="Times New Roman"/>
                <a:cs typeface="Times New Roman"/>
              </a:rPr>
              <a:t> </a:t>
            </a:r>
            <a:r>
              <a:rPr sz="1200" spc="-5" dirty="0">
                <a:latin typeface="Times New Roman"/>
                <a:cs typeface="Times New Roman"/>
              </a:rPr>
              <a:t>and</a:t>
            </a:r>
            <a:r>
              <a:rPr sz="1200" spc="10" dirty="0">
                <a:latin typeface="Times New Roman"/>
                <a:cs typeface="Times New Roman"/>
              </a:rPr>
              <a:t> </a:t>
            </a:r>
            <a:r>
              <a:rPr sz="1200" spc="-5" dirty="0">
                <a:latin typeface="Times New Roman"/>
                <a:cs typeface="Times New Roman"/>
              </a:rPr>
              <a:t>are</a:t>
            </a:r>
            <a:r>
              <a:rPr sz="1200" dirty="0">
                <a:latin typeface="Times New Roman"/>
                <a:cs typeface="Times New Roman"/>
              </a:rPr>
              <a:t> increasingly </a:t>
            </a:r>
            <a:r>
              <a:rPr sz="1200" spc="-285" dirty="0">
                <a:latin typeface="Times New Roman"/>
                <a:cs typeface="Times New Roman"/>
              </a:rPr>
              <a:t> </a:t>
            </a:r>
            <a:r>
              <a:rPr sz="1200" spc="-5" dirty="0">
                <a:latin typeface="Times New Roman"/>
                <a:cs typeface="Times New Roman"/>
              </a:rPr>
              <a:t>adopting </a:t>
            </a:r>
            <a:r>
              <a:rPr sz="1200" dirty="0">
                <a:latin typeface="Times New Roman"/>
                <a:cs typeface="Times New Roman"/>
              </a:rPr>
              <a:t>voice </a:t>
            </a:r>
            <a:r>
              <a:rPr sz="1200" spc="-5" dirty="0">
                <a:latin typeface="Times New Roman"/>
                <a:cs typeface="Times New Roman"/>
              </a:rPr>
              <a:t>assistants</a:t>
            </a:r>
            <a:r>
              <a:rPr sz="1200" spc="1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spc="-5" dirty="0">
                <a:latin typeface="Times New Roman"/>
                <a:cs typeface="Times New Roman"/>
              </a:rPr>
              <a:t>telehealth</a:t>
            </a:r>
            <a:r>
              <a:rPr sz="1200" spc="10" dirty="0">
                <a:latin typeface="Times New Roman"/>
                <a:cs typeface="Times New Roman"/>
              </a:rPr>
              <a:t> </a:t>
            </a:r>
            <a:r>
              <a:rPr sz="1200" spc="-5" dirty="0">
                <a:latin typeface="Times New Roman"/>
                <a:cs typeface="Times New Roman"/>
              </a:rPr>
              <a:t>services</a:t>
            </a:r>
            <a:r>
              <a:rPr sz="1200" spc="5" dirty="0">
                <a:latin typeface="Times New Roman"/>
                <a:cs typeface="Times New Roman"/>
              </a:rPr>
              <a:t> </a:t>
            </a:r>
            <a:r>
              <a:rPr sz="1200" spc="-5" dirty="0">
                <a:latin typeface="Times New Roman"/>
                <a:cs typeface="Times New Roman"/>
              </a:rPr>
              <a:t>to</a:t>
            </a:r>
            <a:r>
              <a:rPr sz="1200" spc="25" dirty="0">
                <a:latin typeface="Times New Roman"/>
                <a:cs typeface="Times New Roman"/>
              </a:rPr>
              <a:t> </a:t>
            </a:r>
            <a:r>
              <a:rPr sz="1200" spc="-5" dirty="0">
                <a:latin typeface="Times New Roman"/>
                <a:cs typeface="Times New Roman"/>
              </a:rPr>
              <a:t>enhance</a:t>
            </a:r>
            <a:r>
              <a:rPr sz="1200" dirty="0">
                <a:latin typeface="Times New Roman"/>
                <a:cs typeface="Times New Roman"/>
              </a:rPr>
              <a:t> </a:t>
            </a:r>
            <a:r>
              <a:rPr sz="1200" spc="-5" dirty="0">
                <a:latin typeface="Times New Roman"/>
                <a:cs typeface="Times New Roman"/>
              </a:rPr>
              <a:t>their</a:t>
            </a:r>
            <a:r>
              <a:rPr sz="1200" spc="10" dirty="0">
                <a:latin typeface="Times New Roman"/>
                <a:cs typeface="Times New Roman"/>
              </a:rPr>
              <a:t> </a:t>
            </a:r>
            <a:r>
              <a:rPr sz="1200" dirty="0">
                <a:latin typeface="Times New Roman"/>
                <a:cs typeface="Times New Roman"/>
              </a:rPr>
              <a:t>connectivity</a:t>
            </a:r>
            <a:r>
              <a:rPr sz="1200" spc="-20" dirty="0">
                <a:latin typeface="Times New Roman"/>
                <a:cs typeface="Times New Roman"/>
              </a:rPr>
              <a:t> </a:t>
            </a:r>
            <a:r>
              <a:rPr sz="1200" spc="-5" dirty="0">
                <a:latin typeface="Times New Roman"/>
                <a:cs typeface="Times New Roman"/>
              </a:rPr>
              <a:t>and</a:t>
            </a:r>
            <a:r>
              <a:rPr sz="1200" spc="5" dirty="0">
                <a:latin typeface="Times New Roman"/>
                <a:cs typeface="Times New Roman"/>
              </a:rPr>
              <a:t> </a:t>
            </a:r>
            <a:r>
              <a:rPr sz="1200" dirty="0">
                <a:latin typeface="Times New Roman"/>
                <a:cs typeface="Times New Roman"/>
              </a:rPr>
              <a:t>well-being.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TextBox 4">
            <a:extLst>
              <a:ext uri="{FF2B5EF4-FFF2-40B4-BE49-F238E27FC236}">
                <a16:creationId xmlns:a16="http://schemas.microsoft.com/office/drawing/2014/main" id="{86737CF2-F896-5041-E20E-CEB866C79178}"/>
              </a:ext>
            </a:extLst>
          </p:cNvPr>
          <p:cNvSpPr txBox="1"/>
          <p:nvPr/>
        </p:nvSpPr>
        <p:spPr>
          <a:xfrm>
            <a:off x="3771739" y="9735580"/>
            <a:ext cx="415498"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29</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3" name="object 3"/>
          <p:cNvSpPr txBox="1"/>
          <p:nvPr/>
        </p:nvSpPr>
        <p:spPr>
          <a:xfrm>
            <a:off x="537376" y="1238250"/>
            <a:ext cx="7010400" cy="7174143"/>
          </a:xfrm>
          <a:prstGeom prst="rect">
            <a:avLst/>
          </a:prstGeom>
        </p:spPr>
        <p:txBody>
          <a:bodyPr vert="horz" wrap="square" lIns="0" tIns="12700" rIns="0" bIns="0" rtlCol="0">
            <a:spAutoFit/>
          </a:bodyPr>
          <a:lstStyle/>
          <a:p>
            <a:pPr marL="22860" algn="ctr">
              <a:lnSpc>
                <a:spcPct val="100000"/>
              </a:lnSpc>
              <a:spcBef>
                <a:spcPts val="100"/>
              </a:spcBef>
            </a:pPr>
            <a:endParaRPr lang="en-US" sz="1400" b="1" dirty="0">
              <a:latin typeface="Times New Roman"/>
              <a:cs typeface="Times New Roman"/>
            </a:endParaRPr>
          </a:p>
          <a:p>
            <a:pPr marL="22860" algn="ctr">
              <a:lnSpc>
                <a:spcPct val="100000"/>
              </a:lnSpc>
              <a:spcBef>
                <a:spcPts val="100"/>
              </a:spcBef>
            </a:pPr>
            <a:endParaRPr lang="en-IN" sz="1400" b="1" dirty="0">
              <a:latin typeface="Times New Roman"/>
              <a:cs typeface="Times New Roman"/>
            </a:endParaRPr>
          </a:p>
          <a:p>
            <a:pPr marL="22860" algn="ctr">
              <a:lnSpc>
                <a:spcPct val="100000"/>
              </a:lnSpc>
              <a:spcBef>
                <a:spcPts val="100"/>
              </a:spcBef>
            </a:pPr>
            <a:r>
              <a:rPr sz="1400" b="1" dirty="0">
                <a:latin typeface="Times New Roman"/>
                <a:cs typeface="Times New Roman"/>
              </a:rPr>
              <a:t>CHAPTER 6:</a:t>
            </a:r>
            <a:r>
              <a:rPr sz="1400" b="1" spc="-35" dirty="0">
                <a:latin typeface="Times New Roman"/>
                <a:cs typeface="Times New Roman"/>
              </a:rPr>
              <a:t> </a:t>
            </a:r>
            <a:r>
              <a:rPr sz="1400" b="1" spc="-5" dirty="0">
                <a:latin typeface="Times New Roman"/>
                <a:cs typeface="Times New Roman"/>
              </a:rPr>
              <a:t>Recommendations</a:t>
            </a:r>
            <a:r>
              <a:rPr sz="1400" b="1" spc="5" dirty="0">
                <a:latin typeface="Times New Roman"/>
                <a:cs typeface="Times New Roman"/>
              </a:rPr>
              <a:t> </a:t>
            </a:r>
            <a:r>
              <a:rPr sz="1400" b="1" spc="-5" dirty="0">
                <a:latin typeface="Times New Roman"/>
                <a:cs typeface="Times New Roman"/>
              </a:rPr>
              <a:t>and</a:t>
            </a:r>
            <a:r>
              <a:rPr sz="1400" b="1" spc="15" dirty="0">
                <a:latin typeface="Times New Roman"/>
                <a:cs typeface="Times New Roman"/>
              </a:rPr>
              <a:t> </a:t>
            </a:r>
            <a:r>
              <a:rPr sz="1400" b="1" spc="-5" dirty="0">
                <a:latin typeface="Times New Roman"/>
                <a:cs typeface="Times New Roman"/>
              </a:rPr>
              <a:t>Conclusions</a:t>
            </a:r>
            <a:r>
              <a:rPr sz="1400" b="1" spc="5" dirty="0">
                <a:latin typeface="Times New Roman"/>
                <a:cs typeface="Times New Roman"/>
              </a:rPr>
              <a:t> </a:t>
            </a:r>
            <a:r>
              <a:rPr sz="1400" b="1" spc="-10" dirty="0">
                <a:latin typeface="Times New Roman"/>
                <a:cs typeface="Times New Roman"/>
              </a:rPr>
              <a:t>of</a:t>
            </a:r>
            <a:r>
              <a:rPr sz="1400" b="1" spc="15" dirty="0">
                <a:latin typeface="Times New Roman"/>
                <a:cs typeface="Times New Roman"/>
              </a:rPr>
              <a:t> </a:t>
            </a:r>
            <a:r>
              <a:rPr sz="1400" b="1" spc="-5" dirty="0">
                <a:latin typeface="Times New Roman"/>
                <a:cs typeface="Times New Roman"/>
              </a:rPr>
              <a:t>the</a:t>
            </a:r>
            <a:r>
              <a:rPr sz="1400" b="1" dirty="0">
                <a:latin typeface="Times New Roman"/>
                <a:cs typeface="Times New Roman"/>
              </a:rPr>
              <a:t> </a:t>
            </a:r>
            <a:r>
              <a:rPr sz="1400" b="1" spc="-5" dirty="0">
                <a:latin typeface="Times New Roman"/>
                <a:cs typeface="Times New Roman"/>
              </a:rPr>
              <a:t>Mini</a:t>
            </a:r>
            <a:r>
              <a:rPr sz="1400" b="1" spc="10" dirty="0">
                <a:latin typeface="Times New Roman"/>
                <a:cs typeface="Times New Roman"/>
              </a:rPr>
              <a:t> </a:t>
            </a:r>
            <a:r>
              <a:rPr sz="1400" b="1" spc="-10" dirty="0">
                <a:latin typeface="Times New Roman"/>
                <a:cs typeface="Times New Roman"/>
              </a:rPr>
              <a:t>Project</a:t>
            </a:r>
            <a:endParaRPr sz="1400" dirty="0">
              <a:latin typeface="Times New Roman"/>
              <a:cs typeface="Times New Roman"/>
            </a:endParaRPr>
          </a:p>
          <a:p>
            <a:pPr>
              <a:lnSpc>
                <a:spcPct val="100000"/>
              </a:lnSpc>
              <a:spcBef>
                <a:spcPts val="45"/>
              </a:spcBef>
            </a:pPr>
            <a:endParaRPr sz="1250" dirty="0">
              <a:latin typeface="Times New Roman"/>
              <a:cs typeface="Times New Roman"/>
            </a:endParaRPr>
          </a:p>
          <a:p>
            <a:pPr marL="18415" marR="861060" indent="-6350">
              <a:lnSpc>
                <a:spcPct val="103299"/>
              </a:lnSpc>
            </a:pPr>
            <a:endParaRPr lang="en-US" sz="1200" spc="-45" dirty="0">
              <a:latin typeface="Times New Roman"/>
              <a:cs typeface="Times New Roman"/>
            </a:endParaRPr>
          </a:p>
          <a:p>
            <a:pPr marL="18415" marR="861060" indent="-6350">
              <a:lnSpc>
                <a:spcPct val="103299"/>
              </a:lnSpc>
            </a:pPr>
            <a:r>
              <a:rPr lang="en-IN" sz="1200" spc="-45" dirty="0">
                <a:latin typeface="Times New Roman"/>
                <a:cs typeface="Times New Roman"/>
              </a:rPr>
              <a:t>   </a:t>
            </a:r>
            <a:r>
              <a:rPr lang="en-IN" sz="1400" spc="-45" dirty="0">
                <a:latin typeface="Times New Roman"/>
                <a:cs typeface="Times New Roman"/>
              </a:rPr>
              <a:t>* Keep distance – Hold the cell phone away from body to the extent possible.</a:t>
            </a:r>
          </a:p>
          <a:p>
            <a:pPr marL="18415" marR="861060" indent="-6350">
              <a:lnSpc>
                <a:spcPct val="103299"/>
              </a:lnSpc>
            </a:pPr>
            <a:endParaRPr lang="en-IN" sz="1400" spc="-45" dirty="0">
              <a:latin typeface="Times New Roman"/>
              <a:cs typeface="Times New Roman"/>
            </a:endParaRPr>
          </a:p>
          <a:p>
            <a:pPr marL="18415" marR="861060" indent="-6350">
              <a:lnSpc>
                <a:spcPct val="103299"/>
              </a:lnSpc>
            </a:pPr>
            <a:r>
              <a:rPr lang="en-IN" sz="1400" spc="-45" dirty="0">
                <a:latin typeface="Times New Roman"/>
                <a:cs typeface="Times New Roman"/>
              </a:rPr>
              <a:t>   * Use a headset (wired or Bluetooth) to keep the handset away from the head.</a:t>
            </a:r>
          </a:p>
          <a:p>
            <a:pPr marL="18415" marR="861060" indent="-6350">
              <a:lnSpc>
                <a:spcPct val="103299"/>
              </a:lnSpc>
            </a:pPr>
            <a:endParaRPr lang="en-IN" sz="1400" spc="-45" dirty="0">
              <a:latin typeface="Times New Roman"/>
              <a:cs typeface="Times New Roman"/>
            </a:endParaRPr>
          </a:p>
          <a:p>
            <a:pPr marL="18415" marR="861060" indent="-6350">
              <a:lnSpc>
                <a:spcPct val="103299"/>
              </a:lnSpc>
            </a:pPr>
            <a:r>
              <a:rPr lang="en-IN" sz="1400" spc="-45" dirty="0">
                <a:latin typeface="Times New Roman"/>
                <a:cs typeface="Times New Roman"/>
              </a:rPr>
              <a:t>   * Don’t  press the phone handset against your head. Radio Frequency (RF) energy is </a:t>
            </a:r>
          </a:p>
          <a:p>
            <a:pPr marL="18415" marR="861060" indent="-6350">
              <a:lnSpc>
                <a:spcPct val="103299"/>
              </a:lnSpc>
            </a:pPr>
            <a:r>
              <a:rPr lang="en-IN" sz="1400" spc="-45" dirty="0">
                <a:latin typeface="Times New Roman"/>
                <a:cs typeface="Times New Roman"/>
              </a:rPr>
              <a:t>      </a:t>
            </a:r>
            <a:r>
              <a:rPr lang="en-IN" sz="1400" spc="-45" dirty="0" err="1">
                <a:latin typeface="Times New Roman"/>
                <a:cs typeface="Times New Roman"/>
              </a:rPr>
              <a:t>inversly</a:t>
            </a:r>
            <a:r>
              <a:rPr lang="en-IN" sz="1400" spc="-45" dirty="0">
                <a:latin typeface="Times New Roman"/>
                <a:cs typeface="Times New Roman"/>
              </a:rPr>
              <a:t> </a:t>
            </a:r>
            <a:r>
              <a:rPr lang="en-IN" sz="1400" spc="-45" dirty="0" err="1">
                <a:latin typeface="Times New Roman"/>
                <a:cs typeface="Times New Roman"/>
              </a:rPr>
              <a:t>propotional</a:t>
            </a:r>
            <a:r>
              <a:rPr lang="en-IN" sz="1400" spc="-45" dirty="0">
                <a:latin typeface="Times New Roman"/>
                <a:cs typeface="Times New Roman"/>
              </a:rPr>
              <a:t> to the square of the distance from the source.</a:t>
            </a:r>
          </a:p>
          <a:p>
            <a:pPr marL="18415" marR="861060" indent="-6350">
              <a:lnSpc>
                <a:spcPct val="103299"/>
              </a:lnSpc>
            </a:pPr>
            <a:r>
              <a:rPr lang="en-IN" sz="1400" spc="-45" dirty="0">
                <a:latin typeface="Times New Roman"/>
                <a:cs typeface="Times New Roman"/>
              </a:rPr>
              <a:t> </a:t>
            </a:r>
          </a:p>
          <a:p>
            <a:pPr marL="18415" marR="861060" indent="-6350">
              <a:lnSpc>
                <a:spcPct val="103299"/>
              </a:lnSpc>
            </a:pPr>
            <a:r>
              <a:rPr lang="en-IN" sz="1400" spc="-45" dirty="0">
                <a:latin typeface="Times New Roman"/>
                <a:cs typeface="Times New Roman"/>
              </a:rPr>
              <a:t>   * Limit the length of the mobiles.</a:t>
            </a:r>
          </a:p>
          <a:p>
            <a:pPr marL="18415" marR="861060" indent="-6350">
              <a:lnSpc>
                <a:spcPct val="103299"/>
              </a:lnSpc>
            </a:pPr>
            <a:endParaRPr lang="en-IN" sz="1400" spc="-45" dirty="0">
              <a:latin typeface="Times New Roman"/>
              <a:cs typeface="Times New Roman"/>
            </a:endParaRPr>
          </a:p>
          <a:p>
            <a:pPr marL="18415" marR="861060" indent="-6350">
              <a:lnSpc>
                <a:spcPct val="103299"/>
              </a:lnSpc>
            </a:pPr>
            <a:r>
              <a:rPr lang="en-IN" sz="1400" spc="-45" dirty="0">
                <a:latin typeface="Times New Roman"/>
                <a:cs typeface="Times New Roman"/>
              </a:rPr>
              <a:t>   * Use text as compared to voice whenever possible.</a:t>
            </a:r>
          </a:p>
          <a:p>
            <a:pPr marL="18415" marR="861060" indent="-6350">
              <a:lnSpc>
                <a:spcPct val="103299"/>
              </a:lnSpc>
            </a:pPr>
            <a:endParaRPr lang="en-IN" sz="1400" spc="-45" dirty="0">
              <a:latin typeface="Times New Roman"/>
              <a:cs typeface="Times New Roman"/>
            </a:endParaRPr>
          </a:p>
          <a:p>
            <a:pPr marL="18415" marR="861060" indent="-6350">
              <a:lnSpc>
                <a:spcPct val="103299"/>
              </a:lnSpc>
            </a:pPr>
            <a:r>
              <a:rPr lang="en-IN" sz="1400" spc="-45" dirty="0">
                <a:latin typeface="Times New Roman"/>
                <a:cs typeface="Times New Roman"/>
              </a:rPr>
              <a:t>   * When your  phone is ON , don’t carry it in chest </a:t>
            </a:r>
            <a:r>
              <a:rPr lang="en-IN" sz="1400" b="1" spc="-45" dirty="0">
                <a:latin typeface="Times New Roman"/>
                <a:cs typeface="Times New Roman"/>
              </a:rPr>
              <a:t>/ </a:t>
            </a:r>
            <a:r>
              <a:rPr lang="en-IN" sz="1400" spc="-45" dirty="0" err="1">
                <a:latin typeface="Times New Roman"/>
                <a:cs typeface="Times New Roman"/>
              </a:rPr>
              <a:t>breadst</a:t>
            </a:r>
            <a:r>
              <a:rPr lang="en-IN" sz="1400" spc="-45" dirty="0">
                <a:latin typeface="Times New Roman"/>
                <a:cs typeface="Times New Roman"/>
              </a:rPr>
              <a:t> or pants pocket  when a mobile</a:t>
            </a:r>
          </a:p>
          <a:p>
            <a:pPr marL="18415" marR="861060" indent="-6350">
              <a:lnSpc>
                <a:spcPct val="103299"/>
              </a:lnSpc>
            </a:pPr>
            <a:r>
              <a:rPr lang="en-IN" sz="1400" spc="-45" dirty="0">
                <a:latin typeface="Times New Roman"/>
                <a:cs typeface="Times New Roman"/>
              </a:rPr>
              <a:t>       is ON, it  automatically transmit at high power.</a:t>
            </a:r>
          </a:p>
          <a:p>
            <a:pPr marL="18415" marR="861060" indent="-6350">
              <a:lnSpc>
                <a:spcPct val="103299"/>
              </a:lnSpc>
            </a:pPr>
            <a:endParaRPr lang="en-IN" sz="1400" spc="-45" dirty="0">
              <a:latin typeface="Times New Roman"/>
              <a:cs typeface="Times New Roman"/>
            </a:endParaRPr>
          </a:p>
          <a:p>
            <a:pPr marL="18415" marR="861060" indent="-6350">
              <a:lnSpc>
                <a:spcPct val="103299"/>
              </a:lnSpc>
            </a:pPr>
            <a:r>
              <a:rPr lang="en-IN" sz="1400" spc="-45" dirty="0">
                <a:latin typeface="Times New Roman"/>
                <a:cs typeface="Times New Roman"/>
              </a:rPr>
              <a:t>   * Reduce mobile phone use by children as a younger person will have a longer lifetime </a:t>
            </a:r>
          </a:p>
          <a:p>
            <a:pPr marL="18415" marR="861060" indent="-6350">
              <a:lnSpc>
                <a:spcPct val="103299"/>
              </a:lnSpc>
            </a:pPr>
            <a:r>
              <a:rPr lang="en-IN" sz="1400" spc="-45" dirty="0">
                <a:latin typeface="Times New Roman"/>
                <a:cs typeface="Times New Roman"/>
              </a:rPr>
              <a:t>       exposure to radiation from cell phone.</a:t>
            </a:r>
          </a:p>
          <a:p>
            <a:pPr marL="18415" marR="861060" indent="-6350">
              <a:lnSpc>
                <a:spcPct val="103299"/>
              </a:lnSpc>
            </a:pPr>
            <a:endParaRPr lang="en-IN" sz="1400" b="1" spc="-45" dirty="0">
              <a:latin typeface="Times New Roman"/>
              <a:cs typeface="Times New Roman"/>
            </a:endParaRPr>
          </a:p>
          <a:p>
            <a:pPr marL="18415" marR="861060" indent="-6350">
              <a:lnSpc>
                <a:spcPct val="103299"/>
              </a:lnSpc>
            </a:pPr>
            <a:endParaRPr lang="en-IN" sz="1400" b="1" spc="-45" dirty="0">
              <a:latin typeface="Times New Roman"/>
              <a:cs typeface="Times New Roman"/>
            </a:endParaRPr>
          </a:p>
          <a:p>
            <a:pPr marL="18415" marR="861060" indent="-6350">
              <a:lnSpc>
                <a:spcPct val="103299"/>
              </a:lnSpc>
            </a:pPr>
            <a:r>
              <a:rPr lang="en-IN" sz="1400" b="1" spc="-45" dirty="0">
                <a:latin typeface="Times New Roman"/>
                <a:cs typeface="Times New Roman"/>
              </a:rPr>
              <a:t>CONCLUSION</a:t>
            </a:r>
          </a:p>
          <a:p>
            <a:pPr marL="18415" marR="861060" indent="-6350">
              <a:lnSpc>
                <a:spcPct val="103299"/>
              </a:lnSpc>
            </a:pPr>
            <a:r>
              <a:rPr lang="en-IN" sz="1200" b="1" spc="-45" dirty="0">
                <a:latin typeface="Times New Roman"/>
                <a:cs typeface="Times New Roman"/>
              </a:rPr>
              <a:t>                         </a:t>
            </a:r>
            <a:r>
              <a:rPr lang="en-US" sz="1200" spc="-45" dirty="0">
                <a:latin typeface="Times New Roman"/>
                <a:cs typeface="Times New Roman"/>
              </a:rPr>
              <a:t>The usage of mobile phones is depending on you, how you use your mobile </a:t>
            </a:r>
            <a:r>
              <a:rPr lang="en-US" sz="1200" spc="-45" dirty="0" err="1">
                <a:latin typeface="Times New Roman"/>
                <a:cs typeface="Times New Roman"/>
              </a:rPr>
              <a:t>phones.You</a:t>
            </a:r>
            <a:r>
              <a:rPr lang="en-US" sz="1200" spc="-45" dirty="0">
                <a:latin typeface="Times New Roman"/>
                <a:cs typeface="Times New Roman"/>
              </a:rPr>
              <a:t> can prevent yourself from these bad effects of using mobile phones. By limiting your usage of mobile phones</a:t>
            </a:r>
          </a:p>
          <a:p>
            <a:pPr marL="18415" marR="861060" indent="-6350">
              <a:lnSpc>
                <a:spcPct val="103299"/>
              </a:lnSpc>
            </a:pPr>
            <a:r>
              <a:rPr lang="en-US" sz="1200" spc="-45" dirty="0">
                <a:latin typeface="Times New Roman"/>
                <a:cs typeface="Times New Roman"/>
              </a:rPr>
              <a:t>.        This is   your responsibility to know from all the good and bad effects of using mobile phones and prevent yourself and your loved ones from their bad  effects.</a:t>
            </a:r>
          </a:p>
          <a:p>
            <a:pPr marL="18415" marR="861060" indent="-6350">
              <a:lnSpc>
                <a:spcPct val="103299"/>
              </a:lnSpc>
            </a:pPr>
            <a:r>
              <a:rPr lang="en-US" sz="1200" spc="-45" dirty="0">
                <a:latin typeface="Times New Roman"/>
                <a:cs typeface="Times New Roman"/>
              </a:rPr>
              <a:t>                 Everything is depending on you that how you use mobile </a:t>
            </a:r>
            <a:r>
              <a:rPr lang="en-US" sz="1200" spc="-45" dirty="0" err="1">
                <a:latin typeface="Times New Roman"/>
                <a:cs typeface="Times New Roman"/>
              </a:rPr>
              <a:t>phonesif</a:t>
            </a:r>
            <a:r>
              <a:rPr lang="en-US" sz="1200" spc="-45" dirty="0">
                <a:latin typeface="Times New Roman"/>
                <a:cs typeface="Times New Roman"/>
              </a:rPr>
              <a:t> you use them in a good way and limit then you can prevent yourself from its bad </a:t>
            </a:r>
            <a:r>
              <a:rPr lang="en-US" sz="1200" spc="-45" dirty="0" err="1">
                <a:latin typeface="Times New Roman"/>
                <a:cs typeface="Times New Roman"/>
              </a:rPr>
              <a:t>effects.And</a:t>
            </a:r>
            <a:r>
              <a:rPr lang="en-US" sz="1200" spc="-45" dirty="0">
                <a:latin typeface="Times New Roman"/>
                <a:cs typeface="Times New Roman"/>
              </a:rPr>
              <a:t> if you use it in a bad way then its results will be obviously bad.</a:t>
            </a:r>
          </a:p>
          <a:p>
            <a:pPr marL="18415" marR="861060" indent="-6350">
              <a:lnSpc>
                <a:spcPct val="103299"/>
              </a:lnSpc>
            </a:pPr>
            <a:r>
              <a:rPr lang="en-US" sz="1200" spc="-45" dirty="0">
                <a:latin typeface="Times New Roman"/>
                <a:cs typeface="Times New Roman"/>
              </a:rPr>
              <a:t>            My responsibility and the basic aim of this article is </a:t>
            </a:r>
            <a:r>
              <a:rPr lang="en-US" sz="1200" spc="-45" dirty="0" err="1">
                <a:latin typeface="Times New Roman"/>
                <a:cs typeface="Times New Roman"/>
              </a:rPr>
              <a:t>toinform</a:t>
            </a:r>
            <a:r>
              <a:rPr lang="en-US" sz="1200" spc="-45" dirty="0">
                <a:latin typeface="Times New Roman"/>
                <a:cs typeface="Times New Roman"/>
              </a:rPr>
              <a:t> all the people about the bad effects of excessive usage of mobile</a:t>
            </a:r>
          </a:p>
          <a:p>
            <a:pPr marL="18415" marR="861060" indent="-6350">
              <a:lnSpc>
                <a:spcPct val="103299"/>
              </a:lnSpc>
            </a:pPr>
            <a:r>
              <a:rPr lang="en-US" sz="1200" spc="-45" dirty="0" err="1">
                <a:latin typeface="Times New Roman"/>
                <a:cs typeface="Times New Roman"/>
              </a:rPr>
              <a:t>phones.Now</a:t>
            </a:r>
            <a:r>
              <a:rPr lang="en-US" sz="1200" spc="-45" dirty="0">
                <a:latin typeface="Times New Roman"/>
                <a:cs typeface="Times New Roman"/>
              </a:rPr>
              <a:t> it’s y</a:t>
            </a:r>
            <a:endParaRPr lang="en-IN" sz="1200" spc="-45" dirty="0">
              <a:latin typeface="Times New Roman"/>
              <a:cs typeface="Times New Roman"/>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5" name="TextBox 4">
            <a:extLst>
              <a:ext uri="{FF2B5EF4-FFF2-40B4-BE49-F238E27FC236}">
                <a16:creationId xmlns:a16="http://schemas.microsoft.com/office/drawing/2014/main" id="{0D39CD0B-5E24-7167-2286-D3F5E69F0D54}"/>
              </a:ext>
            </a:extLst>
          </p:cNvPr>
          <p:cNvSpPr txBox="1"/>
          <p:nvPr/>
        </p:nvSpPr>
        <p:spPr>
          <a:xfrm>
            <a:off x="3704612" y="9739390"/>
            <a:ext cx="492443"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30</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7048" y="457263"/>
            <a:ext cx="6438328" cy="579200"/>
          </a:xfrm>
          <a:prstGeom prst="rect">
            <a:avLst/>
          </a:prstGeom>
        </p:spPr>
      </p:pic>
      <p:sp>
        <p:nvSpPr>
          <p:cNvPr id="16" name="object 16"/>
          <p:cNvSpPr txBox="1"/>
          <p:nvPr/>
        </p:nvSpPr>
        <p:spPr>
          <a:xfrm>
            <a:off x="865780" y="9169379"/>
            <a:ext cx="379730"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Da</a:t>
            </a:r>
            <a:r>
              <a:rPr sz="1200" b="1" spc="-10" dirty="0">
                <a:latin typeface="Times New Roman"/>
                <a:cs typeface="Times New Roman"/>
              </a:rPr>
              <a:t>te</a:t>
            </a:r>
            <a:r>
              <a:rPr sz="1200" b="1" spc="-5" dirty="0">
                <a:latin typeface="Times New Roman"/>
                <a:cs typeface="Times New Roman"/>
              </a:rPr>
              <a:t>:</a:t>
            </a:r>
            <a:endParaRPr sz="1200">
              <a:latin typeface="Times New Roman"/>
              <a:cs typeface="Times New Roman"/>
            </a:endParaRPr>
          </a:p>
        </p:txBody>
      </p:sp>
      <p:sp>
        <p:nvSpPr>
          <p:cNvPr id="17" name="object 17"/>
          <p:cNvSpPr txBox="1"/>
          <p:nvPr/>
        </p:nvSpPr>
        <p:spPr>
          <a:xfrm>
            <a:off x="5183759" y="9169379"/>
            <a:ext cx="1612900"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Signature</a:t>
            </a:r>
            <a:r>
              <a:rPr sz="1200" b="1" spc="-20" dirty="0">
                <a:latin typeface="Times New Roman"/>
                <a:cs typeface="Times New Roman"/>
              </a:rPr>
              <a:t> </a:t>
            </a:r>
            <a:r>
              <a:rPr sz="1200" b="1" spc="-5" dirty="0">
                <a:latin typeface="Times New Roman"/>
                <a:cs typeface="Times New Roman"/>
              </a:rPr>
              <a:t>of the</a:t>
            </a:r>
            <a:r>
              <a:rPr sz="1200" b="1" dirty="0">
                <a:latin typeface="Times New Roman"/>
                <a:cs typeface="Times New Roman"/>
              </a:rPr>
              <a:t> </a:t>
            </a:r>
            <a:r>
              <a:rPr sz="1200" b="1" spc="-5" dirty="0">
                <a:latin typeface="Times New Roman"/>
                <a:cs typeface="Times New Roman"/>
              </a:rPr>
              <a:t>Student</a:t>
            </a:r>
            <a:endParaRPr sz="1200">
              <a:latin typeface="Times New Roman"/>
              <a:cs typeface="Times New Roman"/>
            </a:endParaRPr>
          </a:p>
        </p:txBody>
      </p:sp>
      <p:sp>
        <p:nvSpPr>
          <p:cNvPr id="18" name="object 18"/>
          <p:cNvSpPr/>
          <p:nvPr/>
        </p:nvSpPr>
        <p:spPr>
          <a:xfrm>
            <a:off x="864835" y="1643223"/>
            <a:ext cx="6249670" cy="2269490"/>
          </a:xfrm>
          <a:custGeom>
            <a:avLst/>
            <a:gdLst/>
            <a:ahLst/>
            <a:cxnLst/>
            <a:rect l="l" t="t" r="r" b="b"/>
            <a:pathLst>
              <a:path w="6249670" h="2269490">
                <a:moveTo>
                  <a:pt x="0" y="0"/>
                </a:moveTo>
                <a:lnTo>
                  <a:pt x="6249324" y="0"/>
                </a:lnTo>
                <a:lnTo>
                  <a:pt x="6249324" y="2268930"/>
                </a:lnTo>
                <a:lnTo>
                  <a:pt x="0" y="2268930"/>
                </a:lnTo>
                <a:lnTo>
                  <a:pt x="0" y="0"/>
                </a:lnTo>
                <a:close/>
              </a:path>
            </a:pathLst>
          </a:custGeom>
          <a:ln w="15877">
            <a:solidFill>
              <a:srgbClr val="000000"/>
            </a:solidFill>
          </a:ln>
        </p:spPr>
        <p:txBody>
          <a:bodyPr wrap="square" lIns="0" tIns="0" rIns="0" bIns="0" rtlCol="0"/>
          <a:lstStyle/>
          <a:p>
            <a:endParaRPr/>
          </a:p>
        </p:txBody>
      </p:sp>
      <p:sp>
        <p:nvSpPr>
          <p:cNvPr id="19" name="object 19"/>
          <p:cNvSpPr txBox="1"/>
          <p:nvPr/>
        </p:nvSpPr>
        <p:spPr>
          <a:xfrm>
            <a:off x="965361" y="1207480"/>
            <a:ext cx="5277485" cy="1007110"/>
          </a:xfrm>
          <a:prstGeom prst="rect">
            <a:avLst/>
          </a:prstGeom>
        </p:spPr>
        <p:txBody>
          <a:bodyPr vert="horz" wrap="square" lIns="0" tIns="12700" rIns="0" bIns="0" rtlCol="0">
            <a:spAutoFit/>
          </a:bodyPr>
          <a:lstStyle/>
          <a:p>
            <a:pPr marL="525780">
              <a:lnSpc>
                <a:spcPct val="100000"/>
              </a:lnSpc>
              <a:spcBef>
                <a:spcPts val="100"/>
              </a:spcBef>
            </a:pPr>
            <a:r>
              <a:rPr sz="1400" b="1" dirty="0">
                <a:latin typeface="Times New Roman"/>
                <a:cs typeface="Times New Roman"/>
              </a:rPr>
              <a:t>Student</a:t>
            </a:r>
            <a:r>
              <a:rPr sz="1400" b="1" spc="-10" dirty="0">
                <a:latin typeface="Times New Roman"/>
                <a:cs typeface="Times New Roman"/>
              </a:rPr>
              <a:t> </a:t>
            </a:r>
            <a:r>
              <a:rPr sz="1400" b="1" spc="-5" dirty="0">
                <a:latin typeface="Times New Roman"/>
                <a:cs typeface="Times New Roman"/>
              </a:rPr>
              <a:t>Self-Evaluation</a:t>
            </a:r>
            <a:r>
              <a:rPr sz="1400" b="1" spc="5" dirty="0">
                <a:latin typeface="Times New Roman"/>
                <a:cs typeface="Times New Roman"/>
              </a:rPr>
              <a:t> </a:t>
            </a:r>
            <a:r>
              <a:rPr sz="1400" b="1" spc="-5" dirty="0">
                <a:latin typeface="Times New Roman"/>
                <a:cs typeface="Times New Roman"/>
              </a:rPr>
              <a:t>for</a:t>
            </a:r>
            <a:r>
              <a:rPr sz="1400" b="1" spc="-10" dirty="0">
                <a:latin typeface="Times New Roman"/>
                <a:cs typeface="Times New Roman"/>
              </a:rPr>
              <a:t> </a:t>
            </a:r>
            <a:r>
              <a:rPr sz="1400" b="1" dirty="0">
                <a:latin typeface="Times New Roman"/>
                <a:cs typeface="Times New Roman"/>
              </a:rPr>
              <a:t>the</a:t>
            </a:r>
            <a:r>
              <a:rPr sz="1400" b="1" spc="5" dirty="0">
                <a:latin typeface="Times New Roman"/>
                <a:cs typeface="Times New Roman"/>
              </a:rPr>
              <a:t> </a:t>
            </a:r>
            <a:r>
              <a:rPr sz="1400" b="1" spc="-5" dirty="0">
                <a:latin typeface="Times New Roman"/>
                <a:cs typeface="Times New Roman"/>
              </a:rPr>
              <a:t>Community</a:t>
            </a:r>
            <a:r>
              <a:rPr sz="1400" b="1" spc="10" dirty="0">
                <a:latin typeface="Times New Roman"/>
                <a:cs typeface="Times New Roman"/>
              </a:rPr>
              <a:t> </a:t>
            </a:r>
            <a:r>
              <a:rPr sz="1400" b="1" spc="-5" dirty="0">
                <a:latin typeface="Times New Roman"/>
                <a:cs typeface="Times New Roman"/>
              </a:rPr>
              <a:t>Internship</a:t>
            </a:r>
            <a:r>
              <a:rPr sz="1400" b="1" spc="10" dirty="0">
                <a:latin typeface="Times New Roman"/>
                <a:cs typeface="Times New Roman"/>
              </a:rPr>
              <a:t> </a:t>
            </a:r>
            <a:r>
              <a:rPr sz="1400" b="1" spc="-5" dirty="0">
                <a:latin typeface="Times New Roman"/>
                <a:cs typeface="Times New Roman"/>
              </a:rPr>
              <a:t>Report</a:t>
            </a:r>
            <a:endParaRPr sz="1400">
              <a:latin typeface="Times New Roman"/>
              <a:cs typeface="Times New Roman"/>
            </a:endParaRPr>
          </a:p>
          <a:p>
            <a:pPr>
              <a:lnSpc>
                <a:spcPct val="100000"/>
              </a:lnSpc>
              <a:spcBef>
                <a:spcPts val="20"/>
              </a:spcBef>
            </a:pPr>
            <a:endParaRPr sz="1850">
              <a:latin typeface="Times New Roman"/>
              <a:cs typeface="Times New Roman"/>
            </a:endParaRPr>
          </a:p>
          <a:p>
            <a:pPr>
              <a:lnSpc>
                <a:spcPct val="100000"/>
              </a:lnSpc>
            </a:pPr>
            <a:r>
              <a:rPr sz="1100" b="1" dirty="0">
                <a:latin typeface="Times New Roman"/>
                <a:cs typeface="Times New Roman"/>
              </a:rPr>
              <a:t>Student</a:t>
            </a:r>
            <a:r>
              <a:rPr sz="1100" b="1" spc="-15" dirty="0">
                <a:latin typeface="Times New Roman"/>
                <a:cs typeface="Times New Roman"/>
              </a:rPr>
              <a:t> </a:t>
            </a:r>
            <a:r>
              <a:rPr sz="1100" b="1" spc="-5" dirty="0">
                <a:latin typeface="Times New Roman"/>
                <a:cs typeface="Times New Roman"/>
              </a:rPr>
              <a:t>Name:</a:t>
            </a:r>
            <a:r>
              <a:rPr sz="1100" spc="-5" dirty="0">
                <a:latin typeface="Times New Roman"/>
                <a:cs typeface="Times New Roman"/>
              </a:rPr>
              <a:t>ALAMPOOR</a:t>
            </a:r>
            <a:r>
              <a:rPr sz="1100" spc="-30" dirty="0">
                <a:latin typeface="Times New Roman"/>
                <a:cs typeface="Times New Roman"/>
              </a:rPr>
              <a:t> </a:t>
            </a:r>
            <a:r>
              <a:rPr sz="1100" spc="-5" dirty="0">
                <a:latin typeface="Times New Roman"/>
                <a:cs typeface="Times New Roman"/>
              </a:rPr>
              <a:t>THARUN</a:t>
            </a:r>
            <a:r>
              <a:rPr sz="1100" spc="-10" dirty="0">
                <a:latin typeface="Times New Roman"/>
                <a:cs typeface="Times New Roman"/>
              </a:rPr>
              <a:t> </a:t>
            </a:r>
            <a:r>
              <a:rPr sz="1100" spc="-5" dirty="0">
                <a:latin typeface="Times New Roman"/>
                <a:cs typeface="Times New Roman"/>
              </a:rPr>
              <a:t>SINGH</a:t>
            </a:r>
            <a:endParaRPr sz="1100">
              <a:latin typeface="Times New Roman"/>
              <a:cs typeface="Times New Roman"/>
            </a:endParaRPr>
          </a:p>
          <a:p>
            <a:pPr>
              <a:lnSpc>
                <a:spcPct val="100000"/>
              </a:lnSpc>
              <a:spcBef>
                <a:spcPts val="50"/>
              </a:spcBef>
            </a:pPr>
            <a:endParaRPr sz="1050">
              <a:latin typeface="Times New Roman"/>
              <a:cs typeface="Times New Roman"/>
            </a:endParaRPr>
          </a:p>
          <a:p>
            <a:pPr>
              <a:lnSpc>
                <a:spcPct val="100000"/>
              </a:lnSpc>
            </a:pPr>
            <a:r>
              <a:rPr sz="1100" b="1" spc="-5" dirty="0">
                <a:latin typeface="Times New Roman"/>
                <a:cs typeface="Times New Roman"/>
              </a:rPr>
              <a:t>Registration No:</a:t>
            </a:r>
            <a:r>
              <a:rPr sz="1100" b="1" spc="5" dirty="0">
                <a:latin typeface="Times New Roman"/>
                <a:cs typeface="Times New Roman"/>
              </a:rPr>
              <a:t> </a:t>
            </a:r>
            <a:r>
              <a:rPr sz="1100" spc="-5" dirty="0">
                <a:latin typeface="Times New Roman"/>
                <a:cs typeface="Times New Roman"/>
              </a:rPr>
              <a:t>22G21A3202</a:t>
            </a:r>
            <a:endParaRPr sz="1100">
              <a:latin typeface="Times New Roman"/>
              <a:cs typeface="Times New Roman"/>
            </a:endParaRPr>
          </a:p>
        </p:txBody>
      </p:sp>
      <p:sp>
        <p:nvSpPr>
          <p:cNvPr id="20" name="object 20"/>
          <p:cNvSpPr txBox="1"/>
          <p:nvPr/>
        </p:nvSpPr>
        <p:spPr>
          <a:xfrm>
            <a:off x="960271" y="2310168"/>
            <a:ext cx="4119729" cy="182101"/>
          </a:xfrm>
          <a:prstGeom prst="rect">
            <a:avLst/>
          </a:prstGeom>
        </p:spPr>
        <p:txBody>
          <a:bodyPr vert="horz" wrap="square" lIns="0" tIns="12700" rIns="0" bIns="0" rtlCol="0">
            <a:spAutoFit/>
          </a:bodyPr>
          <a:lstStyle/>
          <a:p>
            <a:pPr>
              <a:lnSpc>
                <a:spcPct val="100000"/>
              </a:lnSpc>
              <a:spcBef>
                <a:spcPts val="100"/>
              </a:spcBef>
            </a:pPr>
            <a:r>
              <a:rPr sz="1100" b="1" dirty="0">
                <a:latin typeface="Times New Roman"/>
                <a:cs typeface="Times New Roman"/>
              </a:rPr>
              <a:t>Period</a:t>
            </a:r>
            <a:r>
              <a:rPr sz="1100" b="1" spc="-45" dirty="0">
                <a:latin typeface="Times New Roman"/>
                <a:cs typeface="Times New Roman"/>
              </a:rPr>
              <a:t> </a:t>
            </a:r>
            <a:r>
              <a:rPr sz="1100" b="1" spc="-5" dirty="0">
                <a:latin typeface="Times New Roman"/>
                <a:cs typeface="Times New Roman"/>
              </a:rPr>
              <a:t>of</a:t>
            </a:r>
            <a:r>
              <a:rPr sz="1100" b="1" spc="-35" dirty="0">
                <a:latin typeface="Times New Roman"/>
                <a:cs typeface="Times New Roman"/>
              </a:rPr>
              <a:t> </a:t>
            </a:r>
            <a:r>
              <a:rPr sz="1100" b="1" dirty="0">
                <a:latin typeface="Times New Roman"/>
                <a:cs typeface="Times New Roman"/>
              </a:rPr>
              <a:t>CSI:</a:t>
            </a:r>
            <a:r>
              <a:rPr lang="en-US" sz="1100" b="1" dirty="0">
                <a:latin typeface="Times New Roman"/>
                <a:cs typeface="Times New Roman"/>
              </a:rPr>
              <a:t>  </a:t>
            </a:r>
            <a:r>
              <a:rPr lang="en-US" sz="1100" dirty="0">
                <a:latin typeface="Times New Roman"/>
                <a:cs typeface="Times New Roman"/>
              </a:rPr>
              <a:t>8 </a:t>
            </a:r>
            <a:r>
              <a:rPr sz="1100" dirty="0">
                <a:latin typeface="Times New Roman"/>
                <a:cs typeface="Times New Roman"/>
              </a:rPr>
              <a:t>WEEKS</a:t>
            </a:r>
            <a:r>
              <a:rPr sz="1100" spc="459" dirty="0">
                <a:latin typeface="Times New Roman"/>
                <a:cs typeface="Times New Roman"/>
              </a:rPr>
              <a:t> </a:t>
            </a:r>
            <a:r>
              <a:rPr sz="1100" b="1" spc="-5" dirty="0">
                <a:latin typeface="Times New Roman"/>
                <a:cs typeface="Times New Roman"/>
              </a:rPr>
              <a:t>From:</a:t>
            </a:r>
            <a:r>
              <a:rPr lang="en-US" sz="1100" b="1" spc="-5" dirty="0">
                <a:latin typeface="Times New Roman"/>
                <a:cs typeface="Times New Roman"/>
              </a:rPr>
              <a:t> </a:t>
            </a:r>
            <a:r>
              <a:rPr lang="en-US" sz="1100" spc="-5" dirty="0">
                <a:latin typeface="Times New Roman"/>
                <a:cs typeface="Times New Roman"/>
              </a:rPr>
              <a:t>23-07-2024</a:t>
            </a:r>
            <a:r>
              <a:rPr lang="en-US" sz="1100" b="1" spc="-5" dirty="0">
                <a:latin typeface="Times New Roman"/>
                <a:cs typeface="Times New Roman"/>
              </a:rPr>
              <a:t>      To: </a:t>
            </a:r>
            <a:r>
              <a:rPr lang="en-US" sz="1100" spc="-5" dirty="0">
                <a:latin typeface="Times New Roman"/>
                <a:cs typeface="Times New Roman"/>
              </a:rPr>
              <a:t>17-09-2024</a:t>
            </a:r>
            <a:endParaRPr sz="1100" dirty="0">
              <a:latin typeface="Times New Roman"/>
              <a:cs typeface="Times New Roman"/>
            </a:endParaRPr>
          </a:p>
        </p:txBody>
      </p:sp>
      <p:sp>
        <p:nvSpPr>
          <p:cNvPr id="22" name="object 22"/>
          <p:cNvSpPr txBox="1"/>
          <p:nvPr/>
        </p:nvSpPr>
        <p:spPr>
          <a:xfrm>
            <a:off x="736536" y="2646218"/>
            <a:ext cx="6103561" cy="2082943"/>
          </a:xfrm>
          <a:prstGeom prst="rect">
            <a:avLst/>
          </a:prstGeom>
        </p:spPr>
        <p:txBody>
          <a:bodyPr vert="horz" wrap="square" lIns="0" tIns="12700" rIns="0" bIns="0" rtlCol="0">
            <a:spAutoFit/>
          </a:bodyPr>
          <a:lstStyle/>
          <a:p>
            <a:pPr marL="236220">
              <a:lnSpc>
                <a:spcPct val="100000"/>
              </a:lnSpc>
              <a:spcBef>
                <a:spcPts val="100"/>
              </a:spcBef>
            </a:pPr>
            <a:r>
              <a:rPr sz="1100" b="1" dirty="0">
                <a:latin typeface="Times New Roman"/>
                <a:cs typeface="Times New Roman"/>
              </a:rPr>
              <a:t>Date</a:t>
            </a:r>
            <a:r>
              <a:rPr sz="1100" b="1" spc="-30" dirty="0">
                <a:latin typeface="Times New Roman"/>
                <a:cs typeface="Times New Roman"/>
              </a:rPr>
              <a:t> </a:t>
            </a:r>
            <a:r>
              <a:rPr sz="1100" b="1" spc="-5" dirty="0">
                <a:latin typeface="Times New Roman"/>
                <a:cs typeface="Times New Roman"/>
              </a:rPr>
              <a:t>of</a:t>
            </a:r>
            <a:r>
              <a:rPr sz="1100" b="1" spc="-15" dirty="0">
                <a:latin typeface="Times New Roman"/>
                <a:cs typeface="Times New Roman"/>
              </a:rPr>
              <a:t> </a:t>
            </a:r>
            <a:r>
              <a:rPr sz="1100" b="1" spc="-5" dirty="0">
                <a:latin typeface="Times New Roman"/>
                <a:cs typeface="Times New Roman"/>
              </a:rPr>
              <a:t>Evaluation:</a:t>
            </a:r>
            <a:r>
              <a:rPr lang="en-US" sz="1100" b="1" spc="-5" dirty="0">
                <a:latin typeface="Times New Roman"/>
                <a:cs typeface="Times New Roman"/>
              </a:rPr>
              <a:t> </a:t>
            </a:r>
            <a:r>
              <a:rPr lang="en-US" sz="1100" spc="-5" dirty="0">
                <a:latin typeface="Times New Roman"/>
                <a:cs typeface="Times New Roman"/>
              </a:rPr>
              <a:t>04-10-2024</a:t>
            </a:r>
            <a:endParaRPr sz="950" dirty="0">
              <a:latin typeface="Times New Roman"/>
              <a:cs typeface="Times New Roman"/>
            </a:endParaRPr>
          </a:p>
          <a:p>
            <a:pPr marL="236220"/>
            <a:r>
              <a:rPr sz="1100" b="1" dirty="0">
                <a:latin typeface="Times New Roman"/>
                <a:cs typeface="Times New Roman"/>
              </a:rPr>
              <a:t>Name</a:t>
            </a:r>
            <a:r>
              <a:rPr sz="1100" b="1" spc="-5" dirty="0">
                <a:latin typeface="Times New Roman"/>
                <a:cs typeface="Times New Roman"/>
              </a:rPr>
              <a:t> of</a:t>
            </a:r>
            <a:r>
              <a:rPr sz="1100" b="1" dirty="0">
                <a:latin typeface="Times New Roman"/>
                <a:cs typeface="Times New Roman"/>
              </a:rPr>
              <a:t> </a:t>
            </a:r>
            <a:r>
              <a:rPr sz="1100" b="1" spc="-5" dirty="0">
                <a:latin typeface="Times New Roman"/>
                <a:cs typeface="Times New Roman"/>
              </a:rPr>
              <a:t>the</a:t>
            </a:r>
            <a:r>
              <a:rPr sz="1100" b="1" spc="-10" dirty="0">
                <a:latin typeface="Times New Roman"/>
                <a:cs typeface="Times New Roman"/>
              </a:rPr>
              <a:t> </a:t>
            </a:r>
            <a:r>
              <a:rPr sz="1100" b="1" dirty="0">
                <a:latin typeface="Times New Roman"/>
                <a:cs typeface="Times New Roman"/>
              </a:rPr>
              <a:t>Person</a:t>
            </a:r>
            <a:r>
              <a:rPr sz="1100" b="1" spc="-5" dirty="0">
                <a:latin typeface="Times New Roman"/>
                <a:cs typeface="Times New Roman"/>
              </a:rPr>
              <a:t> </a:t>
            </a:r>
            <a:r>
              <a:rPr sz="1100" b="1" dirty="0">
                <a:latin typeface="Times New Roman"/>
                <a:cs typeface="Times New Roman"/>
              </a:rPr>
              <a:t>in</a:t>
            </a:r>
            <a:r>
              <a:rPr sz="1100" b="1" spc="75" dirty="0">
                <a:latin typeface="Times New Roman"/>
                <a:cs typeface="Times New Roman"/>
              </a:rPr>
              <a:t> </a:t>
            </a:r>
            <a:r>
              <a:rPr sz="1100" b="1" dirty="0">
                <a:latin typeface="Times New Roman"/>
                <a:cs typeface="Times New Roman"/>
              </a:rPr>
              <a:t>charge:</a:t>
            </a:r>
            <a:r>
              <a:rPr sz="1100" b="1" spc="95" dirty="0">
                <a:latin typeface="Times New Roman"/>
                <a:cs typeface="Times New Roman"/>
              </a:rPr>
              <a:t> </a:t>
            </a:r>
            <a:r>
              <a:rPr lang="en-US" spc="-15" baseline="-9259" dirty="0">
                <a:latin typeface="Times New Roman"/>
                <a:cs typeface="Times New Roman"/>
              </a:rPr>
              <a:t>Dr</a:t>
            </a:r>
            <a:r>
              <a:rPr lang="en-US" spc="-7" baseline="-9259" dirty="0">
                <a:latin typeface="Times New Roman"/>
                <a:cs typeface="Times New Roman"/>
              </a:rPr>
              <a:t>. S.V.PADMAVATHI DEVI (</a:t>
            </a:r>
            <a:r>
              <a:rPr lang="en-US" spc="-7" baseline="-9259" dirty="0" err="1">
                <a:latin typeface="Times New Roman"/>
                <a:cs typeface="Times New Roman"/>
              </a:rPr>
              <a:t>Ph.D</a:t>
            </a:r>
            <a:r>
              <a:rPr lang="en-US" spc="-7" baseline="-9259" dirty="0">
                <a:latin typeface="Times New Roman"/>
                <a:cs typeface="Times New Roman"/>
              </a:rPr>
              <a:t>)</a:t>
            </a:r>
            <a:endParaRPr lang="en-IN" sz="1800" dirty="0">
              <a:latin typeface="Times New Roman"/>
              <a:cs typeface="Times New Roman"/>
            </a:endParaRPr>
          </a:p>
          <a:p>
            <a:pPr marL="226695">
              <a:lnSpc>
                <a:spcPts val="1300"/>
              </a:lnSpc>
              <a:spcBef>
                <a:spcPts val="1030"/>
              </a:spcBef>
            </a:pPr>
            <a:r>
              <a:rPr sz="1100" b="1" spc="-5" dirty="0">
                <a:latin typeface="Times New Roman"/>
                <a:cs typeface="Times New Roman"/>
              </a:rPr>
              <a:t>Address</a:t>
            </a:r>
            <a:r>
              <a:rPr sz="1100" b="1" spc="15" dirty="0">
                <a:latin typeface="Times New Roman"/>
                <a:cs typeface="Times New Roman"/>
              </a:rPr>
              <a:t> </a:t>
            </a:r>
            <a:r>
              <a:rPr sz="1100" b="1" spc="-5" dirty="0">
                <a:latin typeface="Times New Roman"/>
                <a:cs typeface="Times New Roman"/>
              </a:rPr>
              <a:t>with</a:t>
            </a:r>
            <a:r>
              <a:rPr sz="1100" b="1" spc="-20" dirty="0">
                <a:latin typeface="Times New Roman"/>
                <a:cs typeface="Times New Roman"/>
              </a:rPr>
              <a:t> </a:t>
            </a:r>
            <a:r>
              <a:rPr sz="1100" b="1" dirty="0">
                <a:latin typeface="Times New Roman"/>
                <a:cs typeface="Times New Roman"/>
              </a:rPr>
              <a:t>mobile</a:t>
            </a:r>
            <a:r>
              <a:rPr sz="1100" b="1" spc="10" dirty="0">
                <a:latin typeface="Times New Roman"/>
                <a:cs typeface="Times New Roman"/>
              </a:rPr>
              <a:t> </a:t>
            </a:r>
            <a:r>
              <a:rPr sz="1100" b="1" spc="-5" dirty="0">
                <a:latin typeface="Times New Roman"/>
                <a:cs typeface="Times New Roman"/>
              </a:rPr>
              <a:t>number:</a:t>
            </a:r>
            <a:r>
              <a:rPr lang="en-US" sz="1100" b="1" spc="-5" dirty="0">
                <a:latin typeface="Times New Roman"/>
                <a:cs typeface="Times New Roman"/>
              </a:rPr>
              <a:t>  </a:t>
            </a:r>
            <a:r>
              <a:rPr lang="en-US" sz="1100" spc="-5" dirty="0">
                <a:latin typeface="Times New Roman"/>
                <a:cs typeface="Times New Roman"/>
              </a:rPr>
              <a:t>BADVEL KADAPA</a:t>
            </a:r>
            <a:r>
              <a:rPr lang="en-US" sz="1100" b="1" spc="-5" dirty="0">
                <a:latin typeface="Times New Roman"/>
                <a:cs typeface="Times New Roman"/>
              </a:rPr>
              <a:t> (</a:t>
            </a:r>
            <a:r>
              <a:rPr lang="en-US" sz="1100" spc="-5" dirty="0">
                <a:latin typeface="Times New Roman"/>
                <a:cs typeface="Times New Roman"/>
              </a:rPr>
              <a:t>DIST</a:t>
            </a:r>
            <a:r>
              <a:rPr lang="en-US" sz="1100" b="1" spc="-5" dirty="0">
                <a:latin typeface="Times New Roman"/>
                <a:cs typeface="Times New Roman"/>
              </a:rPr>
              <a:t>)</a:t>
            </a:r>
            <a:endParaRPr sz="1100" dirty="0">
              <a:latin typeface="Times New Roman"/>
              <a:cs typeface="Times New Roman"/>
            </a:endParaRPr>
          </a:p>
          <a:p>
            <a:pPr marL="194945">
              <a:lnSpc>
                <a:spcPct val="100000"/>
              </a:lnSpc>
              <a:spcBef>
                <a:spcPts val="20"/>
              </a:spcBef>
            </a:pPr>
            <a:r>
              <a:rPr lang="en-US" sz="1200" b="1" spc="-5" dirty="0">
                <a:latin typeface="Times New Roman"/>
                <a:cs typeface="Times New Roman"/>
              </a:rPr>
              <a:t> </a:t>
            </a:r>
          </a:p>
          <a:p>
            <a:pPr marL="194945">
              <a:lnSpc>
                <a:spcPct val="100000"/>
              </a:lnSpc>
              <a:spcBef>
                <a:spcPts val="20"/>
              </a:spcBef>
            </a:pPr>
            <a:r>
              <a:rPr lang="en-US" sz="1200" b="1" spc="-5" dirty="0">
                <a:latin typeface="Times New Roman"/>
                <a:cs typeface="Times New Roman"/>
              </a:rPr>
              <a:t> </a:t>
            </a:r>
            <a:r>
              <a:rPr sz="1200" b="1" spc="-5" dirty="0">
                <a:latin typeface="Times New Roman"/>
                <a:cs typeface="Times New Roman"/>
              </a:rPr>
              <a:t>ph.no.:</a:t>
            </a:r>
            <a:r>
              <a:rPr sz="1200" spc="-5" dirty="0">
                <a:latin typeface="Times New Roman"/>
                <a:cs typeface="Times New Roman"/>
              </a:rPr>
              <a:t>7702173084</a:t>
            </a:r>
            <a:endParaRPr sz="1200" dirty="0">
              <a:latin typeface="Times New Roman"/>
              <a:cs typeface="Times New Roman"/>
            </a:endParaRPr>
          </a:p>
          <a:p>
            <a:pPr>
              <a:lnSpc>
                <a:spcPct val="100000"/>
              </a:lnSpc>
              <a:spcBef>
                <a:spcPts val="45"/>
              </a:spcBef>
            </a:pPr>
            <a:endParaRPr sz="1150" dirty="0">
              <a:latin typeface="Times New Roman"/>
              <a:cs typeface="Times New Roman"/>
            </a:endParaRPr>
          </a:p>
          <a:p>
            <a:pPr marL="39370" marR="2667635" indent="-1905">
              <a:lnSpc>
                <a:spcPct val="230900"/>
              </a:lnSpc>
            </a:pPr>
            <a:r>
              <a:rPr sz="1200" b="1" u="heavy" spc="-5" dirty="0">
                <a:uFill>
                  <a:solidFill>
                    <a:srgbClr val="000000"/>
                  </a:solidFill>
                </a:uFill>
                <a:latin typeface="Times New Roman"/>
                <a:cs typeface="Times New Roman"/>
              </a:rPr>
              <a:t>Please</a:t>
            </a:r>
            <a:r>
              <a:rPr sz="1200" b="1" u="heavy"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rate</a:t>
            </a:r>
            <a:r>
              <a:rPr sz="1200" b="1" u="heavy" spc="5"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your</a:t>
            </a:r>
            <a:r>
              <a:rPr sz="1200" b="1" u="heavy" spc="-20"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performance</a:t>
            </a:r>
            <a:r>
              <a:rPr sz="1200" b="1" u="heavy" spc="5"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in</a:t>
            </a:r>
            <a:r>
              <a:rPr sz="1200" b="1" u="heavy" spc="15"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the</a:t>
            </a:r>
            <a:r>
              <a:rPr sz="1200" b="1" u="heavy" spc="5" dirty="0">
                <a:uFill>
                  <a:solidFill>
                    <a:srgbClr val="000000"/>
                  </a:solidFill>
                </a:uFill>
                <a:latin typeface="Times New Roman"/>
                <a:cs typeface="Times New Roman"/>
              </a:rPr>
              <a:t> </a:t>
            </a:r>
            <a:r>
              <a:rPr sz="1200" b="1" u="heavy" spc="-5" dirty="0">
                <a:uFill>
                  <a:solidFill>
                    <a:srgbClr val="000000"/>
                  </a:solidFill>
                </a:uFill>
                <a:latin typeface="Times New Roman"/>
                <a:cs typeface="Times New Roman"/>
              </a:rPr>
              <a:t>following </a:t>
            </a:r>
            <a:r>
              <a:rPr sz="1200" b="1" u="heavy" spc="-10" dirty="0">
                <a:uFill>
                  <a:solidFill>
                    <a:srgbClr val="000000"/>
                  </a:solidFill>
                </a:uFill>
                <a:latin typeface="Times New Roman"/>
                <a:cs typeface="Times New Roman"/>
              </a:rPr>
              <a:t>areas: </a:t>
            </a:r>
            <a:r>
              <a:rPr sz="1200" b="1" spc="-285" dirty="0">
                <a:latin typeface="Times New Roman"/>
                <a:cs typeface="Times New Roman"/>
              </a:rPr>
              <a:t> </a:t>
            </a:r>
            <a:r>
              <a:rPr sz="1200" b="1" u="heavy" spc="-5" dirty="0">
                <a:uFill>
                  <a:solidFill>
                    <a:srgbClr val="000000"/>
                  </a:solidFill>
                </a:uFill>
                <a:latin typeface="Times New Roman"/>
                <a:cs typeface="Times New Roman"/>
              </a:rPr>
              <a:t>Rating Scale</a:t>
            </a:r>
            <a:r>
              <a:rPr sz="1200" b="1" spc="-5" dirty="0">
                <a:latin typeface="Times New Roman"/>
                <a:cs typeface="Times New Roman"/>
              </a:rPr>
              <a:t>: 1</a:t>
            </a:r>
            <a:r>
              <a:rPr sz="1200" b="1" dirty="0">
                <a:latin typeface="Times New Roman"/>
                <a:cs typeface="Times New Roman"/>
              </a:rPr>
              <a:t> </a:t>
            </a:r>
            <a:r>
              <a:rPr sz="1200" b="1" spc="-5" dirty="0">
                <a:latin typeface="Times New Roman"/>
                <a:cs typeface="Times New Roman"/>
              </a:rPr>
              <a:t>is</a:t>
            </a:r>
            <a:r>
              <a:rPr sz="1200" b="1" dirty="0">
                <a:latin typeface="Times New Roman"/>
                <a:cs typeface="Times New Roman"/>
              </a:rPr>
              <a:t> lowest</a:t>
            </a:r>
            <a:r>
              <a:rPr sz="1200" b="1" spc="-5" dirty="0">
                <a:latin typeface="Times New Roman"/>
                <a:cs typeface="Times New Roman"/>
              </a:rPr>
              <a:t> and</a:t>
            </a:r>
            <a:r>
              <a:rPr sz="1200" b="1" spc="5" dirty="0">
                <a:latin typeface="Times New Roman"/>
                <a:cs typeface="Times New Roman"/>
              </a:rPr>
              <a:t> </a:t>
            </a:r>
            <a:r>
              <a:rPr sz="1200" b="1" spc="-5" dirty="0">
                <a:latin typeface="Times New Roman"/>
                <a:cs typeface="Times New Roman"/>
              </a:rPr>
              <a:t>5</a:t>
            </a:r>
            <a:r>
              <a:rPr sz="1200" b="1" spc="-15" dirty="0">
                <a:latin typeface="Times New Roman"/>
                <a:cs typeface="Times New Roman"/>
              </a:rPr>
              <a:t> </a:t>
            </a:r>
            <a:r>
              <a:rPr sz="1200" b="1" spc="-5" dirty="0">
                <a:latin typeface="Times New Roman"/>
                <a:cs typeface="Times New Roman"/>
              </a:rPr>
              <a:t>is</a:t>
            </a:r>
            <a:r>
              <a:rPr sz="1200" b="1" dirty="0">
                <a:latin typeface="Times New Roman"/>
                <a:cs typeface="Times New Roman"/>
              </a:rPr>
              <a:t> </a:t>
            </a:r>
            <a:r>
              <a:rPr sz="1200" b="1" spc="-5" dirty="0">
                <a:latin typeface="Times New Roman"/>
                <a:cs typeface="Times New Roman"/>
              </a:rPr>
              <a:t>highest</a:t>
            </a:r>
            <a:r>
              <a:rPr sz="1200" b="1" dirty="0">
                <a:latin typeface="Times New Roman"/>
                <a:cs typeface="Times New Roman"/>
              </a:rPr>
              <a:t> </a:t>
            </a:r>
            <a:r>
              <a:rPr sz="1200" b="1" spc="-5" dirty="0">
                <a:latin typeface="Times New Roman"/>
                <a:cs typeface="Times New Roman"/>
              </a:rPr>
              <a:t>rank</a:t>
            </a:r>
            <a:endParaRPr sz="1200" dirty="0">
              <a:latin typeface="Times New Roman"/>
              <a:cs typeface="Times New Roman"/>
            </a:endParaRPr>
          </a:p>
        </p:txBody>
      </p:sp>
      <p:sp>
        <p:nvSpPr>
          <p:cNvPr id="23" name="object 23"/>
          <p:cNvSpPr/>
          <p:nvPr/>
        </p:nvSpPr>
        <p:spPr>
          <a:xfrm>
            <a:off x="864835" y="5022351"/>
            <a:ext cx="6008370" cy="215404"/>
          </a:xfrm>
          <a:custGeom>
            <a:avLst/>
            <a:gdLst/>
            <a:ahLst/>
            <a:cxnLst/>
            <a:rect l="l" t="t" r="r" b="b"/>
            <a:pathLst>
              <a:path w="6008370" h="149860">
                <a:moveTo>
                  <a:pt x="6007963" y="0"/>
                </a:moveTo>
                <a:lnTo>
                  <a:pt x="6007963" y="0"/>
                </a:lnTo>
                <a:lnTo>
                  <a:pt x="0" y="0"/>
                </a:lnTo>
                <a:lnTo>
                  <a:pt x="0" y="149263"/>
                </a:lnTo>
                <a:lnTo>
                  <a:pt x="6007963" y="149263"/>
                </a:lnTo>
                <a:lnTo>
                  <a:pt x="6007963"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1</a:t>
            </a:r>
            <a:r>
              <a:rPr lang="en-US" sz="1100" b="1"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 Oral communication                                                   1          2             3              4                 5</a:t>
            </a:r>
            <a:endParaRPr sz="1200" b="1" dirty="0">
              <a:latin typeface="Times New Roman" panose="02020603050405020304" pitchFamily="18" charset="0"/>
              <a:cs typeface="Times New Roman" panose="02020603050405020304" pitchFamily="18" charset="0"/>
            </a:endParaRPr>
          </a:p>
        </p:txBody>
      </p:sp>
      <p:sp>
        <p:nvSpPr>
          <p:cNvPr id="24" name="object 24"/>
          <p:cNvSpPr/>
          <p:nvPr/>
        </p:nvSpPr>
        <p:spPr>
          <a:xfrm>
            <a:off x="841898" y="5527149"/>
            <a:ext cx="6008370" cy="151130"/>
          </a:xfrm>
          <a:custGeom>
            <a:avLst/>
            <a:gdLst/>
            <a:ahLst/>
            <a:cxnLst/>
            <a:rect l="l" t="t" r="r" b="b"/>
            <a:pathLst>
              <a:path w="6008370" h="151129">
                <a:moveTo>
                  <a:pt x="6007976" y="0"/>
                </a:moveTo>
                <a:lnTo>
                  <a:pt x="6007976" y="0"/>
                </a:lnTo>
                <a:lnTo>
                  <a:pt x="0" y="0"/>
                </a:lnTo>
                <a:lnTo>
                  <a:pt x="0" y="150520"/>
                </a:lnTo>
                <a:lnTo>
                  <a:pt x="6007976" y="150520"/>
                </a:lnTo>
                <a:lnTo>
                  <a:pt x="6007976"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3) Proactiveness                                                                1          2             3             4                 5</a:t>
            </a:r>
            <a:endParaRPr sz="1200" b="1" dirty="0">
              <a:latin typeface="Times New Roman" panose="02020603050405020304" pitchFamily="18" charset="0"/>
              <a:cs typeface="Times New Roman" panose="02020603050405020304" pitchFamily="18" charset="0"/>
            </a:endParaRPr>
          </a:p>
        </p:txBody>
      </p:sp>
      <p:sp>
        <p:nvSpPr>
          <p:cNvPr id="25" name="object 25"/>
          <p:cNvSpPr/>
          <p:nvPr/>
        </p:nvSpPr>
        <p:spPr>
          <a:xfrm>
            <a:off x="853685" y="5980383"/>
            <a:ext cx="6008370" cy="216674"/>
          </a:xfrm>
          <a:custGeom>
            <a:avLst/>
            <a:gdLst/>
            <a:ahLst/>
            <a:cxnLst/>
            <a:rect l="l" t="t" r="r" b="b"/>
            <a:pathLst>
              <a:path w="6008370" h="151129">
                <a:moveTo>
                  <a:pt x="6008001" y="0"/>
                </a:moveTo>
                <a:lnTo>
                  <a:pt x="6008001" y="0"/>
                </a:lnTo>
                <a:lnTo>
                  <a:pt x="0" y="0"/>
                </a:lnTo>
                <a:lnTo>
                  <a:pt x="0" y="150520"/>
                </a:lnTo>
                <a:lnTo>
                  <a:pt x="6008001" y="150520"/>
                </a:lnTo>
                <a:lnTo>
                  <a:pt x="6008001"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5) Positive Attitude                                                           1          2             3             4                 5</a:t>
            </a:r>
            <a:endParaRPr sz="1200" b="1" dirty="0">
              <a:latin typeface="Times New Roman" panose="02020603050405020304" pitchFamily="18" charset="0"/>
              <a:cs typeface="Times New Roman" panose="02020603050405020304" pitchFamily="18" charset="0"/>
            </a:endParaRPr>
          </a:p>
        </p:txBody>
      </p:sp>
      <p:sp>
        <p:nvSpPr>
          <p:cNvPr id="26" name="object 26"/>
          <p:cNvSpPr/>
          <p:nvPr/>
        </p:nvSpPr>
        <p:spPr>
          <a:xfrm>
            <a:off x="864835" y="6519027"/>
            <a:ext cx="6008370" cy="188184"/>
          </a:xfrm>
          <a:custGeom>
            <a:avLst/>
            <a:gdLst/>
            <a:ahLst/>
            <a:cxnLst/>
            <a:rect l="l" t="t" r="r" b="b"/>
            <a:pathLst>
              <a:path w="6008370" h="151129">
                <a:moveTo>
                  <a:pt x="6008001" y="0"/>
                </a:moveTo>
                <a:lnTo>
                  <a:pt x="6008001" y="0"/>
                </a:lnTo>
                <a:lnTo>
                  <a:pt x="0" y="0"/>
                </a:lnTo>
                <a:lnTo>
                  <a:pt x="0" y="150520"/>
                </a:lnTo>
                <a:lnTo>
                  <a:pt x="6008001" y="150520"/>
                </a:lnTo>
                <a:lnTo>
                  <a:pt x="6008001"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7) Ability to learn                                                             1          2             3             4                 5</a:t>
            </a:r>
            <a:endParaRPr sz="1200" b="1" dirty="0">
              <a:latin typeface="Times New Roman" panose="02020603050405020304" pitchFamily="18" charset="0"/>
              <a:cs typeface="Times New Roman" panose="02020603050405020304" pitchFamily="18" charset="0"/>
            </a:endParaRPr>
          </a:p>
        </p:txBody>
      </p:sp>
      <p:sp>
        <p:nvSpPr>
          <p:cNvPr id="28" name="object 28"/>
          <p:cNvSpPr/>
          <p:nvPr/>
        </p:nvSpPr>
        <p:spPr>
          <a:xfrm>
            <a:off x="853685" y="7040060"/>
            <a:ext cx="6008370" cy="196003"/>
          </a:xfrm>
          <a:custGeom>
            <a:avLst/>
            <a:gdLst/>
            <a:ahLst/>
            <a:cxnLst/>
            <a:rect l="l" t="t" r="r" b="b"/>
            <a:pathLst>
              <a:path w="6008370" h="149859">
                <a:moveTo>
                  <a:pt x="6007976" y="0"/>
                </a:moveTo>
                <a:lnTo>
                  <a:pt x="6007976" y="0"/>
                </a:lnTo>
                <a:lnTo>
                  <a:pt x="0" y="0"/>
                </a:lnTo>
                <a:lnTo>
                  <a:pt x="0" y="149250"/>
                </a:lnTo>
                <a:lnTo>
                  <a:pt x="6007976" y="149250"/>
                </a:lnTo>
                <a:lnTo>
                  <a:pt x="6007976"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9) Professionalism                                                             1          2             3             4                 5</a:t>
            </a:r>
            <a:endParaRPr sz="1200" b="1" dirty="0">
              <a:latin typeface="Times New Roman" panose="02020603050405020304" pitchFamily="18" charset="0"/>
              <a:cs typeface="Times New Roman" panose="02020603050405020304" pitchFamily="18" charset="0"/>
            </a:endParaRPr>
          </a:p>
        </p:txBody>
      </p:sp>
      <p:sp>
        <p:nvSpPr>
          <p:cNvPr id="29" name="object 29"/>
          <p:cNvSpPr/>
          <p:nvPr/>
        </p:nvSpPr>
        <p:spPr>
          <a:xfrm>
            <a:off x="857215" y="7583765"/>
            <a:ext cx="6054090" cy="198050"/>
          </a:xfrm>
          <a:custGeom>
            <a:avLst/>
            <a:gdLst/>
            <a:ahLst/>
            <a:cxnLst/>
            <a:rect l="l" t="t" r="r" b="b"/>
            <a:pathLst>
              <a:path w="6054090" h="144779">
                <a:moveTo>
                  <a:pt x="4408563" y="0"/>
                </a:moveTo>
                <a:lnTo>
                  <a:pt x="3253460" y="0"/>
                </a:lnTo>
                <a:lnTo>
                  <a:pt x="3253333" y="0"/>
                </a:lnTo>
                <a:lnTo>
                  <a:pt x="0" y="0"/>
                </a:lnTo>
                <a:lnTo>
                  <a:pt x="0" y="144157"/>
                </a:lnTo>
                <a:lnTo>
                  <a:pt x="3253333" y="144157"/>
                </a:lnTo>
                <a:lnTo>
                  <a:pt x="3253460" y="144157"/>
                </a:lnTo>
                <a:lnTo>
                  <a:pt x="4408563" y="144157"/>
                </a:lnTo>
                <a:lnTo>
                  <a:pt x="4408563" y="0"/>
                </a:lnTo>
                <a:close/>
              </a:path>
              <a:path w="6054090" h="144779">
                <a:moveTo>
                  <a:pt x="6053721" y="0"/>
                </a:moveTo>
                <a:lnTo>
                  <a:pt x="6053721" y="0"/>
                </a:lnTo>
                <a:lnTo>
                  <a:pt x="4408703" y="0"/>
                </a:lnTo>
                <a:lnTo>
                  <a:pt x="4408703" y="144157"/>
                </a:lnTo>
                <a:lnTo>
                  <a:pt x="6053721" y="144157"/>
                </a:lnTo>
                <a:lnTo>
                  <a:pt x="6053721"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11) Quality of work Done                                                 1          2             3             4                5</a:t>
            </a:r>
            <a:endParaRPr sz="1200" b="1" dirty="0">
              <a:latin typeface="Times New Roman" panose="02020603050405020304" pitchFamily="18" charset="0"/>
              <a:cs typeface="Times New Roman" panose="02020603050405020304" pitchFamily="18" charset="0"/>
            </a:endParaRPr>
          </a:p>
        </p:txBody>
      </p:sp>
      <p:sp>
        <p:nvSpPr>
          <p:cNvPr id="30" name="object 30"/>
          <p:cNvSpPr/>
          <p:nvPr/>
        </p:nvSpPr>
        <p:spPr>
          <a:xfrm>
            <a:off x="852135" y="8059472"/>
            <a:ext cx="6008370" cy="208279"/>
          </a:xfrm>
          <a:custGeom>
            <a:avLst/>
            <a:gdLst/>
            <a:ahLst/>
            <a:cxnLst/>
            <a:rect l="l" t="t" r="r" b="b"/>
            <a:pathLst>
              <a:path w="6008370" h="151129">
                <a:moveTo>
                  <a:pt x="6007989" y="0"/>
                </a:moveTo>
                <a:lnTo>
                  <a:pt x="6007989" y="0"/>
                </a:lnTo>
                <a:lnTo>
                  <a:pt x="0" y="0"/>
                </a:lnTo>
                <a:lnTo>
                  <a:pt x="0" y="150520"/>
                </a:lnTo>
                <a:lnTo>
                  <a:pt x="6007989" y="150520"/>
                </a:lnTo>
                <a:lnTo>
                  <a:pt x="6007989" y="0"/>
                </a:lnTo>
                <a:close/>
              </a:path>
            </a:pathLst>
          </a:custGeom>
          <a:solidFill>
            <a:srgbClr val="BFBFBF"/>
          </a:solidFill>
        </p:spPr>
        <p:txBody>
          <a:bodyPr wrap="square" lIns="0" tIns="0" rIns="0" bIns="0" rtlCol="0"/>
          <a:lstStyle/>
          <a:p>
            <a:r>
              <a:rPr lang="en-US" sz="1200" b="1" dirty="0">
                <a:latin typeface="Times New Roman" panose="02020603050405020304" pitchFamily="18" charset="0"/>
                <a:cs typeface="Times New Roman" panose="02020603050405020304" pitchFamily="18" charset="0"/>
              </a:rPr>
              <a:t>13) Understanding the community                                  1          2             3             4                5</a:t>
            </a:r>
            <a:endParaRPr sz="1200" b="1" dirty="0">
              <a:latin typeface="Times New Roman" panose="02020603050405020304" pitchFamily="18" charset="0"/>
              <a:cs typeface="Times New Roman" panose="02020603050405020304" pitchFamily="18" charset="0"/>
            </a:endParaRPr>
          </a:p>
        </p:txBody>
      </p:sp>
      <p:sp>
        <p:nvSpPr>
          <p:cNvPr id="31" name="object 31"/>
          <p:cNvSpPr txBox="1">
            <a:spLocks noGrp="1"/>
          </p:cNvSpPr>
          <p:nvPr>
            <p:ph type="ftr" sz="quarter" idx="5"/>
          </p:nvPr>
        </p:nvSpPr>
        <p:spPr>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21" name="TextBox 20">
            <a:extLst>
              <a:ext uri="{FF2B5EF4-FFF2-40B4-BE49-F238E27FC236}">
                <a16:creationId xmlns:a16="http://schemas.microsoft.com/office/drawing/2014/main" id="{07C420FA-6E08-1965-4A4C-61006990BD9B}"/>
              </a:ext>
            </a:extLst>
          </p:cNvPr>
          <p:cNvSpPr txBox="1"/>
          <p:nvPr/>
        </p:nvSpPr>
        <p:spPr>
          <a:xfrm>
            <a:off x="3631658" y="9762669"/>
            <a:ext cx="569387"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31</a:t>
            </a:r>
            <a:endParaRPr lang="en-IN" sz="1200" b="1"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74A20616-6CA2-A44E-2073-B59B41BC7D46}"/>
              </a:ext>
            </a:extLst>
          </p:cNvPr>
          <p:cNvSpPr txBox="1"/>
          <p:nvPr/>
        </p:nvSpPr>
        <p:spPr>
          <a:xfrm>
            <a:off x="765565" y="5237755"/>
            <a:ext cx="612148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2) Written Communication                                             1          2             3             4                 5</a:t>
            </a:r>
            <a:endParaRPr lang="en-IN" sz="1200" b="1"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B342549B-BA24-4205-CDB2-F6F3AD997CF9}"/>
              </a:ext>
            </a:extLst>
          </p:cNvPr>
          <p:cNvSpPr txBox="1"/>
          <p:nvPr/>
        </p:nvSpPr>
        <p:spPr>
          <a:xfrm>
            <a:off x="744338" y="5706947"/>
            <a:ext cx="6118983"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4) Interaction ability with community                            1          2             3             4                 5</a:t>
            </a:r>
            <a:endParaRPr lang="en-IN" sz="1200"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8338EC29-8B2C-C479-2989-A8A0BCB63AEA}"/>
              </a:ext>
            </a:extLst>
          </p:cNvPr>
          <p:cNvSpPr txBox="1"/>
          <p:nvPr/>
        </p:nvSpPr>
        <p:spPr>
          <a:xfrm>
            <a:off x="759566" y="6222508"/>
            <a:ext cx="6203942"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6) Self-Confidence                                                            1          2             3             4                 5</a:t>
            </a:r>
            <a:endParaRPr lang="en-IN" sz="1200" b="1"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AB405414-66B9-7960-3571-CA580A4C6E8B}"/>
              </a:ext>
            </a:extLst>
          </p:cNvPr>
          <p:cNvSpPr txBox="1"/>
          <p:nvPr/>
        </p:nvSpPr>
        <p:spPr>
          <a:xfrm>
            <a:off x="759566" y="6735582"/>
            <a:ext cx="618470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8) Work Plan and Organization                                     1          2             3             4                 5</a:t>
            </a:r>
            <a:endParaRPr lang="en-IN" sz="1200"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EDC656A5-3D76-7831-0D7D-4955A7FB24D4}"/>
              </a:ext>
            </a:extLst>
          </p:cNvPr>
          <p:cNvSpPr txBox="1"/>
          <p:nvPr/>
        </p:nvSpPr>
        <p:spPr>
          <a:xfrm>
            <a:off x="716390" y="7269788"/>
            <a:ext cx="6172331"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10) Creativity                                                                     1          2             3             4                5</a:t>
            </a:r>
            <a:endParaRPr lang="en-IN" sz="1200" b="1"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A36D0A4-9CED-C288-CFBC-0D151E8C932E}"/>
              </a:ext>
            </a:extLst>
          </p:cNvPr>
          <p:cNvSpPr txBox="1"/>
          <p:nvPr/>
        </p:nvSpPr>
        <p:spPr>
          <a:xfrm>
            <a:off x="716170" y="7794749"/>
            <a:ext cx="6131102"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12) Time Management                                                      1          2             3             4                5</a:t>
            </a:r>
            <a:endParaRPr lang="en-IN" sz="1200" b="1"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64F24920-6F78-FA9B-A301-CE40380BEC1A}"/>
              </a:ext>
            </a:extLst>
          </p:cNvPr>
          <p:cNvSpPr txBox="1"/>
          <p:nvPr/>
        </p:nvSpPr>
        <p:spPr>
          <a:xfrm>
            <a:off x="736038" y="8266098"/>
            <a:ext cx="6258445"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14) Achievement of Desired Outcomes                            1          2             3             4                5</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87048" y="457263"/>
            <a:ext cx="6438328" cy="579200"/>
          </a:xfrm>
          <a:prstGeom prst="rect">
            <a:avLst/>
          </a:prstGeom>
        </p:spPr>
      </p:pic>
      <p:sp>
        <p:nvSpPr>
          <p:cNvPr id="3" name="object 3"/>
          <p:cNvSpPr txBox="1"/>
          <p:nvPr/>
        </p:nvSpPr>
        <p:spPr>
          <a:xfrm>
            <a:off x="1411402" y="1399450"/>
            <a:ext cx="4834255"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Student</a:t>
            </a:r>
            <a:r>
              <a:rPr sz="1200" b="1" spc="5" dirty="0">
                <a:latin typeface="Times New Roman"/>
                <a:cs typeface="Times New Roman"/>
              </a:rPr>
              <a:t> </a:t>
            </a:r>
            <a:r>
              <a:rPr sz="1200" b="1" spc="-5" dirty="0">
                <a:latin typeface="Times New Roman"/>
                <a:cs typeface="Times New Roman"/>
              </a:rPr>
              <a:t>Evaluation</a:t>
            </a:r>
            <a:r>
              <a:rPr sz="1200" b="1" spc="15" dirty="0">
                <a:latin typeface="Times New Roman"/>
                <a:cs typeface="Times New Roman"/>
              </a:rPr>
              <a:t> </a:t>
            </a:r>
            <a:r>
              <a:rPr sz="1200" b="1" dirty="0">
                <a:latin typeface="Times New Roman"/>
                <a:cs typeface="Times New Roman"/>
              </a:rPr>
              <a:t>by</a:t>
            </a:r>
            <a:r>
              <a:rPr sz="1200" b="1" spc="10" dirty="0">
                <a:latin typeface="Times New Roman"/>
                <a:cs typeface="Times New Roman"/>
              </a:rPr>
              <a:t> </a:t>
            </a:r>
            <a:r>
              <a:rPr sz="1200" b="1" spc="-5" dirty="0">
                <a:latin typeface="Times New Roman"/>
                <a:cs typeface="Times New Roman"/>
              </a:rPr>
              <a:t>the</a:t>
            </a:r>
            <a:r>
              <a:rPr sz="1200" b="1" spc="10" dirty="0">
                <a:latin typeface="Times New Roman"/>
                <a:cs typeface="Times New Roman"/>
              </a:rPr>
              <a:t> </a:t>
            </a:r>
            <a:r>
              <a:rPr sz="1200" b="1" spc="-10" dirty="0">
                <a:latin typeface="Times New Roman"/>
                <a:cs typeface="Times New Roman"/>
              </a:rPr>
              <a:t>Person</a:t>
            </a:r>
            <a:r>
              <a:rPr sz="1200" b="1" spc="15" dirty="0">
                <a:latin typeface="Times New Roman"/>
                <a:cs typeface="Times New Roman"/>
              </a:rPr>
              <a:t> </a:t>
            </a:r>
            <a:r>
              <a:rPr sz="1200" b="1" dirty="0">
                <a:latin typeface="Times New Roman"/>
                <a:cs typeface="Times New Roman"/>
              </a:rPr>
              <a:t>in-charge</a:t>
            </a:r>
            <a:r>
              <a:rPr sz="1200" b="1" spc="5" dirty="0">
                <a:latin typeface="Times New Roman"/>
                <a:cs typeface="Times New Roman"/>
              </a:rPr>
              <a:t> </a:t>
            </a:r>
            <a:r>
              <a:rPr sz="1200" b="1" spc="-5" dirty="0">
                <a:latin typeface="Times New Roman"/>
                <a:cs typeface="Times New Roman"/>
              </a:rPr>
              <a:t>in</a:t>
            </a:r>
            <a:r>
              <a:rPr sz="1200" b="1" spc="15" dirty="0">
                <a:latin typeface="Times New Roman"/>
                <a:cs typeface="Times New Roman"/>
              </a:rPr>
              <a:t> </a:t>
            </a:r>
            <a:r>
              <a:rPr sz="1200" b="1" spc="-5" dirty="0">
                <a:latin typeface="Times New Roman"/>
                <a:cs typeface="Times New Roman"/>
              </a:rPr>
              <a:t>the</a:t>
            </a:r>
            <a:r>
              <a:rPr sz="1200" b="1" spc="15" dirty="0">
                <a:latin typeface="Times New Roman"/>
                <a:cs typeface="Times New Roman"/>
              </a:rPr>
              <a:t> </a:t>
            </a:r>
            <a:r>
              <a:rPr sz="1200" b="1" spc="-5" dirty="0">
                <a:latin typeface="Times New Roman"/>
                <a:cs typeface="Times New Roman"/>
              </a:rPr>
              <a:t>Community/Habitation</a:t>
            </a:r>
            <a:endParaRPr sz="1200">
              <a:latin typeface="Times New Roman"/>
              <a:cs typeface="Times New Roman"/>
            </a:endParaRPr>
          </a:p>
        </p:txBody>
      </p:sp>
      <p:sp>
        <p:nvSpPr>
          <p:cNvPr id="4" name="object 4"/>
          <p:cNvSpPr txBox="1"/>
          <p:nvPr/>
        </p:nvSpPr>
        <p:spPr>
          <a:xfrm>
            <a:off x="807859" y="3861396"/>
            <a:ext cx="3632200" cy="367030"/>
          </a:xfrm>
          <a:prstGeom prst="rect">
            <a:avLst/>
          </a:prstGeom>
        </p:spPr>
        <p:txBody>
          <a:bodyPr vert="horz" wrap="square" lIns="0" tIns="6350" rIns="0" bIns="0" rtlCol="0">
            <a:spAutoFit/>
          </a:bodyPr>
          <a:lstStyle/>
          <a:p>
            <a:pPr marL="13970" marR="5080" indent="-1905">
              <a:lnSpc>
                <a:spcPct val="103699"/>
              </a:lnSpc>
              <a:spcBef>
                <a:spcPts val="50"/>
              </a:spcBef>
            </a:pPr>
            <a:r>
              <a:rPr sz="1100" b="1" dirty="0">
                <a:latin typeface="Times New Roman"/>
                <a:cs typeface="Times New Roman"/>
              </a:rPr>
              <a:t>Please</a:t>
            </a:r>
            <a:r>
              <a:rPr sz="1100" b="1" spc="-5" dirty="0">
                <a:latin typeface="Times New Roman"/>
                <a:cs typeface="Times New Roman"/>
              </a:rPr>
              <a:t> rate</a:t>
            </a:r>
            <a:r>
              <a:rPr sz="1100" b="1" spc="10" dirty="0">
                <a:latin typeface="Times New Roman"/>
                <a:cs typeface="Times New Roman"/>
              </a:rPr>
              <a:t> </a:t>
            </a:r>
            <a:r>
              <a:rPr sz="1100" b="1" dirty="0">
                <a:latin typeface="Times New Roman"/>
                <a:cs typeface="Times New Roman"/>
              </a:rPr>
              <a:t>the</a:t>
            </a:r>
            <a:r>
              <a:rPr sz="1100" b="1" spc="-5" dirty="0">
                <a:latin typeface="Times New Roman"/>
                <a:cs typeface="Times New Roman"/>
              </a:rPr>
              <a:t> student’s</a:t>
            </a:r>
            <a:r>
              <a:rPr sz="1100" b="1" spc="5" dirty="0">
                <a:latin typeface="Times New Roman"/>
                <a:cs typeface="Times New Roman"/>
              </a:rPr>
              <a:t> </a:t>
            </a:r>
            <a:r>
              <a:rPr sz="1100" b="1" spc="-5" dirty="0">
                <a:latin typeface="Times New Roman"/>
                <a:cs typeface="Times New Roman"/>
              </a:rPr>
              <a:t>performance </a:t>
            </a:r>
            <a:r>
              <a:rPr sz="1100" b="1" dirty="0">
                <a:latin typeface="Times New Roman"/>
                <a:cs typeface="Times New Roman"/>
              </a:rPr>
              <a:t>in</a:t>
            </a:r>
            <a:r>
              <a:rPr sz="1100" b="1" spc="-15" dirty="0">
                <a:latin typeface="Times New Roman"/>
                <a:cs typeface="Times New Roman"/>
              </a:rPr>
              <a:t> </a:t>
            </a:r>
            <a:r>
              <a:rPr sz="1100" b="1" dirty="0">
                <a:latin typeface="Times New Roman"/>
                <a:cs typeface="Times New Roman"/>
              </a:rPr>
              <a:t>the</a:t>
            </a:r>
            <a:r>
              <a:rPr sz="1100" b="1" spc="-5" dirty="0">
                <a:latin typeface="Times New Roman"/>
                <a:cs typeface="Times New Roman"/>
              </a:rPr>
              <a:t> following</a:t>
            </a:r>
            <a:r>
              <a:rPr sz="1100" b="1" spc="5" dirty="0">
                <a:latin typeface="Times New Roman"/>
                <a:cs typeface="Times New Roman"/>
              </a:rPr>
              <a:t> </a:t>
            </a:r>
            <a:r>
              <a:rPr sz="1100" b="1" spc="-10" dirty="0">
                <a:latin typeface="Times New Roman"/>
                <a:cs typeface="Times New Roman"/>
              </a:rPr>
              <a:t>areas: </a:t>
            </a:r>
            <a:r>
              <a:rPr sz="1100" b="1" spc="-260" dirty="0">
                <a:latin typeface="Times New Roman"/>
                <a:cs typeface="Times New Roman"/>
              </a:rPr>
              <a:t> </a:t>
            </a:r>
            <a:r>
              <a:rPr sz="1100" b="1" u="heavy" spc="-5" dirty="0">
                <a:uFill>
                  <a:solidFill>
                    <a:srgbClr val="000000"/>
                  </a:solidFill>
                </a:uFill>
                <a:latin typeface="Times New Roman"/>
                <a:cs typeface="Times New Roman"/>
              </a:rPr>
              <a:t>Rating Scale</a:t>
            </a:r>
            <a:r>
              <a:rPr sz="1100" b="1" u="heavy" spc="-10" dirty="0">
                <a:uFill>
                  <a:solidFill>
                    <a:srgbClr val="000000"/>
                  </a:solidFill>
                </a:uFill>
                <a:latin typeface="Times New Roman"/>
                <a:cs typeface="Times New Roman"/>
              </a:rPr>
              <a:t> </a:t>
            </a:r>
            <a:r>
              <a:rPr sz="1100" b="1" dirty="0">
                <a:latin typeface="Times New Roman"/>
                <a:cs typeface="Times New Roman"/>
              </a:rPr>
              <a:t>:</a:t>
            </a:r>
            <a:r>
              <a:rPr sz="1100" b="1" spc="5" dirty="0">
                <a:latin typeface="Times New Roman"/>
                <a:cs typeface="Times New Roman"/>
              </a:rPr>
              <a:t> </a:t>
            </a:r>
            <a:r>
              <a:rPr sz="1100" b="1" dirty="0">
                <a:latin typeface="Times New Roman"/>
                <a:cs typeface="Times New Roman"/>
              </a:rPr>
              <a:t>1</a:t>
            </a:r>
            <a:r>
              <a:rPr sz="1100" b="1" spc="-10" dirty="0">
                <a:latin typeface="Times New Roman"/>
                <a:cs typeface="Times New Roman"/>
              </a:rPr>
              <a:t> </a:t>
            </a:r>
            <a:r>
              <a:rPr sz="1100" b="1" dirty="0">
                <a:latin typeface="Times New Roman"/>
                <a:cs typeface="Times New Roman"/>
              </a:rPr>
              <a:t>is</a:t>
            </a:r>
            <a:r>
              <a:rPr sz="1100" b="1" spc="265" dirty="0">
                <a:latin typeface="Times New Roman"/>
                <a:cs typeface="Times New Roman"/>
              </a:rPr>
              <a:t> </a:t>
            </a:r>
            <a:r>
              <a:rPr sz="1100" b="1" spc="-5" dirty="0">
                <a:latin typeface="Times New Roman"/>
                <a:cs typeface="Times New Roman"/>
              </a:rPr>
              <a:t>lowest</a:t>
            </a:r>
            <a:r>
              <a:rPr sz="1100" b="1" spc="5" dirty="0">
                <a:latin typeface="Times New Roman"/>
                <a:cs typeface="Times New Roman"/>
              </a:rPr>
              <a:t> </a:t>
            </a:r>
            <a:r>
              <a:rPr sz="1100" b="1" dirty="0">
                <a:latin typeface="Times New Roman"/>
                <a:cs typeface="Times New Roman"/>
              </a:rPr>
              <a:t>and 5</a:t>
            </a:r>
            <a:r>
              <a:rPr sz="1100" b="1" spc="-10" dirty="0">
                <a:latin typeface="Times New Roman"/>
                <a:cs typeface="Times New Roman"/>
              </a:rPr>
              <a:t> </a:t>
            </a:r>
            <a:r>
              <a:rPr sz="1100" b="1" dirty="0">
                <a:latin typeface="Times New Roman"/>
                <a:cs typeface="Times New Roman"/>
              </a:rPr>
              <a:t>is </a:t>
            </a:r>
            <a:r>
              <a:rPr sz="1100" b="1" spc="-5" dirty="0">
                <a:latin typeface="Times New Roman"/>
                <a:cs typeface="Times New Roman"/>
              </a:rPr>
              <a:t>highest </a:t>
            </a:r>
            <a:r>
              <a:rPr sz="1100" b="1" dirty="0">
                <a:latin typeface="Times New Roman"/>
                <a:cs typeface="Times New Roman"/>
              </a:rPr>
              <a:t>rank</a:t>
            </a:r>
            <a:endParaRPr sz="1100" dirty="0">
              <a:latin typeface="Times New Roman"/>
              <a:cs typeface="Times New Roman"/>
            </a:endParaRPr>
          </a:p>
        </p:txBody>
      </p:sp>
      <p:sp>
        <p:nvSpPr>
          <p:cNvPr id="6" name="object 6"/>
          <p:cNvSpPr txBox="1"/>
          <p:nvPr/>
        </p:nvSpPr>
        <p:spPr>
          <a:xfrm>
            <a:off x="1059862" y="4581906"/>
            <a:ext cx="5652926" cy="19684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2)</a:t>
            </a:r>
            <a:r>
              <a:rPr sz="1200" b="1" spc="25" dirty="0">
                <a:latin typeface="Times New Roman"/>
                <a:cs typeface="Times New Roman"/>
              </a:rPr>
              <a:t> </a:t>
            </a:r>
            <a:r>
              <a:rPr sz="1200" b="1" spc="-10" dirty="0">
                <a:latin typeface="Times New Roman"/>
                <a:cs typeface="Times New Roman"/>
              </a:rPr>
              <a:t>Written</a:t>
            </a:r>
            <a:r>
              <a:rPr sz="1200" b="1" spc="5" dirty="0">
                <a:latin typeface="Times New Roman"/>
                <a:cs typeface="Times New Roman"/>
              </a:rPr>
              <a:t> </a:t>
            </a:r>
            <a:r>
              <a:rPr sz="1200" b="1" spc="-5" dirty="0">
                <a:latin typeface="Times New Roman"/>
                <a:cs typeface="Times New Roman"/>
              </a:rPr>
              <a:t>communication </a:t>
            </a:r>
            <a:r>
              <a:rPr lang="en-US" sz="1200" b="1" spc="-5" dirty="0">
                <a:latin typeface="Times New Roman"/>
                <a:cs typeface="Times New Roman"/>
              </a:rPr>
              <a:t>                     </a:t>
            </a:r>
            <a:r>
              <a:rPr sz="1200" b="1" spc="-5" dirty="0">
                <a:latin typeface="Times New Roman"/>
                <a:cs typeface="Times New Roman"/>
              </a:rPr>
              <a:t>1 </a:t>
            </a:r>
            <a:r>
              <a:rPr lang="en-US" sz="1200" b="1" spc="-5" dirty="0">
                <a:latin typeface="Times New Roman"/>
                <a:cs typeface="Times New Roman"/>
              </a:rPr>
              <a:t>               </a:t>
            </a:r>
            <a:r>
              <a:rPr sz="1200" b="1" spc="-5" dirty="0">
                <a:latin typeface="Times New Roman"/>
                <a:cs typeface="Times New Roman"/>
              </a:rPr>
              <a:t>2</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3 </a:t>
            </a:r>
            <a:r>
              <a:rPr lang="en-US" sz="1200" b="1" spc="-5" dirty="0">
                <a:latin typeface="Times New Roman"/>
                <a:cs typeface="Times New Roman"/>
              </a:rPr>
              <a:t>                </a:t>
            </a:r>
            <a:r>
              <a:rPr sz="1200" b="1" spc="-5" dirty="0">
                <a:latin typeface="Times New Roman"/>
                <a:cs typeface="Times New Roman"/>
              </a:rPr>
              <a:t>4 </a:t>
            </a:r>
            <a:r>
              <a:rPr lang="en-US" sz="1200" b="1" spc="-5" dirty="0">
                <a:latin typeface="Times New Roman"/>
                <a:cs typeface="Times New Roman"/>
              </a:rPr>
              <a:t>                       </a:t>
            </a:r>
            <a:r>
              <a:rPr sz="1200" b="1" spc="-5" dirty="0">
                <a:latin typeface="Times New Roman"/>
                <a:cs typeface="Times New Roman"/>
              </a:rPr>
              <a:t>5</a:t>
            </a:r>
            <a:endParaRPr sz="1200" dirty="0">
              <a:latin typeface="Times New Roman"/>
              <a:cs typeface="Times New Roman"/>
            </a:endParaRPr>
          </a:p>
        </p:txBody>
      </p:sp>
      <p:sp>
        <p:nvSpPr>
          <p:cNvPr id="11" name="object 11"/>
          <p:cNvSpPr txBox="1"/>
          <p:nvPr/>
        </p:nvSpPr>
        <p:spPr>
          <a:xfrm>
            <a:off x="1016407" y="6118002"/>
            <a:ext cx="5819221" cy="19684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8)</a:t>
            </a:r>
            <a:r>
              <a:rPr sz="1200" b="1" spc="25" dirty="0">
                <a:latin typeface="Times New Roman"/>
                <a:cs typeface="Times New Roman"/>
              </a:rPr>
              <a:t> </a:t>
            </a:r>
            <a:r>
              <a:rPr sz="1200" b="1" spc="-20" dirty="0">
                <a:latin typeface="Times New Roman"/>
                <a:cs typeface="Times New Roman"/>
              </a:rPr>
              <a:t>Work</a:t>
            </a:r>
            <a:r>
              <a:rPr sz="1200" b="1" spc="15" dirty="0">
                <a:latin typeface="Times New Roman"/>
                <a:cs typeface="Times New Roman"/>
              </a:rPr>
              <a:t> </a:t>
            </a:r>
            <a:r>
              <a:rPr sz="1200" b="1" spc="-10" dirty="0">
                <a:latin typeface="Times New Roman"/>
                <a:cs typeface="Times New Roman"/>
              </a:rPr>
              <a:t>Plan</a:t>
            </a:r>
            <a:r>
              <a:rPr sz="1200" b="1" spc="5" dirty="0">
                <a:latin typeface="Times New Roman"/>
                <a:cs typeface="Times New Roman"/>
              </a:rPr>
              <a:t> </a:t>
            </a:r>
            <a:r>
              <a:rPr sz="1200" b="1" spc="-5" dirty="0">
                <a:latin typeface="Times New Roman"/>
                <a:cs typeface="Times New Roman"/>
              </a:rPr>
              <a:t>and</a:t>
            </a:r>
            <a:r>
              <a:rPr sz="1200" b="1" dirty="0">
                <a:latin typeface="Times New Roman"/>
                <a:cs typeface="Times New Roman"/>
              </a:rPr>
              <a:t> </a:t>
            </a:r>
            <a:r>
              <a:rPr sz="1200" b="1" spc="-5" dirty="0">
                <a:latin typeface="Times New Roman"/>
                <a:cs typeface="Times New Roman"/>
              </a:rPr>
              <a:t>organization </a:t>
            </a:r>
            <a:r>
              <a:rPr lang="en-US" sz="1200" b="1" spc="-5" dirty="0">
                <a:latin typeface="Times New Roman"/>
                <a:cs typeface="Times New Roman"/>
              </a:rPr>
              <a:t>               </a:t>
            </a:r>
            <a:r>
              <a:rPr sz="1200" b="1" spc="-5" dirty="0">
                <a:latin typeface="Times New Roman"/>
                <a:cs typeface="Times New Roman"/>
              </a:rPr>
              <a:t>1 </a:t>
            </a:r>
            <a:r>
              <a:rPr lang="en-US" sz="1200" b="1" spc="-5" dirty="0">
                <a:latin typeface="Times New Roman"/>
                <a:cs typeface="Times New Roman"/>
              </a:rPr>
              <a:t>               </a:t>
            </a:r>
            <a:r>
              <a:rPr sz="1200" b="1" spc="-5" dirty="0">
                <a:latin typeface="Times New Roman"/>
                <a:cs typeface="Times New Roman"/>
              </a:rPr>
              <a:t>2 </a:t>
            </a:r>
            <a:r>
              <a:rPr lang="en-US" sz="1200" b="1" spc="-5" dirty="0">
                <a:latin typeface="Times New Roman"/>
                <a:cs typeface="Times New Roman"/>
              </a:rPr>
              <a:t>              </a:t>
            </a:r>
            <a:r>
              <a:rPr sz="1200" b="1" spc="-5" dirty="0">
                <a:latin typeface="Times New Roman"/>
                <a:cs typeface="Times New Roman"/>
              </a:rPr>
              <a:t>3</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4 </a:t>
            </a:r>
            <a:r>
              <a:rPr lang="en-US" sz="1200" b="1" spc="-5" dirty="0">
                <a:latin typeface="Times New Roman"/>
                <a:cs typeface="Times New Roman"/>
              </a:rPr>
              <a:t>                      </a:t>
            </a:r>
            <a:r>
              <a:rPr sz="1200" b="1" spc="-5" dirty="0">
                <a:latin typeface="Times New Roman"/>
                <a:cs typeface="Times New Roman"/>
              </a:rPr>
              <a:t>5</a:t>
            </a:r>
            <a:endParaRPr sz="1200" dirty="0">
              <a:latin typeface="Times New Roman"/>
              <a:cs typeface="Times New Roman"/>
            </a:endParaRPr>
          </a:p>
        </p:txBody>
      </p:sp>
      <p:sp>
        <p:nvSpPr>
          <p:cNvPr id="14" name="object 14"/>
          <p:cNvSpPr txBox="1"/>
          <p:nvPr/>
        </p:nvSpPr>
        <p:spPr>
          <a:xfrm>
            <a:off x="981637" y="6641871"/>
            <a:ext cx="5878759" cy="858568"/>
          </a:xfrm>
          <a:prstGeom prst="rect">
            <a:avLst/>
          </a:prstGeom>
        </p:spPr>
        <p:txBody>
          <a:bodyPr vert="horz" wrap="square" lIns="0" tIns="12065" rIns="0" bIns="0" rtlCol="0">
            <a:spAutoFit/>
          </a:bodyPr>
          <a:lstStyle/>
          <a:p>
            <a:pPr marL="12700">
              <a:lnSpc>
                <a:spcPct val="100000"/>
              </a:lnSpc>
              <a:spcBef>
                <a:spcPts val="95"/>
              </a:spcBef>
            </a:pPr>
            <a:r>
              <a:rPr lang="en-US" sz="1200" b="1" spc="-5" dirty="0">
                <a:latin typeface="Times New Roman"/>
                <a:cs typeface="Times New Roman"/>
              </a:rPr>
              <a:t> </a:t>
            </a:r>
            <a:r>
              <a:rPr sz="1200" b="1" spc="-5" dirty="0">
                <a:latin typeface="Times New Roman"/>
                <a:cs typeface="Times New Roman"/>
              </a:rPr>
              <a:t>10)</a:t>
            </a:r>
            <a:r>
              <a:rPr sz="1200" b="1" spc="15" dirty="0">
                <a:latin typeface="Times New Roman"/>
                <a:cs typeface="Times New Roman"/>
              </a:rPr>
              <a:t> </a:t>
            </a:r>
            <a:r>
              <a:rPr sz="1200" b="1" spc="-5" dirty="0">
                <a:latin typeface="Times New Roman"/>
                <a:cs typeface="Times New Roman"/>
              </a:rPr>
              <a:t>Creativity</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1</a:t>
            </a:r>
            <a:r>
              <a:rPr sz="1200" b="1" spc="-15" dirty="0">
                <a:latin typeface="Times New Roman"/>
                <a:cs typeface="Times New Roman"/>
              </a:rPr>
              <a:t> </a:t>
            </a:r>
            <a:r>
              <a:rPr lang="en-US" sz="1200" b="1" spc="-15" dirty="0">
                <a:latin typeface="Times New Roman"/>
                <a:cs typeface="Times New Roman"/>
              </a:rPr>
              <a:t>                </a:t>
            </a:r>
            <a:r>
              <a:rPr sz="1200" b="1" spc="-5" dirty="0">
                <a:latin typeface="Times New Roman"/>
                <a:cs typeface="Times New Roman"/>
              </a:rPr>
              <a:t>2</a:t>
            </a:r>
            <a:r>
              <a:rPr sz="1200" b="1" spc="-15" dirty="0">
                <a:latin typeface="Times New Roman"/>
                <a:cs typeface="Times New Roman"/>
              </a:rPr>
              <a:t> </a:t>
            </a:r>
            <a:r>
              <a:rPr lang="en-US" sz="1200" b="1" spc="-15" dirty="0">
                <a:latin typeface="Times New Roman"/>
                <a:cs typeface="Times New Roman"/>
              </a:rPr>
              <a:t>              </a:t>
            </a:r>
            <a:r>
              <a:rPr sz="1200" b="1" spc="-5" dirty="0">
                <a:latin typeface="Times New Roman"/>
                <a:cs typeface="Times New Roman"/>
              </a:rPr>
              <a:t>3</a:t>
            </a:r>
            <a:r>
              <a:rPr sz="1200" b="1" spc="-15" dirty="0">
                <a:latin typeface="Times New Roman"/>
                <a:cs typeface="Times New Roman"/>
              </a:rPr>
              <a:t> </a:t>
            </a:r>
            <a:r>
              <a:rPr lang="en-US" sz="1200" b="1" spc="-15" dirty="0">
                <a:latin typeface="Times New Roman"/>
                <a:cs typeface="Times New Roman"/>
              </a:rPr>
              <a:t>                 </a:t>
            </a:r>
            <a:r>
              <a:rPr sz="1200" b="1" spc="-5" dirty="0">
                <a:latin typeface="Times New Roman"/>
                <a:cs typeface="Times New Roman"/>
              </a:rPr>
              <a:t>4</a:t>
            </a:r>
            <a:r>
              <a:rPr sz="1200" b="1" spc="-15" dirty="0">
                <a:latin typeface="Times New Roman"/>
                <a:cs typeface="Times New Roman"/>
              </a:rPr>
              <a:t> </a:t>
            </a:r>
            <a:r>
              <a:rPr lang="en-US" sz="1200" b="1" spc="-15" dirty="0">
                <a:latin typeface="Times New Roman"/>
                <a:cs typeface="Times New Roman"/>
              </a:rPr>
              <a:t>                       </a:t>
            </a:r>
            <a:r>
              <a:rPr sz="1200" b="1" spc="-5" dirty="0">
                <a:latin typeface="Times New Roman"/>
                <a:cs typeface="Times New Roman"/>
              </a:rPr>
              <a:t>5</a:t>
            </a:r>
            <a:endParaRPr sz="12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10"/>
              </a:spcBef>
            </a:pPr>
            <a:endParaRPr sz="1800" dirty="0">
              <a:latin typeface="Times New Roman"/>
              <a:cs typeface="Times New Roman"/>
            </a:endParaRPr>
          </a:p>
          <a:p>
            <a:pPr marL="12700">
              <a:lnSpc>
                <a:spcPct val="100000"/>
              </a:lnSpc>
            </a:pPr>
            <a:r>
              <a:rPr lang="en-US" sz="1200" b="1" spc="-5" dirty="0">
                <a:latin typeface="Times New Roman"/>
                <a:cs typeface="Times New Roman"/>
              </a:rPr>
              <a:t> </a:t>
            </a:r>
            <a:r>
              <a:rPr sz="1200" b="1" spc="-5" dirty="0">
                <a:latin typeface="Times New Roman"/>
                <a:cs typeface="Times New Roman"/>
              </a:rPr>
              <a:t>12)</a:t>
            </a:r>
            <a:r>
              <a:rPr sz="1200" b="1" spc="20" dirty="0">
                <a:latin typeface="Times New Roman"/>
                <a:cs typeface="Times New Roman"/>
              </a:rPr>
              <a:t> </a:t>
            </a:r>
            <a:r>
              <a:rPr sz="1200" b="1" spc="-10" dirty="0">
                <a:latin typeface="Times New Roman"/>
                <a:cs typeface="Times New Roman"/>
              </a:rPr>
              <a:t>Time</a:t>
            </a:r>
            <a:r>
              <a:rPr sz="1200" b="1" dirty="0">
                <a:latin typeface="Times New Roman"/>
                <a:cs typeface="Times New Roman"/>
              </a:rPr>
              <a:t> </a:t>
            </a:r>
            <a:r>
              <a:rPr sz="1200" b="1" spc="-5" dirty="0">
                <a:latin typeface="Times New Roman"/>
                <a:cs typeface="Times New Roman"/>
              </a:rPr>
              <a:t>Management</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1</a:t>
            </a:r>
            <a:r>
              <a:rPr sz="1200" b="1" spc="-15" dirty="0">
                <a:latin typeface="Times New Roman"/>
                <a:cs typeface="Times New Roman"/>
              </a:rPr>
              <a:t> </a:t>
            </a:r>
            <a:r>
              <a:rPr lang="en-US" sz="1200" b="1" spc="-15" dirty="0">
                <a:latin typeface="Times New Roman"/>
                <a:cs typeface="Times New Roman"/>
              </a:rPr>
              <a:t>                </a:t>
            </a:r>
            <a:r>
              <a:rPr sz="1200" b="1" spc="-5" dirty="0">
                <a:latin typeface="Times New Roman"/>
                <a:cs typeface="Times New Roman"/>
              </a:rPr>
              <a:t>2</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3</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4</a:t>
            </a:r>
            <a:r>
              <a:rPr sz="1200" b="1" spc="-10" dirty="0">
                <a:latin typeface="Times New Roman"/>
                <a:cs typeface="Times New Roman"/>
              </a:rPr>
              <a:t> </a:t>
            </a:r>
            <a:r>
              <a:rPr lang="en-US" sz="1200" b="1" spc="-10" dirty="0">
                <a:latin typeface="Times New Roman"/>
                <a:cs typeface="Times New Roman"/>
              </a:rPr>
              <a:t>                       </a:t>
            </a:r>
            <a:r>
              <a:rPr sz="1200" b="1" spc="-5" dirty="0">
                <a:latin typeface="Times New Roman"/>
                <a:cs typeface="Times New Roman"/>
              </a:rPr>
              <a:t>5</a:t>
            </a:r>
            <a:endParaRPr sz="1200" dirty="0">
              <a:latin typeface="Times New Roman"/>
              <a:cs typeface="Times New Roman"/>
            </a:endParaRPr>
          </a:p>
        </p:txBody>
      </p:sp>
      <p:sp>
        <p:nvSpPr>
          <p:cNvPr id="16" name="object 16"/>
          <p:cNvSpPr txBox="1"/>
          <p:nvPr/>
        </p:nvSpPr>
        <p:spPr>
          <a:xfrm>
            <a:off x="1044561" y="7872910"/>
            <a:ext cx="5645699" cy="19684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14)</a:t>
            </a:r>
            <a:r>
              <a:rPr sz="1200" b="1" spc="30" dirty="0">
                <a:latin typeface="Times New Roman"/>
                <a:cs typeface="Times New Roman"/>
              </a:rPr>
              <a:t> </a:t>
            </a:r>
            <a:r>
              <a:rPr sz="1200" b="1" spc="-5" dirty="0">
                <a:latin typeface="Times New Roman"/>
                <a:cs typeface="Times New Roman"/>
              </a:rPr>
              <a:t>Achievement</a:t>
            </a:r>
            <a:r>
              <a:rPr sz="1200" b="1" dirty="0">
                <a:latin typeface="Times New Roman"/>
                <a:cs typeface="Times New Roman"/>
              </a:rPr>
              <a:t> </a:t>
            </a:r>
            <a:r>
              <a:rPr sz="1200" b="1" spc="-5" dirty="0">
                <a:latin typeface="Times New Roman"/>
                <a:cs typeface="Times New Roman"/>
              </a:rPr>
              <a:t>of</a:t>
            </a:r>
            <a:r>
              <a:rPr sz="1200" b="1" spc="5" dirty="0">
                <a:latin typeface="Times New Roman"/>
                <a:cs typeface="Times New Roman"/>
              </a:rPr>
              <a:t> </a:t>
            </a:r>
            <a:r>
              <a:rPr sz="1200" b="1" spc="-10" dirty="0">
                <a:latin typeface="Times New Roman"/>
                <a:cs typeface="Times New Roman"/>
              </a:rPr>
              <a:t>Desired</a:t>
            </a:r>
            <a:r>
              <a:rPr sz="1200" b="1" spc="15" dirty="0">
                <a:latin typeface="Times New Roman"/>
                <a:cs typeface="Times New Roman"/>
              </a:rPr>
              <a:t> </a:t>
            </a:r>
            <a:r>
              <a:rPr sz="1200" b="1" spc="-5" dirty="0">
                <a:latin typeface="Times New Roman"/>
                <a:cs typeface="Times New Roman"/>
              </a:rPr>
              <a:t>Outcomes</a:t>
            </a:r>
            <a:r>
              <a:rPr sz="1200" b="1" dirty="0">
                <a:latin typeface="Times New Roman"/>
                <a:cs typeface="Times New Roman"/>
              </a:rPr>
              <a:t> </a:t>
            </a:r>
            <a:r>
              <a:rPr lang="en-US" sz="1200" b="1" dirty="0">
                <a:latin typeface="Times New Roman"/>
                <a:cs typeface="Times New Roman"/>
              </a:rPr>
              <a:t>  </a:t>
            </a:r>
            <a:r>
              <a:rPr sz="1200" b="1" spc="-5" dirty="0">
                <a:latin typeface="Times New Roman"/>
                <a:cs typeface="Times New Roman"/>
              </a:rPr>
              <a:t>1</a:t>
            </a:r>
            <a:r>
              <a:rPr lang="en-US" sz="1200" b="1" spc="-5" dirty="0">
                <a:latin typeface="Times New Roman"/>
                <a:cs typeface="Times New Roman"/>
              </a:rPr>
              <a:t>                </a:t>
            </a:r>
            <a:r>
              <a:rPr sz="1200" b="1" spc="-5" dirty="0">
                <a:latin typeface="Times New Roman"/>
                <a:cs typeface="Times New Roman"/>
              </a:rPr>
              <a:t>2 </a:t>
            </a:r>
            <a:r>
              <a:rPr lang="en-US" sz="1200" b="1" spc="-5" dirty="0">
                <a:latin typeface="Times New Roman"/>
                <a:cs typeface="Times New Roman"/>
              </a:rPr>
              <a:t>              3</a:t>
            </a:r>
            <a:r>
              <a:rPr sz="1200" b="1" spc="-5" dirty="0">
                <a:latin typeface="Times New Roman"/>
                <a:cs typeface="Times New Roman"/>
              </a:rPr>
              <a:t> </a:t>
            </a:r>
            <a:r>
              <a:rPr lang="en-US" sz="1200" b="1" spc="-5" dirty="0">
                <a:latin typeface="Times New Roman"/>
                <a:cs typeface="Times New Roman"/>
              </a:rPr>
              <a:t>               </a:t>
            </a:r>
            <a:r>
              <a:rPr sz="1200" b="1" spc="-5" dirty="0">
                <a:latin typeface="Times New Roman"/>
                <a:cs typeface="Times New Roman"/>
              </a:rPr>
              <a:t>4</a:t>
            </a:r>
            <a:r>
              <a:rPr sz="1200" b="1" dirty="0">
                <a:latin typeface="Times New Roman"/>
                <a:cs typeface="Times New Roman"/>
              </a:rPr>
              <a:t> </a:t>
            </a:r>
            <a:r>
              <a:rPr lang="en-US" sz="1200" b="1" dirty="0">
                <a:latin typeface="Times New Roman"/>
                <a:cs typeface="Times New Roman"/>
              </a:rPr>
              <a:t>         </a:t>
            </a:r>
            <a:r>
              <a:rPr lang="en-US" sz="1200" b="1" spc="-5" dirty="0">
                <a:latin typeface="Times New Roman"/>
                <a:cs typeface="Times New Roman"/>
              </a:rPr>
              <a:t>              5</a:t>
            </a:r>
            <a:endParaRPr sz="1200" dirty="0">
              <a:latin typeface="Times New Roman"/>
              <a:cs typeface="Times New Roman"/>
            </a:endParaRPr>
          </a:p>
        </p:txBody>
      </p:sp>
      <p:sp>
        <p:nvSpPr>
          <p:cNvPr id="18" name="object 18"/>
          <p:cNvSpPr txBox="1"/>
          <p:nvPr/>
        </p:nvSpPr>
        <p:spPr>
          <a:xfrm>
            <a:off x="827673" y="9413506"/>
            <a:ext cx="379730"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Da</a:t>
            </a:r>
            <a:r>
              <a:rPr sz="1200" b="1" spc="-10" dirty="0">
                <a:latin typeface="Times New Roman"/>
                <a:cs typeface="Times New Roman"/>
              </a:rPr>
              <a:t>te</a:t>
            </a:r>
            <a:r>
              <a:rPr sz="1200" b="1" spc="-5" dirty="0">
                <a:latin typeface="Times New Roman"/>
                <a:cs typeface="Times New Roman"/>
              </a:rPr>
              <a:t>:</a:t>
            </a:r>
            <a:endParaRPr sz="1200">
              <a:latin typeface="Times New Roman"/>
              <a:cs typeface="Times New Roman"/>
            </a:endParaRPr>
          </a:p>
        </p:txBody>
      </p:sp>
      <p:sp>
        <p:nvSpPr>
          <p:cNvPr id="19" name="object 19"/>
          <p:cNvSpPr txBox="1"/>
          <p:nvPr/>
        </p:nvSpPr>
        <p:spPr>
          <a:xfrm>
            <a:off x="5363209" y="9413506"/>
            <a:ext cx="1864995" cy="208279"/>
          </a:xfrm>
          <a:prstGeom prst="rect">
            <a:avLst/>
          </a:prstGeom>
        </p:spPr>
        <p:txBody>
          <a:bodyPr vert="horz" wrap="square" lIns="0" tIns="12065" rIns="0" bIns="0" rtlCol="0">
            <a:spAutoFit/>
          </a:bodyPr>
          <a:lstStyle/>
          <a:p>
            <a:pPr marL="12700">
              <a:lnSpc>
                <a:spcPct val="100000"/>
              </a:lnSpc>
              <a:spcBef>
                <a:spcPts val="95"/>
              </a:spcBef>
            </a:pPr>
            <a:r>
              <a:rPr sz="1200" b="1" spc="-5" dirty="0">
                <a:latin typeface="Times New Roman"/>
                <a:cs typeface="Times New Roman"/>
              </a:rPr>
              <a:t>Signature</a:t>
            </a:r>
            <a:r>
              <a:rPr sz="1200" b="1" spc="-15" dirty="0">
                <a:latin typeface="Times New Roman"/>
                <a:cs typeface="Times New Roman"/>
              </a:rPr>
              <a:t> </a:t>
            </a:r>
            <a:r>
              <a:rPr sz="1200" b="1" spc="-5" dirty="0">
                <a:latin typeface="Times New Roman"/>
                <a:cs typeface="Times New Roman"/>
              </a:rPr>
              <a:t>of</a:t>
            </a:r>
            <a:r>
              <a:rPr sz="1200" b="1" dirty="0">
                <a:latin typeface="Times New Roman"/>
                <a:cs typeface="Times New Roman"/>
              </a:rPr>
              <a:t> </a:t>
            </a:r>
            <a:r>
              <a:rPr sz="1200" b="1" spc="-5" dirty="0">
                <a:latin typeface="Times New Roman"/>
                <a:cs typeface="Times New Roman"/>
              </a:rPr>
              <a:t>the</a:t>
            </a:r>
            <a:r>
              <a:rPr sz="1200" b="1" spc="-10" dirty="0">
                <a:latin typeface="Times New Roman"/>
                <a:cs typeface="Times New Roman"/>
              </a:rPr>
              <a:t> </a:t>
            </a:r>
            <a:r>
              <a:rPr sz="1200" b="1" spc="-5" dirty="0">
                <a:latin typeface="Times New Roman"/>
                <a:cs typeface="Times New Roman"/>
              </a:rPr>
              <a:t>Supervisor:</a:t>
            </a:r>
            <a:endParaRPr sz="1200">
              <a:latin typeface="Times New Roman"/>
              <a:cs typeface="Times New Roman"/>
            </a:endParaRPr>
          </a:p>
        </p:txBody>
      </p:sp>
      <p:sp>
        <p:nvSpPr>
          <p:cNvPr id="20" name="object 20"/>
          <p:cNvSpPr txBox="1"/>
          <p:nvPr/>
        </p:nvSpPr>
        <p:spPr>
          <a:xfrm>
            <a:off x="807859" y="1597334"/>
            <a:ext cx="6249670" cy="1896673"/>
          </a:xfrm>
          <a:prstGeom prst="rect">
            <a:avLst/>
          </a:prstGeom>
          <a:ln w="15877">
            <a:solidFill>
              <a:srgbClr val="000000"/>
            </a:solidFill>
          </a:ln>
        </p:spPr>
        <p:txBody>
          <a:bodyPr vert="horz" wrap="square" lIns="0" tIns="59690" rIns="0" bIns="0" rtlCol="0">
            <a:spAutoFit/>
          </a:bodyPr>
          <a:lstStyle/>
          <a:p>
            <a:pPr marL="100330">
              <a:lnSpc>
                <a:spcPct val="100000"/>
              </a:lnSpc>
              <a:spcBef>
                <a:spcPts val="470"/>
              </a:spcBef>
            </a:pPr>
            <a:r>
              <a:rPr lang="en-IN" sz="1100" b="1" dirty="0">
                <a:latin typeface="Times New Roman"/>
                <a:cs typeface="Times New Roman"/>
              </a:rPr>
              <a:t>Student</a:t>
            </a:r>
            <a:r>
              <a:rPr lang="en-IN" sz="1100" b="1" spc="-20" dirty="0">
                <a:latin typeface="Times New Roman"/>
                <a:cs typeface="Times New Roman"/>
              </a:rPr>
              <a:t> </a:t>
            </a:r>
            <a:r>
              <a:rPr lang="en-IN" sz="1100" b="1" spc="-5" dirty="0">
                <a:latin typeface="Times New Roman"/>
                <a:cs typeface="Times New Roman"/>
              </a:rPr>
              <a:t>Name:     </a:t>
            </a:r>
            <a:r>
              <a:rPr lang="en-IN" sz="1100" spc="-5" dirty="0">
                <a:latin typeface="Times New Roman"/>
                <a:cs typeface="Times New Roman"/>
              </a:rPr>
              <a:t>ALAMPOOR</a:t>
            </a:r>
            <a:r>
              <a:rPr lang="en-IN" sz="1100" spc="-35" dirty="0">
                <a:latin typeface="Times New Roman"/>
                <a:cs typeface="Times New Roman"/>
              </a:rPr>
              <a:t> </a:t>
            </a:r>
            <a:r>
              <a:rPr lang="en-IN" sz="1100" spc="-5" dirty="0">
                <a:latin typeface="Times New Roman"/>
                <a:cs typeface="Times New Roman"/>
              </a:rPr>
              <a:t>THARUN</a:t>
            </a:r>
            <a:r>
              <a:rPr lang="en-IN" sz="1100" spc="-10" dirty="0">
                <a:latin typeface="Times New Roman"/>
                <a:cs typeface="Times New Roman"/>
              </a:rPr>
              <a:t> </a:t>
            </a:r>
            <a:r>
              <a:rPr lang="en-IN" sz="1100" spc="-5" dirty="0">
                <a:latin typeface="Times New Roman"/>
                <a:cs typeface="Times New Roman"/>
              </a:rPr>
              <a:t>SINGH</a:t>
            </a:r>
            <a:endParaRPr lang="en-IN" sz="1100" dirty="0">
              <a:latin typeface="Times New Roman"/>
              <a:cs typeface="Times New Roman"/>
            </a:endParaRPr>
          </a:p>
          <a:p>
            <a:pPr>
              <a:lnSpc>
                <a:spcPct val="100000"/>
              </a:lnSpc>
              <a:spcBef>
                <a:spcPts val="5"/>
              </a:spcBef>
            </a:pPr>
            <a:endParaRPr lang="en-IN" sz="1050" dirty="0">
              <a:latin typeface="Times New Roman"/>
              <a:cs typeface="Times New Roman"/>
            </a:endParaRPr>
          </a:p>
          <a:p>
            <a:pPr marL="100330">
              <a:lnSpc>
                <a:spcPct val="100000"/>
              </a:lnSpc>
            </a:pPr>
            <a:r>
              <a:rPr lang="en-IN" sz="1100" b="1" spc="-5" dirty="0">
                <a:latin typeface="Times New Roman"/>
                <a:cs typeface="Times New Roman"/>
              </a:rPr>
              <a:t>Registration</a:t>
            </a:r>
            <a:r>
              <a:rPr lang="en-IN" sz="1100" b="1" dirty="0">
                <a:latin typeface="Times New Roman"/>
                <a:cs typeface="Times New Roman"/>
              </a:rPr>
              <a:t> </a:t>
            </a:r>
            <a:r>
              <a:rPr lang="en-IN" sz="1100" b="1" spc="-5" dirty="0">
                <a:latin typeface="Times New Roman"/>
                <a:cs typeface="Times New Roman"/>
              </a:rPr>
              <a:t>No:    </a:t>
            </a:r>
            <a:r>
              <a:rPr lang="en-IN" sz="1100" spc="-5" dirty="0">
                <a:latin typeface="Times New Roman"/>
                <a:cs typeface="Times New Roman"/>
              </a:rPr>
              <a:t>22G21A3202</a:t>
            </a:r>
            <a:endParaRPr lang="en-IN" sz="1100" dirty="0">
              <a:latin typeface="Times New Roman"/>
              <a:cs typeface="Times New Roman"/>
            </a:endParaRPr>
          </a:p>
          <a:p>
            <a:pPr>
              <a:lnSpc>
                <a:spcPct val="100000"/>
              </a:lnSpc>
              <a:spcBef>
                <a:spcPts val="5"/>
              </a:spcBef>
            </a:pPr>
            <a:endParaRPr lang="en-IN" sz="1050" dirty="0">
              <a:latin typeface="Times New Roman"/>
              <a:cs typeface="Times New Roman"/>
            </a:endParaRPr>
          </a:p>
          <a:p>
            <a:pPr marL="100330">
              <a:lnSpc>
                <a:spcPct val="100000"/>
              </a:lnSpc>
              <a:tabLst>
                <a:tab pos="2833370" algn="l"/>
              </a:tabLst>
            </a:pPr>
            <a:r>
              <a:rPr lang="en-IN" sz="1100" b="1" spc="10" dirty="0">
                <a:latin typeface="Times New Roman"/>
                <a:cs typeface="Times New Roman"/>
              </a:rPr>
              <a:t>P</a:t>
            </a:r>
            <a:r>
              <a:rPr lang="en-IN" sz="1100" b="1" spc="-10" dirty="0">
                <a:latin typeface="Times New Roman"/>
                <a:cs typeface="Times New Roman"/>
              </a:rPr>
              <a:t>e</a:t>
            </a:r>
            <a:r>
              <a:rPr lang="en-IN" sz="1100" b="1" dirty="0">
                <a:latin typeface="Times New Roman"/>
                <a:cs typeface="Times New Roman"/>
              </a:rPr>
              <a:t>r</a:t>
            </a:r>
            <a:r>
              <a:rPr lang="en-IN" sz="1100" b="1" spc="5" dirty="0">
                <a:latin typeface="Times New Roman"/>
                <a:cs typeface="Times New Roman"/>
              </a:rPr>
              <a:t>i</a:t>
            </a:r>
            <a:r>
              <a:rPr lang="en-IN" sz="1100" b="1" dirty="0">
                <a:latin typeface="Times New Roman"/>
                <a:cs typeface="Times New Roman"/>
              </a:rPr>
              <a:t>od</a:t>
            </a:r>
            <a:r>
              <a:rPr lang="en-IN" sz="1100" b="1" spc="-35" dirty="0">
                <a:latin typeface="Times New Roman"/>
                <a:cs typeface="Times New Roman"/>
              </a:rPr>
              <a:t> </a:t>
            </a:r>
            <a:r>
              <a:rPr lang="en-IN" sz="1100" b="1" spc="-15" dirty="0">
                <a:latin typeface="Times New Roman"/>
                <a:cs typeface="Times New Roman"/>
              </a:rPr>
              <a:t>o</a:t>
            </a:r>
            <a:r>
              <a:rPr lang="en-IN" sz="1100" b="1" dirty="0">
                <a:latin typeface="Times New Roman"/>
                <a:cs typeface="Times New Roman"/>
              </a:rPr>
              <a:t>f</a:t>
            </a:r>
            <a:r>
              <a:rPr lang="en-IN" sz="1100" b="1" spc="-30" dirty="0">
                <a:latin typeface="Times New Roman"/>
                <a:cs typeface="Times New Roman"/>
              </a:rPr>
              <a:t> </a:t>
            </a:r>
            <a:r>
              <a:rPr lang="en-IN" sz="1100" b="1" spc="-5" dirty="0">
                <a:latin typeface="Times New Roman"/>
                <a:cs typeface="Times New Roman"/>
              </a:rPr>
              <a:t>C</a:t>
            </a:r>
            <a:r>
              <a:rPr lang="en-IN" sz="1100" b="1" dirty="0">
                <a:latin typeface="Times New Roman"/>
                <a:cs typeface="Times New Roman"/>
              </a:rPr>
              <a:t>SI</a:t>
            </a:r>
            <a:r>
              <a:rPr lang="en-IN" sz="1100" b="1" spc="5" dirty="0">
                <a:latin typeface="Times New Roman"/>
                <a:cs typeface="Times New Roman"/>
              </a:rPr>
              <a:t>: </a:t>
            </a:r>
            <a:r>
              <a:rPr lang="en-IN" sz="1100" spc="5" dirty="0">
                <a:latin typeface="Times New Roman"/>
                <a:cs typeface="Times New Roman"/>
              </a:rPr>
              <a:t>8</a:t>
            </a:r>
            <a:r>
              <a:rPr lang="en-IN" sz="1100" spc="-25" dirty="0">
                <a:latin typeface="Times New Roman"/>
                <a:cs typeface="Times New Roman"/>
              </a:rPr>
              <a:t> </a:t>
            </a:r>
            <a:r>
              <a:rPr lang="en-IN" sz="1100" dirty="0">
                <a:latin typeface="Times New Roman"/>
                <a:cs typeface="Times New Roman"/>
              </a:rPr>
              <a:t>WEEKS  </a:t>
            </a:r>
            <a:r>
              <a:rPr lang="en-IN" sz="1100" spc="-65" dirty="0">
                <a:latin typeface="Times New Roman"/>
                <a:cs typeface="Times New Roman"/>
              </a:rPr>
              <a:t> </a:t>
            </a:r>
            <a:r>
              <a:rPr lang="en-IN" sz="1100" b="1" spc="10" dirty="0">
                <a:latin typeface="Times New Roman"/>
                <a:cs typeface="Times New Roman"/>
              </a:rPr>
              <a:t>F</a:t>
            </a:r>
            <a:r>
              <a:rPr lang="en-IN" sz="1100" b="1" spc="-25" dirty="0">
                <a:latin typeface="Times New Roman"/>
                <a:cs typeface="Times New Roman"/>
              </a:rPr>
              <a:t>r</a:t>
            </a:r>
            <a:r>
              <a:rPr lang="en-IN" sz="1100" b="1" spc="-10" dirty="0">
                <a:latin typeface="Times New Roman"/>
                <a:cs typeface="Times New Roman"/>
              </a:rPr>
              <a:t>o</a:t>
            </a:r>
            <a:r>
              <a:rPr lang="en-IN" sz="1100" b="1" spc="5" dirty="0">
                <a:latin typeface="Times New Roman"/>
                <a:cs typeface="Times New Roman"/>
              </a:rPr>
              <a:t>m</a:t>
            </a:r>
            <a:r>
              <a:rPr lang="en-IN" sz="1100" b="1" spc="15" dirty="0">
                <a:latin typeface="Times New Roman"/>
                <a:cs typeface="Times New Roman"/>
              </a:rPr>
              <a:t>:  </a:t>
            </a:r>
            <a:r>
              <a:rPr lang="en-IN" sz="1100" spc="15" dirty="0">
                <a:latin typeface="Times New Roman"/>
                <a:cs typeface="Times New Roman"/>
              </a:rPr>
              <a:t>23-07-2024      To 17-09-2024    </a:t>
            </a:r>
            <a:r>
              <a:rPr lang="en-IN" sz="1100" b="1" dirty="0">
                <a:latin typeface="Times New Roman"/>
                <a:cs typeface="Times New Roman"/>
              </a:rPr>
              <a:t>Date</a:t>
            </a:r>
            <a:r>
              <a:rPr lang="en-IN" sz="1100" b="1" spc="-30" dirty="0">
                <a:latin typeface="Times New Roman"/>
                <a:cs typeface="Times New Roman"/>
              </a:rPr>
              <a:t> </a:t>
            </a:r>
            <a:r>
              <a:rPr lang="en-IN" sz="1100" b="1" spc="-10" dirty="0">
                <a:latin typeface="Times New Roman"/>
                <a:cs typeface="Times New Roman"/>
              </a:rPr>
              <a:t>of </a:t>
            </a:r>
            <a:r>
              <a:rPr lang="en-IN" sz="1100" b="1" spc="-5" dirty="0">
                <a:latin typeface="Times New Roman"/>
                <a:cs typeface="Times New Roman"/>
              </a:rPr>
              <a:t>Evaluation: </a:t>
            </a:r>
            <a:r>
              <a:rPr lang="en-IN" sz="1100" spc="-5" dirty="0">
                <a:latin typeface="Times New Roman"/>
                <a:cs typeface="Times New Roman"/>
              </a:rPr>
              <a:t>04-10-2024</a:t>
            </a:r>
            <a:endParaRPr lang="en-IN" sz="1100" dirty="0">
              <a:latin typeface="Times New Roman"/>
              <a:cs typeface="Times New Roman"/>
            </a:endParaRPr>
          </a:p>
          <a:p>
            <a:pPr>
              <a:lnSpc>
                <a:spcPct val="100000"/>
              </a:lnSpc>
              <a:spcBef>
                <a:spcPts val="30"/>
              </a:spcBef>
            </a:pPr>
            <a:r>
              <a:rPr lang="en-IN" sz="1000" dirty="0">
                <a:latin typeface="Times New Roman"/>
                <a:cs typeface="Times New Roman"/>
              </a:rPr>
              <a:t>   </a:t>
            </a:r>
          </a:p>
          <a:p>
            <a:pPr marL="104775">
              <a:lnSpc>
                <a:spcPct val="100000"/>
              </a:lnSpc>
            </a:pPr>
            <a:r>
              <a:rPr lang="en-IN" sz="1650" b="1" baseline="-7575" dirty="0">
                <a:latin typeface="Cambria"/>
                <a:cs typeface="Cambria"/>
              </a:rPr>
              <a:t>N</a:t>
            </a:r>
            <a:r>
              <a:rPr lang="en-IN" sz="1100" b="1" dirty="0">
                <a:latin typeface="Times New Roman"/>
                <a:cs typeface="Times New Roman"/>
              </a:rPr>
              <a:t>ame </a:t>
            </a:r>
            <a:r>
              <a:rPr lang="en-IN" sz="1100" b="1" spc="-5" dirty="0">
                <a:latin typeface="Times New Roman"/>
                <a:cs typeface="Times New Roman"/>
              </a:rPr>
              <a:t>of</a:t>
            </a:r>
            <a:r>
              <a:rPr lang="en-IN" sz="1100" b="1" spc="5" dirty="0">
                <a:latin typeface="Times New Roman"/>
                <a:cs typeface="Times New Roman"/>
              </a:rPr>
              <a:t> </a:t>
            </a:r>
            <a:r>
              <a:rPr lang="en-IN" sz="1100" b="1" spc="-5" dirty="0">
                <a:latin typeface="Times New Roman"/>
                <a:cs typeface="Times New Roman"/>
              </a:rPr>
              <a:t>the</a:t>
            </a:r>
            <a:r>
              <a:rPr lang="en-IN" sz="1100" b="1" spc="-10" dirty="0">
                <a:latin typeface="Times New Roman"/>
                <a:cs typeface="Times New Roman"/>
              </a:rPr>
              <a:t> </a:t>
            </a:r>
            <a:r>
              <a:rPr lang="en-IN" sz="1100" b="1" dirty="0">
                <a:latin typeface="Times New Roman"/>
                <a:cs typeface="Times New Roman"/>
              </a:rPr>
              <a:t>Person</a:t>
            </a:r>
            <a:r>
              <a:rPr lang="en-IN" sz="1100" b="1" spc="-15" dirty="0">
                <a:latin typeface="Times New Roman"/>
                <a:cs typeface="Times New Roman"/>
              </a:rPr>
              <a:t> </a:t>
            </a:r>
            <a:r>
              <a:rPr lang="en-IN" sz="1100" b="1" dirty="0">
                <a:latin typeface="Times New Roman"/>
                <a:cs typeface="Times New Roman"/>
              </a:rPr>
              <a:t>in</a:t>
            </a:r>
            <a:r>
              <a:rPr lang="en-IN" sz="1100" b="1" spc="90" dirty="0">
                <a:latin typeface="Times New Roman"/>
                <a:cs typeface="Times New Roman"/>
              </a:rPr>
              <a:t> </a:t>
            </a:r>
            <a:r>
              <a:rPr lang="en-IN" sz="1100" b="1" spc="-5" dirty="0">
                <a:latin typeface="Times New Roman"/>
                <a:cs typeface="Times New Roman"/>
              </a:rPr>
              <a:t>charge:   </a:t>
            </a:r>
            <a:r>
              <a:rPr lang="en-IN" sz="1200" spc="-5" dirty="0" err="1">
                <a:latin typeface="Times New Roman"/>
                <a:cs typeface="Times New Roman"/>
              </a:rPr>
              <a:t>Dr.S.V</a:t>
            </a:r>
            <a:r>
              <a:rPr lang="en-IN" sz="1200" spc="-5" dirty="0">
                <a:latin typeface="Times New Roman"/>
                <a:cs typeface="Times New Roman"/>
              </a:rPr>
              <a:t>. PADMAVATHI DEVI  (</a:t>
            </a:r>
            <a:r>
              <a:rPr lang="en-IN" sz="1200" spc="-5" dirty="0" err="1">
                <a:latin typeface="Times New Roman"/>
                <a:cs typeface="Times New Roman"/>
              </a:rPr>
              <a:t>Ph.d</a:t>
            </a:r>
            <a:r>
              <a:rPr lang="en-IN" sz="1200" spc="-5" dirty="0">
                <a:latin typeface="Times New Roman"/>
                <a:cs typeface="Times New Roman"/>
              </a:rPr>
              <a:t>)</a:t>
            </a:r>
            <a:endParaRPr lang="en-IN" sz="1200" dirty="0">
              <a:latin typeface="Times New Roman"/>
              <a:cs typeface="Times New Roman"/>
            </a:endParaRPr>
          </a:p>
          <a:p>
            <a:pPr>
              <a:lnSpc>
                <a:spcPct val="100000"/>
              </a:lnSpc>
            </a:pPr>
            <a:endParaRPr lang="en-IN" sz="1250" dirty="0">
              <a:latin typeface="Times New Roman"/>
              <a:cs typeface="Times New Roman"/>
            </a:endParaRPr>
          </a:p>
          <a:p>
            <a:pPr marL="1545590" marR="784860" indent="-1501775">
              <a:lnSpc>
                <a:spcPts val="1240"/>
              </a:lnSpc>
            </a:pPr>
            <a:r>
              <a:rPr lang="en-IN" sz="1100" b="1" spc="-5" dirty="0">
                <a:latin typeface="Times New Roman"/>
                <a:cs typeface="Times New Roman"/>
              </a:rPr>
              <a:t>Address with</a:t>
            </a:r>
            <a:r>
              <a:rPr lang="en-IN" sz="1100" b="1" spc="10" dirty="0">
                <a:latin typeface="Times New Roman"/>
                <a:cs typeface="Times New Roman"/>
              </a:rPr>
              <a:t> </a:t>
            </a:r>
            <a:r>
              <a:rPr lang="en-IN" sz="1100" b="1" spc="-5" dirty="0">
                <a:latin typeface="Times New Roman"/>
                <a:cs typeface="Times New Roman"/>
              </a:rPr>
              <a:t>mobile</a:t>
            </a:r>
            <a:r>
              <a:rPr lang="en-IN" sz="1100" b="1" spc="5" dirty="0">
                <a:latin typeface="Times New Roman"/>
                <a:cs typeface="Times New Roman"/>
              </a:rPr>
              <a:t> </a:t>
            </a:r>
            <a:r>
              <a:rPr lang="en-IN" sz="1100" b="1" spc="-5" dirty="0">
                <a:latin typeface="Times New Roman"/>
                <a:cs typeface="Times New Roman"/>
              </a:rPr>
              <a:t>no.: </a:t>
            </a:r>
            <a:r>
              <a:rPr lang="en-IN" sz="1100" spc="-20" dirty="0">
                <a:latin typeface="Times New Roman"/>
                <a:cs typeface="Times New Roman"/>
              </a:rPr>
              <a:t>  </a:t>
            </a:r>
            <a:r>
              <a:rPr lang="en-IN" sz="1100" spc="-20" dirty="0" err="1">
                <a:latin typeface="Times New Roman"/>
                <a:cs typeface="Times New Roman"/>
              </a:rPr>
              <a:t>Sullurpeta</a:t>
            </a:r>
            <a:endParaRPr lang="en-IN" sz="1100" spc="-20" dirty="0">
              <a:latin typeface="Times New Roman"/>
              <a:cs typeface="Times New Roman"/>
            </a:endParaRPr>
          </a:p>
          <a:p>
            <a:pPr marL="1545590" marR="784860" indent="-1501775">
              <a:lnSpc>
                <a:spcPts val="1240"/>
              </a:lnSpc>
            </a:pPr>
            <a:endParaRPr lang="en-IN" sz="1100" dirty="0">
              <a:latin typeface="Times New Roman"/>
              <a:cs typeface="Times New Roman"/>
            </a:endParaRPr>
          </a:p>
          <a:p>
            <a:pPr marL="78740">
              <a:lnSpc>
                <a:spcPts val="1250"/>
              </a:lnSpc>
            </a:pPr>
            <a:r>
              <a:rPr lang="en-IN" sz="1100" b="1" dirty="0">
                <a:latin typeface="Times New Roman"/>
                <a:cs typeface="Times New Roman"/>
              </a:rPr>
              <a:t>Ph No:  </a:t>
            </a:r>
            <a:r>
              <a:rPr lang="en-IN" sz="1100" dirty="0">
                <a:latin typeface="Times New Roman"/>
                <a:cs typeface="Times New Roman"/>
              </a:rPr>
              <a:t>9249501196</a:t>
            </a:r>
          </a:p>
        </p:txBody>
      </p:sp>
      <p:sp>
        <p:nvSpPr>
          <p:cNvPr id="21" name="object 21"/>
          <p:cNvSpPr/>
          <p:nvPr/>
        </p:nvSpPr>
        <p:spPr>
          <a:xfrm>
            <a:off x="1072562" y="5365203"/>
            <a:ext cx="5813425" cy="154305"/>
          </a:xfrm>
          <a:custGeom>
            <a:avLst/>
            <a:gdLst/>
            <a:ahLst/>
            <a:cxnLst/>
            <a:rect l="l" t="t" r="r" b="b"/>
            <a:pathLst>
              <a:path w="5813425" h="154304">
                <a:moveTo>
                  <a:pt x="5558460" y="0"/>
                </a:moveTo>
                <a:lnTo>
                  <a:pt x="5558460" y="0"/>
                </a:lnTo>
                <a:lnTo>
                  <a:pt x="0" y="0"/>
                </a:lnTo>
                <a:lnTo>
                  <a:pt x="0" y="153682"/>
                </a:lnTo>
                <a:lnTo>
                  <a:pt x="5558460" y="153682"/>
                </a:lnTo>
                <a:lnTo>
                  <a:pt x="5558460" y="0"/>
                </a:lnTo>
                <a:close/>
              </a:path>
              <a:path w="5813425" h="154304">
                <a:moveTo>
                  <a:pt x="5813018" y="0"/>
                </a:moveTo>
                <a:lnTo>
                  <a:pt x="5558472" y="0"/>
                </a:lnTo>
                <a:lnTo>
                  <a:pt x="5558472" y="153682"/>
                </a:lnTo>
                <a:lnTo>
                  <a:pt x="5813018" y="153682"/>
                </a:lnTo>
                <a:lnTo>
                  <a:pt x="5813018" y="0"/>
                </a:lnTo>
                <a:close/>
              </a:path>
            </a:pathLst>
          </a:custGeom>
          <a:solidFill>
            <a:srgbClr val="BFBFBF"/>
          </a:solidFill>
        </p:spPr>
        <p:txBody>
          <a:bodyPr wrap="square" lIns="0" tIns="0" rIns="0" bIns="0" rtlCol="0"/>
          <a:lstStyle/>
          <a:p>
            <a:pPr>
              <a:lnSpc>
                <a:spcPts val="1305"/>
              </a:lnSpc>
            </a:pPr>
            <a:r>
              <a:rPr lang="en-IN" sz="1200" b="1" spc="-5" dirty="0">
                <a:latin typeface="Times New Roman"/>
                <a:cs typeface="Times New Roman"/>
              </a:rPr>
              <a:t>5)</a:t>
            </a:r>
            <a:r>
              <a:rPr lang="en-IN" sz="1200" b="1" spc="30" dirty="0">
                <a:latin typeface="Times New Roman"/>
                <a:cs typeface="Times New Roman"/>
              </a:rPr>
              <a:t> </a:t>
            </a:r>
            <a:r>
              <a:rPr lang="en-IN" sz="1200" b="1" spc="-5" dirty="0">
                <a:latin typeface="Times New Roman"/>
                <a:cs typeface="Times New Roman"/>
              </a:rPr>
              <a:t>Positive</a:t>
            </a:r>
            <a:r>
              <a:rPr lang="en-IN" sz="1200" b="1" spc="-60" dirty="0">
                <a:latin typeface="Times New Roman"/>
                <a:cs typeface="Times New Roman"/>
              </a:rPr>
              <a:t> </a:t>
            </a:r>
            <a:r>
              <a:rPr lang="en-IN" sz="1200" b="1" spc="-5" dirty="0">
                <a:latin typeface="Times New Roman"/>
                <a:cs typeface="Times New Roman"/>
              </a:rPr>
              <a:t>Attitude                                   1                2</a:t>
            </a:r>
            <a:r>
              <a:rPr lang="en-IN" sz="1200" b="1" dirty="0">
                <a:latin typeface="Times New Roman"/>
                <a:cs typeface="Times New Roman"/>
              </a:rPr>
              <a:t>               </a:t>
            </a:r>
            <a:r>
              <a:rPr lang="en-IN" sz="1200" b="1" spc="-5" dirty="0">
                <a:latin typeface="Times New Roman"/>
                <a:cs typeface="Times New Roman"/>
              </a:rPr>
              <a:t>3                  4</a:t>
            </a:r>
            <a:r>
              <a:rPr lang="en-IN" sz="1200" b="1" dirty="0">
                <a:latin typeface="Times New Roman"/>
                <a:cs typeface="Times New Roman"/>
              </a:rPr>
              <a:t>                      </a:t>
            </a:r>
            <a:r>
              <a:rPr lang="en-IN" sz="1200" b="1" spc="-5" dirty="0">
                <a:latin typeface="Times New Roman"/>
                <a:cs typeface="Times New Roman"/>
              </a:rPr>
              <a:t>5</a:t>
            </a:r>
            <a:endParaRPr lang="en-IN" sz="1200" dirty="0">
              <a:latin typeface="Times New Roman"/>
              <a:cs typeface="Times New Roman"/>
            </a:endParaRPr>
          </a:p>
        </p:txBody>
      </p:sp>
      <p:sp>
        <p:nvSpPr>
          <p:cNvPr id="22" name="object 22"/>
          <p:cNvSpPr/>
          <p:nvPr/>
        </p:nvSpPr>
        <p:spPr>
          <a:xfrm>
            <a:off x="1025981" y="6944875"/>
            <a:ext cx="5813425" cy="154305"/>
          </a:xfrm>
          <a:custGeom>
            <a:avLst/>
            <a:gdLst/>
            <a:ahLst/>
            <a:cxnLst/>
            <a:rect l="l" t="t" r="r" b="b"/>
            <a:pathLst>
              <a:path w="5813425" h="154304">
                <a:moveTo>
                  <a:pt x="5558460" y="0"/>
                </a:moveTo>
                <a:lnTo>
                  <a:pt x="5558460" y="0"/>
                </a:lnTo>
                <a:lnTo>
                  <a:pt x="0" y="0"/>
                </a:lnTo>
                <a:lnTo>
                  <a:pt x="0" y="153708"/>
                </a:lnTo>
                <a:lnTo>
                  <a:pt x="5558460" y="153708"/>
                </a:lnTo>
                <a:lnTo>
                  <a:pt x="5558460" y="0"/>
                </a:lnTo>
                <a:close/>
              </a:path>
              <a:path w="5813425" h="154304">
                <a:moveTo>
                  <a:pt x="5813018" y="0"/>
                </a:moveTo>
                <a:lnTo>
                  <a:pt x="5558472" y="0"/>
                </a:lnTo>
                <a:lnTo>
                  <a:pt x="5558472" y="153708"/>
                </a:lnTo>
                <a:lnTo>
                  <a:pt x="5813018" y="153708"/>
                </a:lnTo>
                <a:lnTo>
                  <a:pt x="5813018" y="0"/>
                </a:lnTo>
                <a:close/>
              </a:path>
            </a:pathLst>
          </a:custGeom>
          <a:solidFill>
            <a:srgbClr val="BFBFBF"/>
          </a:solidFill>
        </p:spPr>
        <p:txBody>
          <a:bodyPr wrap="square" lIns="0" tIns="0" rIns="0" bIns="0" rtlCol="0"/>
          <a:lstStyle/>
          <a:p>
            <a:r>
              <a:rPr lang="en-US" sz="1200" b="1" spc="-5" dirty="0">
                <a:latin typeface="Times New Roman"/>
                <a:cs typeface="Times New Roman"/>
              </a:rPr>
              <a:t>11)</a:t>
            </a:r>
            <a:r>
              <a:rPr lang="en-US" sz="1200" b="1" spc="25" dirty="0">
                <a:latin typeface="Times New Roman"/>
                <a:cs typeface="Times New Roman"/>
              </a:rPr>
              <a:t> </a:t>
            </a:r>
            <a:r>
              <a:rPr lang="en-US" sz="1200" b="1" dirty="0">
                <a:latin typeface="Times New Roman"/>
                <a:cs typeface="Times New Roman"/>
              </a:rPr>
              <a:t>Quality</a:t>
            </a:r>
            <a:r>
              <a:rPr lang="en-US" sz="1200" b="1" spc="5" dirty="0">
                <a:latin typeface="Times New Roman"/>
                <a:cs typeface="Times New Roman"/>
              </a:rPr>
              <a:t> </a:t>
            </a:r>
            <a:r>
              <a:rPr lang="en-US" sz="1200" b="1" spc="-5" dirty="0">
                <a:latin typeface="Times New Roman"/>
                <a:cs typeface="Times New Roman"/>
              </a:rPr>
              <a:t>of</a:t>
            </a:r>
            <a:r>
              <a:rPr lang="en-US" sz="1200" b="1" spc="-10" dirty="0">
                <a:latin typeface="Times New Roman"/>
                <a:cs typeface="Times New Roman"/>
              </a:rPr>
              <a:t> </a:t>
            </a:r>
            <a:r>
              <a:rPr lang="en-US" sz="1200" b="1" dirty="0">
                <a:latin typeface="Times New Roman"/>
                <a:cs typeface="Times New Roman"/>
              </a:rPr>
              <a:t>work</a:t>
            </a:r>
            <a:r>
              <a:rPr lang="en-US" sz="1200" b="1" spc="-10" dirty="0">
                <a:latin typeface="Times New Roman"/>
                <a:cs typeface="Times New Roman"/>
              </a:rPr>
              <a:t> </a:t>
            </a:r>
            <a:r>
              <a:rPr lang="en-US" sz="1200" b="1" spc="-5" dirty="0">
                <a:latin typeface="Times New Roman"/>
                <a:cs typeface="Times New Roman"/>
              </a:rPr>
              <a:t>done                          1                2               3                 4                        5</a:t>
            </a:r>
            <a:endParaRPr lang="en-US" sz="1200" dirty="0">
              <a:latin typeface="Times New Roman"/>
              <a:cs typeface="Times New Roman"/>
            </a:endParaRPr>
          </a:p>
          <a:p>
            <a:endParaRPr sz="1200" b="1" dirty="0">
              <a:latin typeface="Times New Roman" panose="02020603050405020304" pitchFamily="18" charset="0"/>
              <a:cs typeface="Times New Roman" panose="02020603050405020304" pitchFamily="18" charset="0"/>
            </a:endParaRPr>
          </a:p>
        </p:txBody>
      </p:sp>
      <p:sp>
        <p:nvSpPr>
          <p:cNvPr id="23" name="object 23"/>
          <p:cNvSpPr/>
          <p:nvPr/>
        </p:nvSpPr>
        <p:spPr>
          <a:xfrm>
            <a:off x="1072562" y="4851254"/>
            <a:ext cx="5813425" cy="153035"/>
          </a:xfrm>
          <a:custGeom>
            <a:avLst/>
            <a:gdLst/>
            <a:ahLst/>
            <a:cxnLst/>
            <a:rect l="l" t="t" r="r" b="b"/>
            <a:pathLst>
              <a:path w="5813425" h="153035">
                <a:moveTo>
                  <a:pt x="5558460" y="0"/>
                </a:moveTo>
                <a:lnTo>
                  <a:pt x="5558460" y="0"/>
                </a:lnTo>
                <a:lnTo>
                  <a:pt x="0" y="0"/>
                </a:lnTo>
                <a:lnTo>
                  <a:pt x="0" y="152425"/>
                </a:lnTo>
                <a:lnTo>
                  <a:pt x="5558460" y="152425"/>
                </a:lnTo>
                <a:lnTo>
                  <a:pt x="5558460" y="0"/>
                </a:lnTo>
                <a:close/>
              </a:path>
              <a:path w="5813425" h="153035">
                <a:moveTo>
                  <a:pt x="5813018" y="0"/>
                </a:moveTo>
                <a:lnTo>
                  <a:pt x="5558472" y="0"/>
                </a:lnTo>
                <a:lnTo>
                  <a:pt x="5558472" y="152425"/>
                </a:lnTo>
                <a:lnTo>
                  <a:pt x="5813018" y="152425"/>
                </a:lnTo>
                <a:lnTo>
                  <a:pt x="5813018" y="0"/>
                </a:lnTo>
                <a:close/>
              </a:path>
            </a:pathLst>
          </a:custGeom>
          <a:solidFill>
            <a:srgbClr val="BFBFBF"/>
          </a:solidFill>
        </p:spPr>
        <p:txBody>
          <a:bodyPr wrap="square" lIns="0" tIns="0" rIns="0" bIns="0" rtlCol="0"/>
          <a:lstStyle/>
          <a:p>
            <a:r>
              <a:rPr lang="en-US" sz="1200" b="1" spc="-5" dirty="0">
                <a:latin typeface="Times New Roman"/>
                <a:cs typeface="Times New Roman"/>
              </a:rPr>
              <a:t>3)Proactiveness                                        </a:t>
            </a:r>
            <a:r>
              <a:rPr lang="en-US" sz="1200" b="1" spc="-10" dirty="0">
                <a:latin typeface="Times New Roman"/>
                <a:cs typeface="Times New Roman"/>
              </a:rPr>
              <a:t> </a:t>
            </a:r>
            <a:r>
              <a:rPr lang="en-US" sz="1200" b="1" spc="-5" dirty="0">
                <a:latin typeface="Times New Roman"/>
                <a:cs typeface="Times New Roman"/>
              </a:rPr>
              <a:t>1                2</a:t>
            </a:r>
            <a:r>
              <a:rPr lang="en-US" sz="1200" b="1" spc="-10" dirty="0">
                <a:latin typeface="Times New Roman"/>
                <a:cs typeface="Times New Roman"/>
              </a:rPr>
              <a:t>                </a:t>
            </a:r>
            <a:r>
              <a:rPr lang="en-US" sz="1200" b="1" spc="-5" dirty="0">
                <a:latin typeface="Times New Roman"/>
                <a:cs typeface="Times New Roman"/>
              </a:rPr>
              <a:t>3                 4</a:t>
            </a:r>
            <a:r>
              <a:rPr lang="en-US" sz="1200" b="1" spc="-10" dirty="0">
                <a:latin typeface="Times New Roman"/>
                <a:cs typeface="Times New Roman"/>
              </a:rPr>
              <a:t>                        </a:t>
            </a:r>
            <a:r>
              <a:rPr lang="en-US" sz="1200" b="1" spc="-5" dirty="0">
                <a:latin typeface="Times New Roman"/>
                <a:cs typeface="Times New Roman"/>
              </a:rPr>
              <a:t>5</a:t>
            </a:r>
            <a:endParaRPr sz="1200" dirty="0"/>
          </a:p>
        </p:txBody>
      </p:sp>
      <p:sp>
        <p:nvSpPr>
          <p:cNvPr id="24" name="object 24"/>
          <p:cNvSpPr/>
          <p:nvPr/>
        </p:nvSpPr>
        <p:spPr>
          <a:xfrm>
            <a:off x="1034462" y="6410613"/>
            <a:ext cx="5813425" cy="153035"/>
          </a:xfrm>
          <a:custGeom>
            <a:avLst/>
            <a:gdLst/>
            <a:ahLst/>
            <a:cxnLst/>
            <a:rect l="l" t="t" r="r" b="b"/>
            <a:pathLst>
              <a:path w="5813425" h="153034">
                <a:moveTo>
                  <a:pt x="5558460" y="0"/>
                </a:moveTo>
                <a:lnTo>
                  <a:pt x="5558460" y="0"/>
                </a:lnTo>
                <a:lnTo>
                  <a:pt x="0" y="0"/>
                </a:lnTo>
                <a:lnTo>
                  <a:pt x="0" y="152425"/>
                </a:lnTo>
                <a:lnTo>
                  <a:pt x="5558460" y="152425"/>
                </a:lnTo>
                <a:lnTo>
                  <a:pt x="5558460" y="0"/>
                </a:lnTo>
                <a:close/>
              </a:path>
              <a:path w="5813425" h="153034">
                <a:moveTo>
                  <a:pt x="5813018" y="0"/>
                </a:moveTo>
                <a:lnTo>
                  <a:pt x="5558472" y="0"/>
                </a:lnTo>
                <a:lnTo>
                  <a:pt x="5558472" y="152425"/>
                </a:lnTo>
                <a:lnTo>
                  <a:pt x="5813018" y="152425"/>
                </a:lnTo>
                <a:lnTo>
                  <a:pt x="5813018" y="0"/>
                </a:lnTo>
                <a:close/>
              </a:path>
            </a:pathLst>
          </a:custGeom>
          <a:solidFill>
            <a:srgbClr val="BFBFBF"/>
          </a:solidFill>
        </p:spPr>
        <p:txBody>
          <a:bodyPr wrap="square" lIns="0" tIns="0" rIns="0" bIns="0" rtlCol="0"/>
          <a:lstStyle/>
          <a:p>
            <a:pPr>
              <a:lnSpc>
                <a:spcPts val="1305"/>
              </a:lnSpc>
            </a:pPr>
            <a:r>
              <a:rPr lang="en-IN" sz="1200" b="1" spc="-5" dirty="0">
                <a:latin typeface="Times New Roman"/>
                <a:cs typeface="Times New Roman"/>
              </a:rPr>
              <a:t>9)</a:t>
            </a:r>
            <a:r>
              <a:rPr lang="en-IN" sz="1200" b="1" spc="30" dirty="0">
                <a:latin typeface="Times New Roman"/>
                <a:cs typeface="Times New Roman"/>
              </a:rPr>
              <a:t> </a:t>
            </a:r>
            <a:r>
              <a:rPr lang="en-IN" sz="1200" b="1" spc="-5" dirty="0">
                <a:latin typeface="Times New Roman"/>
                <a:cs typeface="Times New Roman"/>
              </a:rPr>
              <a:t>Professionalism                                      1                2              3                  4                       5</a:t>
            </a:r>
            <a:endParaRPr lang="en-IN" sz="1200" dirty="0">
              <a:latin typeface="Times New Roman"/>
              <a:cs typeface="Times New Roman"/>
            </a:endParaRPr>
          </a:p>
        </p:txBody>
      </p:sp>
      <p:sp>
        <p:nvSpPr>
          <p:cNvPr id="25" name="object 25"/>
          <p:cNvSpPr/>
          <p:nvPr/>
        </p:nvSpPr>
        <p:spPr>
          <a:xfrm>
            <a:off x="1025981" y="5887908"/>
            <a:ext cx="5813425" cy="154305"/>
          </a:xfrm>
          <a:custGeom>
            <a:avLst/>
            <a:gdLst/>
            <a:ahLst/>
            <a:cxnLst/>
            <a:rect l="l" t="t" r="r" b="b"/>
            <a:pathLst>
              <a:path w="5813425" h="154304">
                <a:moveTo>
                  <a:pt x="5558460" y="0"/>
                </a:moveTo>
                <a:lnTo>
                  <a:pt x="5558460" y="0"/>
                </a:lnTo>
                <a:lnTo>
                  <a:pt x="0" y="0"/>
                </a:lnTo>
                <a:lnTo>
                  <a:pt x="0" y="153708"/>
                </a:lnTo>
                <a:lnTo>
                  <a:pt x="5558460" y="153708"/>
                </a:lnTo>
                <a:lnTo>
                  <a:pt x="5558460" y="0"/>
                </a:lnTo>
                <a:close/>
              </a:path>
              <a:path w="5813425" h="154304">
                <a:moveTo>
                  <a:pt x="5813018" y="0"/>
                </a:moveTo>
                <a:lnTo>
                  <a:pt x="5558472" y="0"/>
                </a:lnTo>
                <a:lnTo>
                  <a:pt x="5558472" y="153708"/>
                </a:lnTo>
                <a:lnTo>
                  <a:pt x="5813018" y="153708"/>
                </a:lnTo>
                <a:lnTo>
                  <a:pt x="5813018" y="0"/>
                </a:lnTo>
                <a:close/>
              </a:path>
            </a:pathLst>
          </a:custGeom>
          <a:solidFill>
            <a:srgbClr val="BFBFBF"/>
          </a:solidFill>
        </p:spPr>
        <p:txBody>
          <a:bodyPr wrap="square" lIns="0" tIns="0" rIns="0" bIns="0" rtlCol="0"/>
          <a:lstStyle/>
          <a:p>
            <a:pPr>
              <a:lnSpc>
                <a:spcPts val="1305"/>
              </a:lnSpc>
            </a:pPr>
            <a:r>
              <a:rPr lang="en-US" sz="1200" b="1" spc="-5" dirty="0">
                <a:latin typeface="Times New Roman"/>
                <a:cs typeface="Times New Roman"/>
              </a:rPr>
              <a:t>7)</a:t>
            </a:r>
            <a:r>
              <a:rPr lang="en-US" sz="1200" b="1" spc="30" dirty="0">
                <a:latin typeface="Times New Roman"/>
                <a:cs typeface="Times New Roman"/>
              </a:rPr>
              <a:t> </a:t>
            </a:r>
            <a:r>
              <a:rPr lang="en-US" sz="1200" b="1" spc="-5" dirty="0">
                <a:latin typeface="Times New Roman"/>
                <a:cs typeface="Times New Roman"/>
              </a:rPr>
              <a:t>Ability</a:t>
            </a:r>
            <a:r>
              <a:rPr lang="en-US" sz="1200" b="1" dirty="0">
                <a:latin typeface="Times New Roman"/>
                <a:cs typeface="Times New Roman"/>
              </a:rPr>
              <a:t> </a:t>
            </a:r>
            <a:r>
              <a:rPr lang="en-US" sz="1200" b="1" spc="-10" dirty="0">
                <a:latin typeface="Times New Roman"/>
                <a:cs typeface="Times New Roman"/>
              </a:rPr>
              <a:t>to</a:t>
            </a:r>
            <a:r>
              <a:rPr lang="en-US" sz="1200" b="1" spc="5" dirty="0">
                <a:latin typeface="Times New Roman"/>
                <a:cs typeface="Times New Roman"/>
              </a:rPr>
              <a:t> </a:t>
            </a:r>
            <a:r>
              <a:rPr lang="en-US" sz="1200" b="1" spc="-5" dirty="0">
                <a:latin typeface="Times New Roman"/>
                <a:cs typeface="Times New Roman"/>
              </a:rPr>
              <a:t>learn</a:t>
            </a:r>
            <a:r>
              <a:rPr lang="en-US" sz="1200" b="1" dirty="0">
                <a:latin typeface="Times New Roman"/>
                <a:cs typeface="Times New Roman"/>
              </a:rPr>
              <a:t>                                      </a:t>
            </a:r>
            <a:r>
              <a:rPr lang="en-US" sz="1200" b="1" spc="-5" dirty="0">
                <a:latin typeface="Times New Roman"/>
                <a:cs typeface="Times New Roman"/>
              </a:rPr>
              <a:t>1                2</a:t>
            </a:r>
            <a:r>
              <a:rPr lang="en-US" sz="1200" b="1" dirty="0">
                <a:latin typeface="Times New Roman"/>
                <a:cs typeface="Times New Roman"/>
              </a:rPr>
              <a:t>               </a:t>
            </a:r>
            <a:r>
              <a:rPr lang="en-US" sz="1200" b="1" spc="-5" dirty="0">
                <a:latin typeface="Times New Roman"/>
                <a:cs typeface="Times New Roman"/>
              </a:rPr>
              <a:t>3                  4</a:t>
            </a:r>
            <a:r>
              <a:rPr lang="en-US" sz="1200" b="1" dirty="0">
                <a:latin typeface="Times New Roman"/>
                <a:cs typeface="Times New Roman"/>
              </a:rPr>
              <a:t>                      </a:t>
            </a:r>
            <a:r>
              <a:rPr lang="en-US" sz="1200" b="1" spc="-5" dirty="0">
                <a:latin typeface="Times New Roman"/>
                <a:cs typeface="Times New Roman"/>
              </a:rPr>
              <a:t>5</a:t>
            </a:r>
            <a:endParaRPr lang="en-US" sz="1200" dirty="0">
              <a:latin typeface="Times New Roman"/>
              <a:cs typeface="Times New Roman"/>
            </a:endParaRPr>
          </a:p>
        </p:txBody>
      </p:sp>
      <p:sp>
        <p:nvSpPr>
          <p:cNvPr id="26" name="object 26"/>
          <p:cNvSpPr/>
          <p:nvPr/>
        </p:nvSpPr>
        <p:spPr>
          <a:xfrm>
            <a:off x="1014303" y="8220069"/>
            <a:ext cx="5813425" cy="154305"/>
          </a:xfrm>
          <a:custGeom>
            <a:avLst/>
            <a:gdLst/>
            <a:ahLst/>
            <a:cxnLst/>
            <a:rect l="l" t="t" r="r" b="b"/>
            <a:pathLst>
              <a:path w="5813425" h="154304">
                <a:moveTo>
                  <a:pt x="5558460" y="0"/>
                </a:moveTo>
                <a:lnTo>
                  <a:pt x="5558460" y="0"/>
                </a:lnTo>
                <a:lnTo>
                  <a:pt x="0" y="0"/>
                </a:lnTo>
                <a:lnTo>
                  <a:pt x="0" y="153708"/>
                </a:lnTo>
                <a:lnTo>
                  <a:pt x="5558460" y="153708"/>
                </a:lnTo>
                <a:lnTo>
                  <a:pt x="5558460" y="0"/>
                </a:lnTo>
                <a:close/>
              </a:path>
              <a:path w="5813425" h="154304">
                <a:moveTo>
                  <a:pt x="5813018" y="0"/>
                </a:moveTo>
                <a:lnTo>
                  <a:pt x="5558472" y="0"/>
                </a:lnTo>
                <a:lnTo>
                  <a:pt x="5558472" y="153708"/>
                </a:lnTo>
                <a:lnTo>
                  <a:pt x="5813018" y="153708"/>
                </a:lnTo>
                <a:lnTo>
                  <a:pt x="5813018" y="0"/>
                </a:lnTo>
                <a:close/>
              </a:path>
            </a:pathLst>
          </a:custGeom>
          <a:solidFill>
            <a:srgbClr val="BFBFBF"/>
          </a:solidFill>
        </p:spPr>
        <p:txBody>
          <a:bodyPr wrap="square" lIns="0" tIns="0" rIns="0" bIns="0" rtlCol="0"/>
          <a:lstStyle/>
          <a:p>
            <a:r>
              <a:rPr lang="en-IN" sz="1200" b="1" spc="-5" dirty="0">
                <a:latin typeface="Times New Roman"/>
                <a:cs typeface="Times New Roman"/>
              </a:rPr>
              <a:t>15)</a:t>
            </a:r>
            <a:r>
              <a:rPr lang="en-IN" sz="1200" b="1" spc="25" dirty="0">
                <a:latin typeface="Times New Roman"/>
                <a:cs typeface="Times New Roman"/>
              </a:rPr>
              <a:t> </a:t>
            </a:r>
            <a:r>
              <a:rPr lang="en-IN" sz="1200" b="1" spc="-5" dirty="0">
                <a:latin typeface="Times New Roman"/>
                <a:cs typeface="Times New Roman"/>
              </a:rPr>
              <a:t>Overall</a:t>
            </a:r>
            <a:r>
              <a:rPr lang="en-IN" sz="1200" b="1" spc="5" dirty="0">
                <a:latin typeface="Times New Roman"/>
                <a:cs typeface="Times New Roman"/>
              </a:rPr>
              <a:t> </a:t>
            </a:r>
            <a:r>
              <a:rPr lang="en-IN" sz="1200" b="1" spc="-5" dirty="0">
                <a:latin typeface="Times New Roman"/>
                <a:cs typeface="Times New Roman"/>
              </a:rPr>
              <a:t>Performance                         1                 2              3                  4                        5</a:t>
            </a:r>
            <a:endParaRPr sz="1200" dirty="0"/>
          </a:p>
        </p:txBody>
      </p:sp>
      <p:sp>
        <p:nvSpPr>
          <p:cNvPr id="27" name="object 27"/>
          <p:cNvSpPr/>
          <p:nvPr/>
        </p:nvSpPr>
        <p:spPr>
          <a:xfrm>
            <a:off x="1016407" y="7615638"/>
            <a:ext cx="5813425" cy="154305"/>
          </a:xfrm>
          <a:custGeom>
            <a:avLst/>
            <a:gdLst/>
            <a:ahLst/>
            <a:cxnLst/>
            <a:rect l="l" t="t" r="r" b="b"/>
            <a:pathLst>
              <a:path w="5813425" h="154304">
                <a:moveTo>
                  <a:pt x="5558460" y="0"/>
                </a:moveTo>
                <a:lnTo>
                  <a:pt x="5558460" y="0"/>
                </a:lnTo>
                <a:lnTo>
                  <a:pt x="0" y="0"/>
                </a:lnTo>
                <a:lnTo>
                  <a:pt x="0" y="153682"/>
                </a:lnTo>
                <a:lnTo>
                  <a:pt x="5558460" y="153682"/>
                </a:lnTo>
                <a:lnTo>
                  <a:pt x="5558460" y="0"/>
                </a:lnTo>
                <a:close/>
              </a:path>
              <a:path w="5813425" h="154304">
                <a:moveTo>
                  <a:pt x="5813018" y="0"/>
                </a:moveTo>
                <a:lnTo>
                  <a:pt x="5558472" y="0"/>
                </a:lnTo>
                <a:lnTo>
                  <a:pt x="5558472" y="153682"/>
                </a:lnTo>
                <a:lnTo>
                  <a:pt x="5813018" y="153682"/>
                </a:lnTo>
                <a:lnTo>
                  <a:pt x="5813018" y="0"/>
                </a:lnTo>
                <a:close/>
              </a:path>
            </a:pathLst>
          </a:custGeom>
          <a:solidFill>
            <a:srgbClr val="BFBFBF"/>
          </a:solidFill>
        </p:spPr>
        <p:txBody>
          <a:bodyPr wrap="square" lIns="0" tIns="0" rIns="0" bIns="0" rtlCol="0"/>
          <a:lstStyle/>
          <a:p>
            <a:pPr>
              <a:lnSpc>
                <a:spcPts val="1305"/>
              </a:lnSpc>
            </a:pPr>
            <a:r>
              <a:rPr lang="en-US" sz="1200" b="1" spc="-5" dirty="0">
                <a:latin typeface="Times New Roman"/>
                <a:cs typeface="Times New Roman"/>
              </a:rPr>
              <a:t>13)</a:t>
            </a:r>
            <a:r>
              <a:rPr lang="en-US" sz="1200" b="1" spc="30" dirty="0">
                <a:latin typeface="Times New Roman"/>
                <a:cs typeface="Times New Roman"/>
              </a:rPr>
              <a:t> </a:t>
            </a:r>
            <a:r>
              <a:rPr lang="en-US" sz="1200" b="1" spc="-5" dirty="0">
                <a:latin typeface="Times New Roman"/>
                <a:cs typeface="Times New Roman"/>
              </a:rPr>
              <a:t>Understanding</a:t>
            </a:r>
            <a:r>
              <a:rPr lang="en-US" sz="1200" b="1" spc="5" dirty="0">
                <a:latin typeface="Times New Roman"/>
                <a:cs typeface="Times New Roman"/>
              </a:rPr>
              <a:t> </a:t>
            </a:r>
            <a:r>
              <a:rPr lang="en-US" sz="1200" b="1" spc="-5" dirty="0">
                <a:latin typeface="Times New Roman"/>
                <a:cs typeface="Times New Roman"/>
              </a:rPr>
              <a:t>the</a:t>
            </a:r>
            <a:r>
              <a:rPr lang="en-US" sz="1200" b="1" spc="10" dirty="0">
                <a:latin typeface="Times New Roman"/>
                <a:cs typeface="Times New Roman"/>
              </a:rPr>
              <a:t> </a:t>
            </a:r>
            <a:r>
              <a:rPr lang="en-US" sz="1200" b="1" spc="-5" dirty="0">
                <a:latin typeface="Times New Roman"/>
                <a:cs typeface="Times New Roman"/>
              </a:rPr>
              <a:t>Community</a:t>
            </a:r>
            <a:r>
              <a:rPr lang="en-US" sz="1200" b="1" dirty="0">
                <a:latin typeface="Times New Roman"/>
                <a:cs typeface="Times New Roman"/>
              </a:rPr>
              <a:t>        </a:t>
            </a:r>
            <a:r>
              <a:rPr lang="en-US" sz="1200" b="1" spc="-5" dirty="0">
                <a:latin typeface="Times New Roman"/>
                <a:cs typeface="Times New Roman"/>
              </a:rPr>
              <a:t>1</a:t>
            </a:r>
            <a:r>
              <a:rPr lang="en-US" sz="1200" b="1" dirty="0">
                <a:latin typeface="Times New Roman"/>
                <a:cs typeface="Times New Roman"/>
              </a:rPr>
              <a:t>                </a:t>
            </a:r>
            <a:r>
              <a:rPr lang="en-US" sz="1200" b="1" spc="-5" dirty="0">
                <a:latin typeface="Times New Roman"/>
                <a:cs typeface="Times New Roman"/>
              </a:rPr>
              <a:t>2</a:t>
            </a:r>
            <a:r>
              <a:rPr lang="en-US" sz="1200" b="1" dirty="0">
                <a:latin typeface="Times New Roman"/>
                <a:cs typeface="Times New Roman"/>
              </a:rPr>
              <a:t>               </a:t>
            </a:r>
            <a:r>
              <a:rPr lang="en-US" sz="1200" b="1" spc="-5" dirty="0">
                <a:latin typeface="Times New Roman"/>
                <a:cs typeface="Times New Roman"/>
              </a:rPr>
              <a:t>3</a:t>
            </a:r>
            <a:r>
              <a:rPr lang="en-US" sz="1200" b="1" dirty="0">
                <a:latin typeface="Times New Roman"/>
                <a:cs typeface="Times New Roman"/>
              </a:rPr>
              <a:t>                 </a:t>
            </a:r>
            <a:r>
              <a:rPr lang="en-US" sz="1200" b="1" spc="-5" dirty="0">
                <a:latin typeface="Times New Roman"/>
                <a:cs typeface="Times New Roman"/>
              </a:rPr>
              <a:t>4</a:t>
            </a:r>
            <a:r>
              <a:rPr lang="en-US" sz="1200" b="1" dirty="0">
                <a:latin typeface="Times New Roman"/>
                <a:cs typeface="Times New Roman"/>
              </a:rPr>
              <a:t>                       </a:t>
            </a:r>
            <a:r>
              <a:rPr lang="en-US" sz="1200" b="1" spc="-5" dirty="0">
                <a:latin typeface="Times New Roman"/>
                <a:cs typeface="Times New Roman"/>
              </a:rPr>
              <a:t>5</a:t>
            </a:r>
            <a:endParaRPr lang="en-US" sz="1200" dirty="0">
              <a:latin typeface="Times New Roman"/>
              <a:cs typeface="Times New Roman"/>
            </a:endParaRPr>
          </a:p>
        </p:txBody>
      </p:sp>
      <p:sp>
        <p:nvSpPr>
          <p:cNvPr id="28" name="object 28"/>
          <p:cNvSpPr/>
          <p:nvPr/>
        </p:nvSpPr>
        <p:spPr>
          <a:xfrm>
            <a:off x="1059862" y="4362481"/>
            <a:ext cx="5615098" cy="140658"/>
          </a:xfrm>
          <a:custGeom>
            <a:avLst/>
            <a:gdLst/>
            <a:ahLst/>
            <a:cxnLst/>
            <a:rect l="l" t="t" r="r" b="b"/>
            <a:pathLst>
              <a:path w="5815330" h="233679">
                <a:moveTo>
                  <a:pt x="5814911" y="0"/>
                </a:moveTo>
                <a:lnTo>
                  <a:pt x="5814911" y="0"/>
                </a:lnTo>
                <a:lnTo>
                  <a:pt x="0" y="0"/>
                </a:lnTo>
                <a:lnTo>
                  <a:pt x="0" y="233057"/>
                </a:lnTo>
                <a:lnTo>
                  <a:pt x="5814911" y="233057"/>
                </a:lnTo>
                <a:lnTo>
                  <a:pt x="5814911" y="0"/>
                </a:lnTo>
                <a:close/>
              </a:path>
            </a:pathLst>
          </a:custGeom>
          <a:solidFill>
            <a:srgbClr val="BFBFBF"/>
          </a:solidFill>
        </p:spPr>
        <p:txBody>
          <a:bodyPr wrap="square" lIns="0" tIns="0" rIns="0" bIns="0" rtlCol="0"/>
          <a:lstStyle/>
          <a:p>
            <a:r>
              <a:rPr lang="en-US" dirty="0"/>
              <a:t>1</a:t>
            </a:r>
            <a:endParaRPr dirty="0"/>
          </a:p>
        </p:txBody>
      </p:sp>
      <p:sp>
        <p:nvSpPr>
          <p:cNvPr id="29" name="object 29"/>
          <p:cNvSpPr txBox="1">
            <a:spLocks noGrp="1"/>
          </p:cNvSpPr>
          <p:nvPr>
            <p:ph type="ftr" sz="quarter" idx="5"/>
          </p:nvPr>
        </p:nvSpPr>
        <p:spPr>
          <a:xfrm>
            <a:off x="1552256" y="10119255"/>
            <a:ext cx="4743450" cy="180975"/>
          </a:xfrm>
          <a:prstGeom prst="rect">
            <a:avLst/>
          </a:prstGeom>
        </p:spPr>
        <p:txBody>
          <a:bodyPr vert="horz" wrap="square" lIns="0" tIns="0" rIns="0" bIns="0" rtlCol="0">
            <a:spAutoFit/>
          </a:bodyPr>
          <a:lstStyle/>
          <a:p>
            <a:pPr marL="12700">
              <a:lnSpc>
                <a:spcPts val="1300"/>
              </a:lnSpc>
            </a:pPr>
            <a:r>
              <a:rPr spc="-50" dirty="0"/>
              <a:t>DEPARTMENT</a:t>
            </a:r>
            <a:r>
              <a:rPr spc="10" dirty="0"/>
              <a:t> </a:t>
            </a:r>
            <a:r>
              <a:rPr spc="-65" dirty="0"/>
              <a:t>OF</a:t>
            </a:r>
            <a:r>
              <a:rPr dirty="0"/>
              <a:t> </a:t>
            </a:r>
            <a:r>
              <a:rPr spc="-70" dirty="0"/>
              <a:t>COMPUTER</a:t>
            </a:r>
            <a:r>
              <a:rPr spc="5" dirty="0"/>
              <a:t> </a:t>
            </a:r>
            <a:r>
              <a:rPr spc="-50" dirty="0"/>
              <a:t>SCIENCE</a:t>
            </a:r>
            <a:r>
              <a:rPr spc="-5" dirty="0"/>
              <a:t> </a:t>
            </a:r>
            <a:r>
              <a:rPr spc="-75" dirty="0"/>
              <a:t>AND</a:t>
            </a:r>
            <a:r>
              <a:rPr dirty="0"/>
              <a:t> </a:t>
            </a:r>
            <a:r>
              <a:rPr spc="-55" dirty="0"/>
              <a:t>ENGINEERING</a:t>
            </a:r>
            <a:r>
              <a:rPr spc="15" dirty="0"/>
              <a:t> </a:t>
            </a:r>
            <a:r>
              <a:rPr dirty="0"/>
              <a:t>(DATA</a:t>
            </a:r>
            <a:r>
              <a:rPr spc="15" dirty="0"/>
              <a:t> </a:t>
            </a:r>
            <a:r>
              <a:rPr spc="-30" dirty="0"/>
              <a:t>SCIENCE)</a:t>
            </a:r>
          </a:p>
        </p:txBody>
      </p:sp>
      <p:sp>
        <p:nvSpPr>
          <p:cNvPr id="30" name="TextBox 29">
            <a:extLst>
              <a:ext uri="{FF2B5EF4-FFF2-40B4-BE49-F238E27FC236}">
                <a16:creationId xmlns:a16="http://schemas.microsoft.com/office/drawing/2014/main" id="{05F91963-5CD8-1679-A47B-061BE9A902A5}"/>
              </a:ext>
            </a:extLst>
          </p:cNvPr>
          <p:cNvSpPr txBox="1"/>
          <p:nvPr/>
        </p:nvSpPr>
        <p:spPr>
          <a:xfrm>
            <a:off x="3767295" y="9833246"/>
            <a:ext cx="37702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 32</a:t>
            </a:r>
            <a:endParaRPr lang="en-IN" sz="1200" b="1" dirty="0">
              <a:latin typeface="Times New Roman" panose="02020603050405020304" pitchFamily="18" charset="0"/>
              <a:cs typeface="Times New Roman" panose="02020603050405020304" pitchFamily="18" charset="0"/>
            </a:endParaRPr>
          </a:p>
        </p:txBody>
      </p:sp>
      <p:sp>
        <p:nvSpPr>
          <p:cNvPr id="5" name="object 5"/>
          <p:cNvSpPr txBox="1"/>
          <p:nvPr/>
        </p:nvSpPr>
        <p:spPr>
          <a:xfrm>
            <a:off x="807859" y="4362480"/>
            <a:ext cx="6065428" cy="166712"/>
          </a:xfrm>
          <a:prstGeom prst="rect">
            <a:avLst/>
          </a:prstGeom>
        </p:spPr>
        <p:txBody>
          <a:bodyPr vert="horz" wrap="square" lIns="0" tIns="0" rIns="0" bIns="0" rtlCol="0">
            <a:spAutoFit/>
          </a:bodyPr>
          <a:lstStyle/>
          <a:p>
            <a:pPr>
              <a:lnSpc>
                <a:spcPts val="1305"/>
              </a:lnSpc>
            </a:pPr>
            <a:r>
              <a:rPr lang="en-US" sz="1200" b="1" spc="-5" dirty="0">
                <a:latin typeface="Times New Roman"/>
                <a:cs typeface="Times New Roman"/>
              </a:rPr>
              <a:t>       </a:t>
            </a:r>
            <a:r>
              <a:rPr sz="1200" b="1" spc="-5" dirty="0">
                <a:latin typeface="Times New Roman"/>
                <a:cs typeface="Times New Roman"/>
              </a:rPr>
              <a:t>1)</a:t>
            </a:r>
            <a:r>
              <a:rPr sz="1200" b="1" spc="30" dirty="0">
                <a:latin typeface="Times New Roman"/>
                <a:cs typeface="Times New Roman"/>
              </a:rPr>
              <a:t> </a:t>
            </a:r>
            <a:r>
              <a:rPr sz="1200" b="1" spc="-5" dirty="0">
                <a:latin typeface="Times New Roman"/>
                <a:cs typeface="Times New Roman"/>
              </a:rPr>
              <a:t>Oral</a:t>
            </a:r>
            <a:r>
              <a:rPr sz="1200" b="1" dirty="0">
                <a:latin typeface="Times New Roman"/>
                <a:cs typeface="Times New Roman"/>
              </a:rPr>
              <a:t> </a:t>
            </a:r>
            <a:r>
              <a:rPr sz="1200" b="1" spc="-5" dirty="0">
                <a:latin typeface="Times New Roman"/>
                <a:cs typeface="Times New Roman"/>
              </a:rPr>
              <a:t>communication</a:t>
            </a:r>
            <a:r>
              <a:rPr lang="en-US" sz="1200" b="1" spc="-5" dirty="0">
                <a:latin typeface="Times New Roman"/>
                <a:cs typeface="Times New Roman"/>
              </a:rPr>
              <a:t>                           1                2                3</a:t>
            </a:r>
            <a:r>
              <a:rPr sz="1200" b="1" dirty="0">
                <a:latin typeface="Times New Roman"/>
                <a:cs typeface="Times New Roman"/>
              </a:rPr>
              <a:t> </a:t>
            </a:r>
            <a:r>
              <a:rPr lang="en-US" sz="1200" b="1" dirty="0">
                <a:latin typeface="Times New Roman"/>
                <a:cs typeface="Times New Roman"/>
              </a:rPr>
              <a:t>                4                        5                            </a:t>
            </a:r>
            <a:endParaRPr sz="1200" dirty="0">
              <a:latin typeface="Times New Roman"/>
              <a:cs typeface="Times New Roman"/>
            </a:endParaRPr>
          </a:p>
        </p:txBody>
      </p:sp>
      <p:sp>
        <p:nvSpPr>
          <p:cNvPr id="32" name="TextBox 31">
            <a:extLst>
              <a:ext uri="{FF2B5EF4-FFF2-40B4-BE49-F238E27FC236}">
                <a16:creationId xmlns:a16="http://schemas.microsoft.com/office/drawing/2014/main" id="{45426B02-B215-2193-CAA0-9543F1DEDEF5}"/>
              </a:ext>
            </a:extLst>
          </p:cNvPr>
          <p:cNvSpPr txBox="1"/>
          <p:nvPr/>
        </p:nvSpPr>
        <p:spPr>
          <a:xfrm>
            <a:off x="961486" y="5056479"/>
            <a:ext cx="5849678"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4) Interaction ability with community   1                2               3                 4                       5</a:t>
            </a:r>
            <a:endParaRPr lang="en-IN" sz="1200"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91C34454-844E-B067-B66A-9B6B033BA6B5}"/>
              </a:ext>
            </a:extLst>
          </p:cNvPr>
          <p:cNvSpPr txBox="1"/>
          <p:nvPr/>
        </p:nvSpPr>
        <p:spPr>
          <a:xfrm>
            <a:off x="961486" y="5555892"/>
            <a:ext cx="5896166"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6) Self-Confidence                                    1                2               3                 4                      5</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544254" y="9848850"/>
            <a:ext cx="4744720" cy="440690"/>
          </a:xfrm>
          <a:prstGeom prst="rect">
            <a:avLst/>
          </a:prstGeom>
        </p:spPr>
        <p:txBody>
          <a:bodyPr vert="horz" wrap="square" lIns="0" tIns="45720" rIns="0" bIns="0" rtlCol="0">
            <a:spAutoFit/>
          </a:bodyPr>
          <a:lstStyle/>
          <a:p>
            <a:pPr marL="58419" algn="ctr">
              <a:lnSpc>
                <a:spcPct val="100000"/>
              </a:lnSpc>
              <a:spcBef>
                <a:spcPts val="360"/>
              </a:spcBef>
            </a:pPr>
            <a:endParaRPr sz="1200" dirty="0">
              <a:latin typeface="Times New Roman"/>
              <a:cs typeface="Times New Roman"/>
            </a:endParaRPr>
          </a:p>
          <a:p>
            <a:pPr algn="ctr">
              <a:lnSpc>
                <a:spcPct val="100000"/>
              </a:lnSpc>
              <a:spcBef>
                <a:spcPts val="245"/>
              </a:spcBef>
            </a:pPr>
            <a:r>
              <a:rPr sz="1100" spc="-50" dirty="0">
                <a:latin typeface="Times New Roman"/>
                <a:cs typeface="Times New Roman"/>
              </a:rPr>
              <a:t>DEPARTMENT</a:t>
            </a:r>
            <a:r>
              <a:rPr sz="1100" spc="10" dirty="0">
                <a:latin typeface="Times New Roman"/>
                <a:cs typeface="Times New Roman"/>
              </a:rPr>
              <a:t> </a:t>
            </a:r>
            <a:r>
              <a:rPr sz="1100" spc="-65" dirty="0">
                <a:latin typeface="Times New Roman"/>
                <a:cs typeface="Times New Roman"/>
              </a:rPr>
              <a:t>OF</a:t>
            </a:r>
            <a:r>
              <a:rPr sz="1100" spc="10" dirty="0">
                <a:latin typeface="Times New Roman"/>
                <a:cs typeface="Times New Roman"/>
              </a:rPr>
              <a:t> </a:t>
            </a:r>
            <a:r>
              <a:rPr sz="1100" spc="-70" dirty="0">
                <a:latin typeface="Times New Roman"/>
                <a:cs typeface="Times New Roman"/>
              </a:rPr>
              <a:t>COMPUTER</a:t>
            </a:r>
            <a:r>
              <a:rPr sz="1100" spc="-5" dirty="0">
                <a:latin typeface="Times New Roman"/>
                <a:cs typeface="Times New Roman"/>
              </a:rPr>
              <a:t> </a:t>
            </a:r>
            <a:r>
              <a:rPr sz="1100" spc="-50" dirty="0">
                <a:latin typeface="Times New Roman"/>
                <a:cs typeface="Times New Roman"/>
              </a:rPr>
              <a:t>SCIENCE</a:t>
            </a:r>
            <a:r>
              <a:rPr sz="1100" spc="-5" dirty="0">
                <a:latin typeface="Times New Roman"/>
                <a:cs typeface="Times New Roman"/>
              </a:rPr>
              <a:t> </a:t>
            </a:r>
            <a:r>
              <a:rPr sz="1100" spc="-80" dirty="0">
                <a:latin typeface="Times New Roman"/>
                <a:cs typeface="Times New Roman"/>
              </a:rPr>
              <a:t>AND</a:t>
            </a:r>
            <a:r>
              <a:rPr sz="1100" spc="15" dirty="0">
                <a:latin typeface="Times New Roman"/>
                <a:cs typeface="Times New Roman"/>
              </a:rPr>
              <a:t> </a:t>
            </a:r>
            <a:r>
              <a:rPr sz="1100" spc="-55" dirty="0">
                <a:latin typeface="Times New Roman"/>
                <a:cs typeface="Times New Roman"/>
              </a:rPr>
              <a:t>ENGINEERING</a:t>
            </a:r>
            <a:r>
              <a:rPr sz="1100" spc="10" dirty="0">
                <a:latin typeface="Times New Roman"/>
                <a:cs typeface="Times New Roman"/>
              </a:rPr>
              <a:t> </a:t>
            </a:r>
            <a:r>
              <a:rPr sz="1100" dirty="0">
                <a:latin typeface="Times New Roman"/>
                <a:cs typeface="Times New Roman"/>
              </a:rPr>
              <a:t>(DATA</a:t>
            </a:r>
            <a:r>
              <a:rPr sz="1100" spc="15" dirty="0">
                <a:latin typeface="Times New Roman"/>
                <a:cs typeface="Times New Roman"/>
              </a:rPr>
              <a:t> </a:t>
            </a:r>
            <a:r>
              <a:rPr sz="1100" spc="-30" dirty="0">
                <a:latin typeface="Times New Roman"/>
                <a:cs typeface="Times New Roman"/>
              </a:rPr>
              <a:t>SCIENCE)</a:t>
            </a:r>
            <a:endParaRPr sz="1100" dirty="0">
              <a:latin typeface="Times New Roman"/>
              <a:cs typeface="Times New Roman"/>
            </a:endParaRPr>
          </a:p>
        </p:txBody>
      </p:sp>
      <p:pic>
        <p:nvPicPr>
          <p:cNvPr id="6" name="object 6"/>
          <p:cNvPicPr/>
          <p:nvPr/>
        </p:nvPicPr>
        <p:blipFill>
          <a:blip r:embed="rId2" cstate="print"/>
          <a:stretch>
            <a:fillRect/>
          </a:stretch>
        </p:blipFill>
        <p:spPr>
          <a:xfrm>
            <a:off x="562661" y="256067"/>
            <a:ext cx="6438328" cy="579200"/>
          </a:xfrm>
          <a:prstGeom prst="rect">
            <a:avLst/>
          </a:prstGeom>
        </p:spPr>
      </p:pic>
      <p:pic>
        <p:nvPicPr>
          <p:cNvPr id="10" name="Picture 9">
            <a:extLst>
              <a:ext uri="{FF2B5EF4-FFF2-40B4-BE49-F238E27FC236}">
                <a16:creationId xmlns:a16="http://schemas.microsoft.com/office/drawing/2014/main" id="{024F5445-634C-1AE6-7017-B42DDA9683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9400" y="1550182"/>
            <a:ext cx="3087809" cy="4391300"/>
          </a:xfrm>
          <a:prstGeom prst="rect">
            <a:avLst/>
          </a:prstGeom>
        </p:spPr>
      </p:pic>
      <p:pic>
        <p:nvPicPr>
          <p:cNvPr id="12" name="Picture 11">
            <a:extLst>
              <a:ext uri="{FF2B5EF4-FFF2-40B4-BE49-F238E27FC236}">
                <a16:creationId xmlns:a16="http://schemas.microsoft.com/office/drawing/2014/main" id="{B20FC114-7660-3AE7-C38F-1250CABAFB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7387" y="6343650"/>
            <a:ext cx="5408875" cy="2970806"/>
          </a:xfrm>
          <a:prstGeom prst="rect">
            <a:avLst/>
          </a:prstGeom>
        </p:spPr>
      </p:pic>
      <p:pic>
        <p:nvPicPr>
          <p:cNvPr id="14" name="Picture 13">
            <a:extLst>
              <a:ext uri="{FF2B5EF4-FFF2-40B4-BE49-F238E27FC236}">
                <a16:creationId xmlns:a16="http://schemas.microsoft.com/office/drawing/2014/main" id="{739478E7-B9E1-CA51-4FAA-2AF8502576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01993" y="1550182"/>
            <a:ext cx="3087809" cy="4391300"/>
          </a:xfrm>
          <a:prstGeom prst="rect">
            <a:avLst/>
          </a:prstGeom>
        </p:spPr>
      </p:pic>
      <p:sp>
        <p:nvSpPr>
          <p:cNvPr id="5" name="TextBox 4">
            <a:extLst>
              <a:ext uri="{FF2B5EF4-FFF2-40B4-BE49-F238E27FC236}">
                <a16:creationId xmlns:a16="http://schemas.microsoft.com/office/drawing/2014/main" id="{2DA986B8-B69E-C6CC-CCF0-83674C510659}"/>
              </a:ext>
            </a:extLst>
          </p:cNvPr>
          <p:cNvSpPr txBox="1"/>
          <p:nvPr/>
        </p:nvSpPr>
        <p:spPr>
          <a:xfrm>
            <a:off x="3839649" y="9792196"/>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33</a:t>
            </a:r>
            <a:endParaRPr lang="en-IN" sz="1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6D000B3-3933-D0E8-91F3-0C03B85B2DB0}"/>
              </a:ext>
            </a:extLst>
          </p:cNvPr>
          <p:cNvSpPr txBox="1"/>
          <p:nvPr/>
        </p:nvSpPr>
        <p:spPr>
          <a:xfrm>
            <a:off x="3345464" y="1118501"/>
            <a:ext cx="114230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PHOTOS</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06350" y="10077450"/>
            <a:ext cx="4744720" cy="193675"/>
          </a:xfrm>
          <a:prstGeom prst="rect">
            <a:avLst/>
          </a:prstGeom>
        </p:spPr>
        <p:txBody>
          <a:bodyPr vert="horz" wrap="square" lIns="0" tIns="12700" rIns="0" bIns="0" rtlCol="0">
            <a:spAutoFit/>
          </a:bodyPr>
          <a:lstStyle/>
          <a:p>
            <a:pPr marL="12700">
              <a:lnSpc>
                <a:spcPct val="100000"/>
              </a:lnSpc>
              <a:spcBef>
                <a:spcPts val="100"/>
              </a:spcBef>
            </a:pPr>
            <a:r>
              <a:rPr sz="1100" spc="-50" dirty="0">
                <a:latin typeface="Times New Roman"/>
                <a:cs typeface="Times New Roman"/>
              </a:rPr>
              <a:t>DEPARTMENT</a:t>
            </a:r>
            <a:r>
              <a:rPr sz="1100" spc="5" dirty="0">
                <a:latin typeface="Times New Roman"/>
                <a:cs typeface="Times New Roman"/>
              </a:rPr>
              <a:t> </a:t>
            </a:r>
            <a:r>
              <a:rPr sz="1100" spc="-65" dirty="0">
                <a:latin typeface="Times New Roman"/>
                <a:cs typeface="Times New Roman"/>
              </a:rPr>
              <a:t>OF</a:t>
            </a:r>
            <a:r>
              <a:rPr sz="1100" spc="10" dirty="0">
                <a:latin typeface="Times New Roman"/>
                <a:cs typeface="Times New Roman"/>
              </a:rPr>
              <a:t> </a:t>
            </a:r>
            <a:r>
              <a:rPr sz="1100" spc="-70" dirty="0">
                <a:latin typeface="Times New Roman"/>
                <a:cs typeface="Times New Roman"/>
              </a:rPr>
              <a:t>COMPUTER</a:t>
            </a:r>
            <a:r>
              <a:rPr sz="1100" dirty="0">
                <a:latin typeface="Times New Roman"/>
                <a:cs typeface="Times New Roman"/>
              </a:rPr>
              <a:t> </a:t>
            </a:r>
            <a:r>
              <a:rPr sz="1100" spc="-50" dirty="0">
                <a:latin typeface="Times New Roman"/>
                <a:cs typeface="Times New Roman"/>
              </a:rPr>
              <a:t>SCIENCE</a:t>
            </a:r>
            <a:r>
              <a:rPr sz="1100" spc="10" dirty="0">
                <a:latin typeface="Times New Roman"/>
                <a:cs typeface="Times New Roman"/>
              </a:rPr>
              <a:t> </a:t>
            </a:r>
            <a:r>
              <a:rPr sz="1100" spc="-85" dirty="0">
                <a:latin typeface="Times New Roman"/>
                <a:cs typeface="Times New Roman"/>
              </a:rPr>
              <a:t>AND</a:t>
            </a:r>
            <a:r>
              <a:rPr sz="1100" spc="15" dirty="0">
                <a:latin typeface="Times New Roman"/>
                <a:cs typeface="Times New Roman"/>
              </a:rPr>
              <a:t> </a:t>
            </a:r>
            <a:r>
              <a:rPr sz="1100" spc="-55" dirty="0">
                <a:latin typeface="Times New Roman"/>
                <a:cs typeface="Times New Roman"/>
              </a:rPr>
              <a:t>ENGINEERING</a:t>
            </a:r>
            <a:r>
              <a:rPr sz="1100" spc="5" dirty="0">
                <a:latin typeface="Times New Roman"/>
                <a:cs typeface="Times New Roman"/>
              </a:rPr>
              <a:t> (DATA</a:t>
            </a:r>
            <a:r>
              <a:rPr sz="1100" spc="10" dirty="0">
                <a:latin typeface="Times New Roman"/>
                <a:cs typeface="Times New Roman"/>
              </a:rPr>
              <a:t> </a:t>
            </a:r>
            <a:r>
              <a:rPr sz="1100" spc="-30" dirty="0">
                <a:latin typeface="Times New Roman"/>
                <a:cs typeface="Times New Roman"/>
              </a:rPr>
              <a:t>SCIENCE)</a:t>
            </a:r>
            <a:endParaRPr sz="1100" dirty="0">
              <a:latin typeface="Times New Roman"/>
              <a:cs typeface="Times New Roman"/>
            </a:endParaRPr>
          </a:p>
        </p:txBody>
      </p:sp>
      <p:pic>
        <p:nvPicPr>
          <p:cNvPr id="5" name="object 5"/>
          <p:cNvPicPr/>
          <p:nvPr/>
        </p:nvPicPr>
        <p:blipFill>
          <a:blip r:embed="rId2" cstate="print"/>
          <a:stretch>
            <a:fillRect/>
          </a:stretch>
        </p:blipFill>
        <p:spPr>
          <a:xfrm>
            <a:off x="562661" y="256067"/>
            <a:ext cx="6438328" cy="579200"/>
          </a:xfrm>
          <a:prstGeom prst="rect">
            <a:avLst/>
          </a:prstGeom>
        </p:spPr>
      </p:pic>
      <p:pic>
        <p:nvPicPr>
          <p:cNvPr id="7" name="Picture 6">
            <a:extLst>
              <a:ext uri="{FF2B5EF4-FFF2-40B4-BE49-F238E27FC236}">
                <a16:creationId xmlns:a16="http://schemas.microsoft.com/office/drawing/2014/main" id="{0AC4CD99-3DCF-5A5D-7EBE-E8E32BF7D7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200" y="1084489"/>
            <a:ext cx="3301187" cy="4488456"/>
          </a:xfrm>
          <a:prstGeom prst="rect">
            <a:avLst/>
          </a:prstGeom>
        </p:spPr>
      </p:pic>
      <p:pic>
        <p:nvPicPr>
          <p:cNvPr id="4" name="Picture 3">
            <a:extLst>
              <a:ext uri="{FF2B5EF4-FFF2-40B4-BE49-F238E27FC236}">
                <a16:creationId xmlns:a16="http://schemas.microsoft.com/office/drawing/2014/main" id="{4690CB15-162B-42AE-EE76-091954C7C1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14458" y="1084489"/>
            <a:ext cx="3366342" cy="4488456"/>
          </a:xfrm>
          <a:prstGeom prst="rect">
            <a:avLst/>
          </a:prstGeom>
        </p:spPr>
      </p:pic>
      <p:sp>
        <p:nvSpPr>
          <p:cNvPr id="6" name="TextBox 5">
            <a:extLst>
              <a:ext uri="{FF2B5EF4-FFF2-40B4-BE49-F238E27FC236}">
                <a16:creationId xmlns:a16="http://schemas.microsoft.com/office/drawing/2014/main" id="{30E0DEDE-1121-C816-DD37-23BC4FE3AB9A}"/>
              </a:ext>
            </a:extLst>
          </p:cNvPr>
          <p:cNvSpPr txBox="1"/>
          <p:nvPr/>
        </p:nvSpPr>
        <p:spPr>
          <a:xfrm>
            <a:off x="3781825" y="9800451"/>
            <a:ext cx="338554"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34</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1365</TotalTime>
  <Words>9289</Words>
  <Application>Microsoft Office PowerPoint</Application>
  <PresentationFormat>Custom</PresentationFormat>
  <Paragraphs>1122</Paragraphs>
  <Slides>39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Cambria</vt:lpstr>
      <vt:lpstr>Segoe UI Emoji</vt:lpstr>
      <vt:lpstr>Symbol</vt:lpstr>
      <vt:lpstr>Times New Roman</vt:lpstr>
      <vt:lpstr>Office Theme</vt:lpstr>
      <vt:lpstr>Project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THARUNSINGH ALAMPOOR</dc:creator>
  <cp:lastModifiedBy>THARUN S</cp:lastModifiedBy>
  <cp:revision>23</cp:revision>
  <dcterms:created xsi:type="dcterms:W3CDTF">2024-09-19T17:55:03Z</dcterms:created>
  <dcterms:modified xsi:type="dcterms:W3CDTF">2024-10-04T12:07:13Z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2024-09-19T00:00:00Z</vt:filetime>
  </property>
  <property fmtid="{D5CDD505-2E9C-101B-9397-08002B2CF9AE}" pid="3" name="Creator">
    <vt:lpwstr>Mozilla Firefox 130.0</vt:lpwstr>
  </property>
  <property fmtid="{D5CDD505-2E9C-101B-9397-08002B2CF9AE}" pid="4" name="LastSaved">
    <vt:filetime>2024-09-19T00:00:00Z</vt:filetime>
  </property>
</Properties>
</file>