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243A2-3425-4A73-88F7-89DE3CEB0474}" v="31" dt="2025-10-25T17:59:25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 S" userId="78b0c34dddd991a0" providerId="LiveId" clId="{8F90382A-E999-4AC4-8F3E-0B552AEB453E}"/>
    <pc:docChg chg="undo custSel modSld addSection delSection">
      <pc:chgData name="THARUN S" userId="78b0c34dddd991a0" providerId="LiveId" clId="{8F90382A-E999-4AC4-8F3E-0B552AEB453E}" dt="2025-10-25T17:59:48.420" v="100" actId="9405"/>
      <pc:docMkLst>
        <pc:docMk/>
      </pc:docMkLst>
      <pc:sldChg chg="addSp delSp modSp mod modTransition modClrScheme chgLayout">
        <pc:chgData name="THARUN S" userId="78b0c34dddd991a0" providerId="LiveId" clId="{8F90382A-E999-4AC4-8F3E-0B552AEB453E}" dt="2025-10-25T17:59:48.420" v="100" actId="9405"/>
        <pc:sldMkLst>
          <pc:docMk/>
          <pc:sldMk cId="2883480570" sldId="256"/>
        </pc:sldMkLst>
        <pc:spChg chg="del">
          <ac:chgData name="THARUN S" userId="78b0c34dddd991a0" providerId="LiveId" clId="{8F90382A-E999-4AC4-8F3E-0B552AEB453E}" dt="2025-10-25T17:52:16.545" v="0" actId="21"/>
          <ac:spMkLst>
            <pc:docMk/>
            <pc:sldMk cId="2883480570" sldId="256"/>
            <ac:spMk id="2" creationId="{8408A98F-BAA6-CF34-F9B6-FF2CA1F9A5D1}"/>
          </ac:spMkLst>
        </pc:spChg>
        <pc:spChg chg="del">
          <ac:chgData name="THARUN S" userId="78b0c34dddd991a0" providerId="LiveId" clId="{8F90382A-E999-4AC4-8F3E-0B552AEB453E}" dt="2025-10-25T17:52:22.584" v="1" actId="21"/>
          <ac:spMkLst>
            <pc:docMk/>
            <pc:sldMk cId="2883480570" sldId="256"/>
            <ac:spMk id="3" creationId="{C9851392-1394-6D5A-FF83-864EAE6A4D71}"/>
          </ac:spMkLst>
        </pc:spChg>
        <pc:grpChg chg="mod">
          <ac:chgData name="THARUN S" userId="78b0c34dddd991a0" providerId="LiveId" clId="{8F90382A-E999-4AC4-8F3E-0B552AEB453E}" dt="2025-10-25T17:54:07.750" v="15"/>
          <ac:grpSpMkLst>
            <pc:docMk/>
            <pc:sldMk cId="2883480570" sldId="256"/>
            <ac:grpSpMk id="6" creationId="{C77DA1A9-D01D-5CDF-10B2-F0161A5BA840}"/>
          </ac:grpSpMkLst>
        </pc:grpChg>
        <pc:grpChg chg="mod">
          <ac:chgData name="THARUN S" userId="78b0c34dddd991a0" providerId="LiveId" clId="{8F90382A-E999-4AC4-8F3E-0B552AEB453E}" dt="2025-10-25T17:58:17.174" v="53"/>
          <ac:grpSpMkLst>
            <pc:docMk/>
            <pc:sldMk cId="2883480570" sldId="256"/>
            <ac:grpSpMk id="27" creationId="{25C2D9AE-A2C4-D606-CE8E-A6A8CE679A78}"/>
          </ac:grpSpMkLst>
        </pc:grpChg>
        <pc:grpChg chg="add del mod">
          <ac:chgData name="THARUN S" userId="78b0c34dddd991a0" providerId="LiveId" clId="{8F90382A-E999-4AC4-8F3E-0B552AEB453E}" dt="2025-10-25T17:59:25.523" v="93"/>
          <ac:grpSpMkLst>
            <pc:docMk/>
            <pc:sldMk cId="2883480570" sldId="256"/>
            <ac:grpSpMk id="33" creationId="{0A7343C2-06D7-2515-5072-C74CE2F5483E}"/>
          </ac:grpSpMkLst>
        </pc:grpChg>
        <pc:grpChg chg="add del mod">
          <ac:chgData name="THARUN S" userId="78b0c34dddd991a0" providerId="LiveId" clId="{8F90382A-E999-4AC4-8F3E-0B552AEB453E}" dt="2025-10-25T17:59:25.343" v="91"/>
          <ac:grpSpMkLst>
            <pc:docMk/>
            <pc:sldMk cId="2883480570" sldId="256"/>
            <ac:grpSpMk id="35" creationId="{7B52831C-41DC-12A7-98C2-ABA6B3ECF254}"/>
          </ac:grpSpMkLst>
        </pc:grpChg>
        <pc:grpChg chg="add del mod">
          <ac:chgData name="THARUN S" userId="78b0c34dddd991a0" providerId="LiveId" clId="{8F90382A-E999-4AC4-8F3E-0B552AEB453E}" dt="2025-10-25T17:59:25.164" v="89"/>
          <ac:grpSpMkLst>
            <pc:docMk/>
            <pc:sldMk cId="2883480570" sldId="256"/>
            <ac:grpSpMk id="37" creationId="{2FBECE86-DB99-8FCC-93C2-66A0D5A162FC}"/>
          </ac:grpSpMkLst>
        </pc:grpChg>
        <pc:grpChg chg="add del mod">
          <ac:chgData name="THARUN S" userId="78b0c34dddd991a0" providerId="LiveId" clId="{8F90382A-E999-4AC4-8F3E-0B552AEB453E}" dt="2025-10-25T17:59:25.003" v="87"/>
          <ac:grpSpMkLst>
            <pc:docMk/>
            <pc:sldMk cId="2883480570" sldId="256"/>
            <ac:grpSpMk id="39" creationId="{0F2BDA83-B70A-C066-6261-0EB6CB5E582C}"/>
          </ac:grpSpMkLst>
        </pc:grpChg>
        <pc:grpChg chg="add del mod">
          <ac:chgData name="THARUN S" userId="78b0c34dddd991a0" providerId="LiveId" clId="{8F90382A-E999-4AC4-8F3E-0B552AEB453E}" dt="2025-10-25T17:59:24.667" v="84"/>
          <ac:grpSpMkLst>
            <pc:docMk/>
            <pc:sldMk cId="2883480570" sldId="256"/>
            <ac:grpSpMk id="42" creationId="{AD805671-305E-6AE0-8849-CBB14C496E5F}"/>
          </ac:grpSpMkLst>
        </pc:grpChg>
        <pc:grpChg chg="mod">
          <ac:chgData name="THARUN S" userId="78b0c34dddd991a0" providerId="LiveId" clId="{8F90382A-E999-4AC4-8F3E-0B552AEB453E}" dt="2025-10-25T17:59:24.494" v="82"/>
          <ac:grpSpMkLst>
            <pc:docMk/>
            <pc:sldMk cId="2883480570" sldId="256"/>
            <ac:grpSpMk id="44" creationId="{03961CDB-9EC0-C7F2-59D7-41CFF3AE19AA}"/>
          </ac:grpSpMkLst>
        </pc:grpChg>
        <pc:inkChg chg="add del mod">
          <ac:chgData name="THARUN S" userId="78b0c34dddd991a0" providerId="LiveId" clId="{8F90382A-E999-4AC4-8F3E-0B552AEB453E}" dt="2025-10-25T17:54:07.905" v="16" actId="9405"/>
          <ac:inkMkLst>
            <pc:docMk/>
            <pc:sldMk cId="2883480570" sldId="256"/>
            <ac:inkMk id="4" creationId="{41F05885-C88A-449D-ADF9-A9F521F6165C}"/>
          </ac:inkMkLst>
        </pc:inkChg>
        <pc:inkChg chg="add del mod">
          <ac:chgData name="THARUN S" userId="78b0c34dddd991a0" providerId="LiveId" clId="{8F90382A-E999-4AC4-8F3E-0B552AEB453E}" dt="2025-10-25T17:54:07.750" v="15"/>
          <ac:inkMkLst>
            <pc:docMk/>
            <pc:sldMk cId="2883480570" sldId="256"/>
            <ac:inkMk id="5" creationId="{B857F5C0-42FE-4C8E-F217-2CE9948BC335}"/>
          </ac:inkMkLst>
        </pc:inkChg>
        <pc:inkChg chg="add del">
          <ac:chgData name="THARUN S" userId="78b0c34dddd991a0" providerId="LiveId" clId="{8F90382A-E999-4AC4-8F3E-0B552AEB453E}" dt="2025-10-25T17:54:16.384" v="18" actId="9405"/>
          <ac:inkMkLst>
            <pc:docMk/>
            <pc:sldMk cId="2883480570" sldId="256"/>
            <ac:inkMk id="7" creationId="{F78330F6-31B1-AFDE-481C-52F4432B03A1}"/>
          </ac:inkMkLst>
        </pc:inkChg>
        <pc:inkChg chg="add del">
          <ac:chgData name="THARUN S" userId="78b0c34dddd991a0" providerId="LiveId" clId="{8F90382A-E999-4AC4-8F3E-0B552AEB453E}" dt="2025-10-25T17:54:50.236" v="20" actId="9405"/>
          <ac:inkMkLst>
            <pc:docMk/>
            <pc:sldMk cId="2883480570" sldId="256"/>
            <ac:inkMk id="8" creationId="{B2C1F46F-D9B5-7E2A-C427-B2BFE8E1A9B3}"/>
          </ac:inkMkLst>
        </pc:inkChg>
        <pc:inkChg chg="add del">
          <ac:chgData name="THARUN S" userId="78b0c34dddd991a0" providerId="LiveId" clId="{8F90382A-E999-4AC4-8F3E-0B552AEB453E}" dt="2025-10-25T17:55:11.691" v="22" actId="9405"/>
          <ac:inkMkLst>
            <pc:docMk/>
            <pc:sldMk cId="2883480570" sldId="256"/>
            <ac:inkMk id="9" creationId="{4917B752-1FBE-5321-2719-CAF4F0D8C65F}"/>
          </ac:inkMkLst>
        </pc:inkChg>
        <pc:inkChg chg="add del">
          <ac:chgData name="THARUN S" userId="78b0c34dddd991a0" providerId="LiveId" clId="{8F90382A-E999-4AC4-8F3E-0B552AEB453E}" dt="2025-10-25T17:55:33.485" v="24" actId="9405"/>
          <ac:inkMkLst>
            <pc:docMk/>
            <pc:sldMk cId="2883480570" sldId="256"/>
            <ac:inkMk id="10" creationId="{BE2E2AE9-4EAD-A2D4-DDA8-64AF2A521C4B}"/>
          </ac:inkMkLst>
        </pc:inkChg>
        <pc:inkChg chg="add del">
          <ac:chgData name="THARUN S" userId="78b0c34dddd991a0" providerId="LiveId" clId="{8F90382A-E999-4AC4-8F3E-0B552AEB453E}" dt="2025-10-25T17:55:57.151" v="26" actId="9405"/>
          <ac:inkMkLst>
            <pc:docMk/>
            <pc:sldMk cId="2883480570" sldId="256"/>
            <ac:inkMk id="11" creationId="{9B6CF20F-0E94-82FA-FCF7-BDA9AEBFABB3}"/>
          </ac:inkMkLst>
        </pc:inkChg>
        <pc:inkChg chg="add del">
          <ac:chgData name="THARUN S" userId="78b0c34dddd991a0" providerId="LiveId" clId="{8F90382A-E999-4AC4-8F3E-0B552AEB453E}" dt="2025-10-25T17:58:20.261" v="58" actId="9405"/>
          <ac:inkMkLst>
            <pc:docMk/>
            <pc:sldMk cId="2883480570" sldId="256"/>
            <ac:inkMk id="12" creationId="{FB66A501-EA25-75EA-1130-27229F61F148}"/>
          </ac:inkMkLst>
        </pc:inkChg>
        <pc:inkChg chg="add del">
          <ac:chgData name="THARUN S" userId="78b0c34dddd991a0" providerId="LiveId" clId="{8F90382A-E999-4AC4-8F3E-0B552AEB453E}" dt="2025-10-25T17:57:07.830" v="35" actId="9405"/>
          <ac:inkMkLst>
            <pc:docMk/>
            <pc:sldMk cId="2883480570" sldId="256"/>
            <ac:inkMk id="13" creationId="{5E513A44-F8C6-1537-6D47-07CB75D855FB}"/>
          </ac:inkMkLst>
        </pc:inkChg>
        <pc:inkChg chg="add del">
          <ac:chgData name="THARUN S" userId="78b0c34dddd991a0" providerId="LiveId" clId="{8F90382A-E999-4AC4-8F3E-0B552AEB453E}" dt="2025-10-25T17:56:21.975" v="32" actId="9405"/>
          <ac:inkMkLst>
            <pc:docMk/>
            <pc:sldMk cId="2883480570" sldId="256"/>
            <ac:inkMk id="14" creationId="{B0517C12-6DF2-1249-F503-274CD37FC757}"/>
          </ac:inkMkLst>
        </pc:inkChg>
        <pc:inkChg chg="add del">
          <ac:chgData name="THARUN S" userId="78b0c34dddd991a0" providerId="LiveId" clId="{8F90382A-E999-4AC4-8F3E-0B552AEB453E}" dt="2025-10-25T17:56:21.311" v="31" actId="9405"/>
          <ac:inkMkLst>
            <pc:docMk/>
            <pc:sldMk cId="2883480570" sldId="256"/>
            <ac:inkMk id="15" creationId="{D465B593-D32E-0FD8-E1F7-452DEC8FE5E1}"/>
          </ac:inkMkLst>
        </pc:inkChg>
        <pc:inkChg chg="add del">
          <ac:chgData name="THARUN S" userId="78b0c34dddd991a0" providerId="LiveId" clId="{8F90382A-E999-4AC4-8F3E-0B552AEB453E}" dt="2025-10-25T17:57:06.942" v="34" actId="9405"/>
          <ac:inkMkLst>
            <pc:docMk/>
            <pc:sldMk cId="2883480570" sldId="256"/>
            <ac:inkMk id="16" creationId="{FE134FCD-C2E0-BCBA-C659-33FFDCD42F5A}"/>
          </ac:inkMkLst>
        </pc:inkChg>
        <pc:inkChg chg="add del">
          <ac:chgData name="THARUN S" userId="78b0c34dddd991a0" providerId="LiveId" clId="{8F90382A-E999-4AC4-8F3E-0B552AEB453E}" dt="2025-10-25T17:57:26.478" v="39" actId="9405"/>
          <ac:inkMkLst>
            <pc:docMk/>
            <pc:sldMk cId="2883480570" sldId="256"/>
            <ac:inkMk id="17" creationId="{C0635BD9-C848-043B-F086-36254117AB4C}"/>
          </ac:inkMkLst>
        </pc:inkChg>
        <pc:inkChg chg="add">
          <ac:chgData name="THARUN S" userId="78b0c34dddd991a0" providerId="LiveId" clId="{8F90382A-E999-4AC4-8F3E-0B552AEB453E}" dt="2025-10-25T17:57:16.854" v="37"/>
          <ac:inkMkLst>
            <pc:docMk/>
            <pc:sldMk cId="2883480570" sldId="256"/>
            <ac:inkMk id="18" creationId="{6348B188-5BBA-D731-6140-99CF594E54FD}"/>
          </ac:inkMkLst>
        </pc:inkChg>
        <pc:inkChg chg="add del">
          <ac:chgData name="THARUN S" userId="78b0c34dddd991a0" providerId="LiveId" clId="{8F90382A-E999-4AC4-8F3E-0B552AEB453E}" dt="2025-10-25T17:57:57.683" v="45" actId="9405"/>
          <ac:inkMkLst>
            <pc:docMk/>
            <pc:sldMk cId="2883480570" sldId="256"/>
            <ac:inkMk id="19" creationId="{A77942C3-7710-F918-8E8D-8A866B9C627D}"/>
          </ac:inkMkLst>
        </pc:inkChg>
        <pc:inkChg chg="add del">
          <ac:chgData name="THARUN S" userId="78b0c34dddd991a0" providerId="LiveId" clId="{8F90382A-E999-4AC4-8F3E-0B552AEB453E}" dt="2025-10-25T17:57:56.985" v="44" actId="9405"/>
          <ac:inkMkLst>
            <pc:docMk/>
            <pc:sldMk cId="2883480570" sldId="256"/>
            <ac:inkMk id="20" creationId="{6460440D-CC44-ED5C-9A82-B992BC357B16}"/>
          </ac:inkMkLst>
        </pc:inkChg>
        <pc:inkChg chg="add">
          <ac:chgData name="THARUN S" userId="78b0c34dddd991a0" providerId="LiveId" clId="{8F90382A-E999-4AC4-8F3E-0B552AEB453E}" dt="2025-10-25T17:57:38.102" v="42"/>
          <ac:inkMkLst>
            <pc:docMk/>
            <pc:sldMk cId="2883480570" sldId="256"/>
            <ac:inkMk id="21" creationId="{EAC108E3-1065-AB87-0BD3-2174DE938198}"/>
          </ac:inkMkLst>
        </pc:inkChg>
        <pc:inkChg chg="add del mod">
          <ac:chgData name="THARUN S" userId="78b0c34dddd991a0" providerId="LiveId" clId="{8F90382A-E999-4AC4-8F3E-0B552AEB453E}" dt="2025-10-25T17:58:19.271" v="57" actId="9405"/>
          <ac:inkMkLst>
            <pc:docMk/>
            <pc:sldMk cId="2883480570" sldId="256"/>
            <ac:inkMk id="22" creationId="{09841BD0-B744-41EB-14E2-76C58D6079BB}"/>
          </ac:inkMkLst>
        </pc:inkChg>
        <pc:inkChg chg="add del mod">
          <ac:chgData name="THARUN S" userId="78b0c34dddd991a0" providerId="LiveId" clId="{8F90382A-E999-4AC4-8F3E-0B552AEB453E}" dt="2025-10-25T17:58:18.713" v="56" actId="9405"/>
          <ac:inkMkLst>
            <pc:docMk/>
            <pc:sldMk cId="2883480570" sldId="256"/>
            <ac:inkMk id="23" creationId="{03A1E4EE-B93B-1693-A818-1A7E3F07D9C9}"/>
          </ac:inkMkLst>
        </pc:inkChg>
        <pc:inkChg chg="add del">
          <ac:chgData name="THARUN S" userId="78b0c34dddd991a0" providerId="LiveId" clId="{8F90382A-E999-4AC4-8F3E-0B552AEB453E}" dt="2025-10-25T17:58:18.216" v="55" actId="9405"/>
          <ac:inkMkLst>
            <pc:docMk/>
            <pc:sldMk cId="2883480570" sldId="256"/>
            <ac:inkMk id="24" creationId="{5FDEFC1B-7DBB-30D7-E9B1-2C0E3377C98C}"/>
          </ac:inkMkLst>
        </pc:inkChg>
        <pc:inkChg chg="add">
          <ac:chgData name="THARUN S" userId="78b0c34dddd991a0" providerId="LiveId" clId="{8F90382A-E999-4AC4-8F3E-0B552AEB453E}" dt="2025-10-25T17:58:09.715" v="49"/>
          <ac:inkMkLst>
            <pc:docMk/>
            <pc:sldMk cId="2883480570" sldId="256"/>
            <ac:inkMk id="25" creationId="{EB019B7D-311C-2D1D-17C5-E2B4E06CA7DB}"/>
          </ac:inkMkLst>
        </pc:inkChg>
        <pc:inkChg chg="add del mod">
          <ac:chgData name="THARUN S" userId="78b0c34dddd991a0" providerId="LiveId" clId="{8F90382A-E999-4AC4-8F3E-0B552AEB453E}" dt="2025-10-25T17:58:17.174" v="53"/>
          <ac:inkMkLst>
            <pc:docMk/>
            <pc:sldMk cId="2883480570" sldId="256"/>
            <ac:inkMk id="26" creationId="{640DC3C9-8E68-A783-40FD-E62D029FBE66}"/>
          </ac:inkMkLst>
        </pc:inkChg>
        <pc:inkChg chg="add del">
          <ac:chgData name="THARUN S" userId="78b0c34dddd991a0" providerId="LiveId" clId="{8F90382A-E999-4AC4-8F3E-0B552AEB453E}" dt="2025-10-25T17:58:49.020" v="60" actId="9405"/>
          <ac:inkMkLst>
            <pc:docMk/>
            <pc:sldMk cId="2883480570" sldId="256"/>
            <ac:inkMk id="28" creationId="{D52019EE-0DA8-2E45-E3A5-2A2F12077543}"/>
          </ac:inkMkLst>
        </pc:inkChg>
        <pc:inkChg chg="add del">
          <ac:chgData name="THARUN S" userId="78b0c34dddd991a0" providerId="LiveId" clId="{8F90382A-E999-4AC4-8F3E-0B552AEB453E}" dt="2025-10-25T17:59:26.075" v="96" actId="9405"/>
          <ac:inkMkLst>
            <pc:docMk/>
            <pc:sldMk cId="2883480570" sldId="256"/>
            <ac:inkMk id="29" creationId="{A4A1268B-74A1-ED84-DED2-292E34CA175D}"/>
          </ac:inkMkLst>
        </pc:inkChg>
        <pc:inkChg chg="add">
          <ac:chgData name="THARUN S" userId="78b0c34dddd991a0" providerId="LiveId" clId="{8F90382A-E999-4AC4-8F3E-0B552AEB453E}" dt="2025-10-25T17:58:54.944" v="62"/>
          <ac:inkMkLst>
            <pc:docMk/>
            <pc:sldMk cId="2883480570" sldId="256"/>
            <ac:inkMk id="30" creationId="{C99B49F0-703D-35FC-C230-C9B21F3EF8CD}"/>
          </ac:inkMkLst>
        </pc:inkChg>
        <pc:inkChg chg="add del mod">
          <ac:chgData name="THARUN S" userId="78b0c34dddd991a0" providerId="LiveId" clId="{8F90382A-E999-4AC4-8F3E-0B552AEB453E}" dt="2025-10-25T17:59:25.716" v="94" actId="9405"/>
          <ac:inkMkLst>
            <pc:docMk/>
            <pc:sldMk cId="2883480570" sldId="256"/>
            <ac:inkMk id="31" creationId="{37E1E455-AB5C-33C7-4737-6556E500258D}"/>
          </ac:inkMkLst>
        </pc:inkChg>
        <pc:inkChg chg="add del mod">
          <ac:chgData name="THARUN S" userId="78b0c34dddd991a0" providerId="LiveId" clId="{8F90382A-E999-4AC4-8F3E-0B552AEB453E}" dt="2025-10-25T17:59:25.523" v="93"/>
          <ac:inkMkLst>
            <pc:docMk/>
            <pc:sldMk cId="2883480570" sldId="256"/>
            <ac:inkMk id="32" creationId="{56CEA440-7C06-E1F9-233E-ABBBE328F035}"/>
          </ac:inkMkLst>
        </pc:inkChg>
        <pc:inkChg chg="add del mod">
          <ac:chgData name="THARUN S" userId="78b0c34dddd991a0" providerId="LiveId" clId="{8F90382A-E999-4AC4-8F3E-0B552AEB453E}" dt="2025-10-25T17:59:25.343" v="91"/>
          <ac:inkMkLst>
            <pc:docMk/>
            <pc:sldMk cId="2883480570" sldId="256"/>
            <ac:inkMk id="34" creationId="{B021EA47-1720-92A1-2352-26967C1AB372}"/>
          </ac:inkMkLst>
        </pc:inkChg>
        <pc:inkChg chg="add del mod">
          <ac:chgData name="THARUN S" userId="78b0c34dddd991a0" providerId="LiveId" clId="{8F90382A-E999-4AC4-8F3E-0B552AEB453E}" dt="2025-10-25T17:59:25.164" v="89"/>
          <ac:inkMkLst>
            <pc:docMk/>
            <pc:sldMk cId="2883480570" sldId="256"/>
            <ac:inkMk id="36" creationId="{1B89A1BC-98D3-B137-8348-70F804781838}"/>
          </ac:inkMkLst>
        </pc:inkChg>
        <pc:inkChg chg="add del mod">
          <ac:chgData name="THARUN S" userId="78b0c34dddd991a0" providerId="LiveId" clId="{8F90382A-E999-4AC4-8F3E-0B552AEB453E}" dt="2025-10-25T17:59:25.003" v="87"/>
          <ac:inkMkLst>
            <pc:docMk/>
            <pc:sldMk cId="2883480570" sldId="256"/>
            <ac:inkMk id="38" creationId="{C2111827-D796-13E6-CA3A-CAE86BB06F78}"/>
          </ac:inkMkLst>
        </pc:inkChg>
        <pc:inkChg chg="add del mod">
          <ac:chgData name="THARUN S" userId="78b0c34dddd991a0" providerId="LiveId" clId="{8F90382A-E999-4AC4-8F3E-0B552AEB453E}" dt="2025-10-25T17:59:24.816" v="85" actId="9405"/>
          <ac:inkMkLst>
            <pc:docMk/>
            <pc:sldMk cId="2883480570" sldId="256"/>
            <ac:inkMk id="40" creationId="{D4F238EC-EEFD-CF02-9360-272489FE6A06}"/>
          </ac:inkMkLst>
        </pc:inkChg>
        <pc:inkChg chg="add del mod">
          <ac:chgData name="THARUN S" userId="78b0c34dddd991a0" providerId="LiveId" clId="{8F90382A-E999-4AC4-8F3E-0B552AEB453E}" dt="2025-10-25T17:59:24.667" v="84"/>
          <ac:inkMkLst>
            <pc:docMk/>
            <pc:sldMk cId="2883480570" sldId="256"/>
            <ac:inkMk id="41" creationId="{3A417B06-7ED2-B2D6-3337-AFCA620C77F2}"/>
          </ac:inkMkLst>
        </pc:inkChg>
        <pc:inkChg chg="add del mod">
          <ac:chgData name="THARUN S" userId="78b0c34dddd991a0" providerId="LiveId" clId="{8F90382A-E999-4AC4-8F3E-0B552AEB453E}" dt="2025-10-25T17:59:24.494" v="82"/>
          <ac:inkMkLst>
            <pc:docMk/>
            <pc:sldMk cId="2883480570" sldId="256"/>
            <ac:inkMk id="43" creationId="{166D9B14-B96D-B177-4BF5-2609BF8807F2}"/>
          </ac:inkMkLst>
        </pc:inkChg>
        <pc:inkChg chg="add del">
          <ac:chgData name="THARUN S" userId="78b0c34dddd991a0" providerId="LiveId" clId="{8F90382A-E999-4AC4-8F3E-0B552AEB453E}" dt="2025-10-25T17:59:24.305" v="80" actId="9405"/>
          <ac:inkMkLst>
            <pc:docMk/>
            <pc:sldMk cId="2883480570" sldId="256"/>
            <ac:inkMk id="45" creationId="{DC046E50-45FC-9167-61F3-E5F08A489294}"/>
          </ac:inkMkLst>
        </pc:inkChg>
        <pc:inkChg chg="add">
          <ac:chgData name="THARUN S" userId="78b0c34dddd991a0" providerId="LiveId" clId="{8F90382A-E999-4AC4-8F3E-0B552AEB453E}" dt="2025-10-25T17:59:16.311" v="78"/>
          <ac:inkMkLst>
            <pc:docMk/>
            <pc:sldMk cId="2883480570" sldId="256"/>
            <ac:inkMk id="46" creationId="{EDEBA2E7-7541-ED38-D721-2CCFAFF2267C}"/>
          </ac:inkMkLst>
        </pc:inkChg>
        <pc:inkChg chg="add">
          <ac:chgData name="THARUN S" userId="78b0c34dddd991a0" providerId="LiveId" clId="{8F90382A-E999-4AC4-8F3E-0B552AEB453E}" dt="2025-10-25T17:59:38.473" v="98" actId="9405"/>
          <ac:inkMkLst>
            <pc:docMk/>
            <pc:sldMk cId="2883480570" sldId="256"/>
            <ac:inkMk id="47" creationId="{0EA382B1-CB2A-90EA-AE69-FE1C4D6B8FD7}"/>
          </ac:inkMkLst>
        </pc:inkChg>
        <pc:inkChg chg="add">
          <ac:chgData name="THARUN S" userId="78b0c34dddd991a0" providerId="LiveId" clId="{8F90382A-E999-4AC4-8F3E-0B552AEB453E}" dt="2025-10-25T17:59:42.488" v="99" actId="9405"/>
          <ac:inkMkLst>
            <pc:docMk/>
            <pc:sldMk cId="2883480570" sldId="256"/>
            <ac:inkMk id="48" creationId="{FBE14E78-BA76-D439-1BBE-42A25118F77F}"/>
          </ac:inkMkLst>
        </pc:inkChg>
        <pc:inkChg chg="add">
          <ac:chgData name="THARUN S" userId="78b0c34dddd991a0" providerId="LiveId" clId="{8F90382A-E999-4AC4-8F3E-0B552AEB453E}" dt="2025-10-25T17:59:48.420" v="100" actId="9405"/>
          <ac:inkMkLst>
            <pc:docMk/>
            <pc:sldMk cId="2883480570" sldId="256"/>
            <ac:inkMk id="49" creationId="{23FCBD4C-8788-FFB4-73EB-554544996C3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59:38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24575,'14'67'0,"24"104"0,35 114 0,38 123-6027,24 89 6027,28 65-3137,19 67 3137,22 27-2049,-4-31 2049,-27-54 0,-13-76-1820,-25-89 1820,-31-80 300,-28-81-300,-27-68 2201,-17-59-2201,-13-49 2341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59:42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3190 24575,'164'-43'0,"-109"27"0,236-76-1075,152-61-3224,164-72 2437,143-65-1286,2456-957-1459,-2594 1005 4128,-104 35 235,-102 37 435,-93 34 814,-274 119-1025,210-99 1350,-176 77-96,82-57 0,-81 39 1543,-31 13-3005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5T17:59:48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5242 24575,'4'24'0,"14"46"0,-5-27 0,265 771-3507,-201-605 3053,550 1644-1642,-312-725 3270,-304-1085-452,-11-43-692,7 15 1661,-7-16-1655,1 1 1,0 0 0,-1-1-1,1 1 1,-1-1 0,0 1 0,1-1-1,-1 1 1,1-1 0,-1 1-1,0-1 1,1 0 0,-1 1-1,0-1 1,0 0 0,1 1 0,-1-1-1,0 1 1,0-1 0,0 0-1,0 1 1,0-1 0,0 0 0,0 1-1,0-2 1,23-141 1251,-16 88-1273,63-478-621,66-471-579,-82 690 439,23 12 686,-75 296 66,0 0-1,0 1 1,0-1 0,1 1-1,-1 0 1,1-1 0,1 1-1,-1 1 1,1-1 0,4-4-1,-6 7 58,1 0-1,-1 1 0,1-1 0,-1 1 1,1 0-1,0 0 0,0 0 0,-1 0 1,1 1-1,0-1 0,0 1 0,0-1 1,0 1-1,0 0 0,0 0 1,0 0-1,0 1 0,0-1 0,0 1 1,0 0-1,3 1 0,14 4 117,-1 1 1,0 1-1,0 1 0,-1 0 1,23 16-1,84 68 158,-102-74-402,13 10 65,-1 2 0,-2 1 0,37 45 0,-52-53 0,-1 0 0,0 2 0,-2-1 0,-1 2 0,-1 0 0,10 32 0,-9-15 0,-8-21 0,2 0 0,0-1 0,13 24 0,-19-42 0,1-1 0,-1 0 0,1 0 0,0 0 0,0-1 0,0 1 0,0-1 0,0 1 0,1-1 0,-1 0 0,1 0 0,-1-1 0,1 1 0,0-1 0,-1 0 0,1 0 0,0 0 0,0 0 0,0-1 0,0 1 0,0-1 0,4 0 0,13-1 0,0 0 0,0-2 0,22-5 0,-22 4 0,64-14 0,128-44 0,76-53 0,-276 110 0,98-49 0,-100 48 0,-1-1 0,-1 1 0,1-1 0,-1-1 0,0 0 0,-1 0 0,0-1 0,7-10 0,-12 14 0,0 0 0,0 0 0,-1-1 0,0 1 0,0-1 0,0 1 0,-1-1 0,0 0 0,0 0 0,0-8 0,-4-60 0,0 40 0,-8-406 0,11 434 0,-1 0 0,1 0 0,-1 1 0,-1-1 0,1 1 0,-1-1 0,0 1 0,0 0 0,-1-1 0,1 1 0,-1 0 0,0 0 0,-1 1 0,1-1 0,-8-6 0,9 9 0,-1 0 0,1 0 0,-1 0 0,0 1 0,0-1 0,0 1 0,0 0 0,0 0 0,0 0 0,0 0 0,0 1 0,-1-1 0,1 1 0,0 0 0,0 0 0,0 0 0,-1 0 0,1 0 0,0 1 0,0 0 0,0-1 0,0 1 0,0 0 0,0 1 0,0-1 0,0 0 0,0 1 0,0 0 0,-4 3 0,-2 1 0,0 1 0,0 1 0,1 0 0,0 0 0,0 1 0,-9 12 0,-36 63 0,37-55 0,-32 56 0,4 2 0,4 2 0,-51 164 0,81-221 0,5-18 0,0 1 0,1-1 0,1 1 0,0-1 0,1 1 0,0 24 0,2-38 0,0 1 0,0-1 0,0 1 0,0-1 0,0 1 0,1-1 0,-1 0 0,0 1 0,1-1 0,-1 0 0,1 1 0,0-1 0,-1 0 0,1 0 0,0 0 0,0 1 0,0-1 0,-1 0 0,1 0 0,2 1 0,-2-2 0,0 1 0,0-1 0,0 0 0,0 1 0,0-1 0,0 0 0,1 0 0,-1 0 0,0 0 0,0 0 0,0 0 0,0 0 0,0-1 0,0 1 0,0 0 0,0 0 0,1-1 0,-1 1 0,1-2 0,5-1 0,-1-2 0,0 1 0,0 0 0,0-1 0,-1 0 0,6-7 0,8-11 0,-2-1 0,0-1 0,-2-1 0,0 0 0,-2 0 0,-1-2 0,8-28 0,-18 50 0,0-1 0,0 1 0,0 0 0,1 1 0,0-1 0,0 0 0,0 1 0,1-1 0,0 1 0,0 0 0,0 1 0,1-1 0,-1 1 0,1-1 0,0 1 0,1 1 0,-1-1 0,0 1 0,1 0 0,8-3 0,-5 1 0,0-1 0,0 0 0,-1 0 0,0 0 0,0-1 0,0-1 0,-1 1 0,0-1 0,-1 0 0,0-1 0,0 1 0,-1-1 0,0 0 0,0-1 0,3-11 0,6-18 0,-1-1 0,9-59 0,-17 76 0,10-68 0,-4 0 0,-4-1 0,-4-99 0,-4 181 0,1 6 0,-1 0 0,1 0 0,-1 0 0,1 0 0,1 0 0,-1 0 0,0 0 0,1 0 0,0 0 0,0 0 0,2-4 0,-2 8 0,-1 1 0,1-1 0,0 0 0,-1 1 0,1-1 0,0 1 0,-1 0 0,1-1 0,-1 1 0,1-1 0,-1 1 0,1 0 0,-1 0 0,0-1 0,1 1 0,-1 0 0,0 0 0,1-1 0,-1 1 0,0 0 0,0 0 0,0-1 0,0 2 0,66 233 0,-40-133 0,37 143-141,140 489-614,-200-722 749,1-2 0,0 1 0,0 0 0,1-1-1,11 17 1,-14-25 14,0 1 0,0-1-1,0 0 1,1 0 0,-1 0 0,1 0 0,0 0-1,-1 0 1,1-1 0,0 1 0,0-1-1,0 0 1,0 0 0,0 0 0,1 0 0,-1 0-1,0-1 1,0 0 0,0 1 0,1-1-1,-1 0 1,0-1 0,4 1 0,11-3 60,0-1-1,0 0 1,0-2 0,-1 1 0,0-2-1,0-1 1,0 0 0,-1-1 0,0 0 0,-1-2-1,15-12 1,20-20-107,76-84-1,-122 122 52,400-493-791,-42-31-1,-79 72 536,-229 358 162,-4-2 0,61-182 1,-69 126 17,-38 136 117,-1 1 0,-1-1 0,-1 0-1,-1 0 1,-3-30 0,2 48 26,1-1-1,-1 0 1,0 0 0,0 1 0,0-1 0,-1 1-1,1-1 1,-1 1 0,0 0 0,0 0 0,0 0 0,0-1-1,0 2 1,-1-1 0,1 0 0,-1 0 0,0 1-1,0 0 1,-3-3 0,-4 0-39,1 1 0,-1 0 0,0 0 0,-1 1 0,-11-2 0,10 2-45,0 0 0,1-1-1,-20-9 1,23 9 5,0 0 0,0 0 0,0 1 0,-1 0 0,1 0 0,-12-2 0,19 5 0,-1 0 0,0 0 0,0-1 0,1 1 0,-1 0 0,0 0 0,0 1 0,0-1 0,1 0 0,-1 1 0,0-1 0,0 1 0,1-1 0,-1 1 0,0 0 0,1 0 0,-1-1 0,1 1 0,-1 1 0,1-1 0,-1 0 0,1 0 0,0 0 0,0 1 0,-1-1 0,1 0 0,0 1 0,0 0 0,0-1 0,1 1 0,-1-1 0,0 1 0,1 0 0,-1-1 0,1 1 0,-1 0 0,0 3 0,1 2 0,0 0 0,0 0 0,0 0 0,1 0 0,0-1 0,1 1 0,-1 0 0,1-1 0,0 1 0,1-1 0,0 1 0,5 8 0,4 6 0,1-1 0,20 25 0,-30-41 0,1-1 0,-1 1 0,1-1 0,0 1 0,0-1 0,0 0 0,1 0 0,-1-1 0,1 0 0,-1 1 0,1-1 0,0-1 0,0 1 0,7 1 0,-3-2 0,-1 0 0,1-1 0,0 1 0,0-2 0,0 1 0,0-1 0,16-4 0,-7-1 0,0 0 0,-1 0 0,0-2 0,0 0 0,0-1 0,-1-1 0,21-16 0,-5-2 0,-1-1 0,-2-1 0,36-48 0,66-116 0,-85 119-66,-4-2-1,-3-2 1,-3-1 0,-4-2-1,-4-1 1,-4-2-1,-3 0 1,-3-1-1,10-171 1,-27 227 59,-2 0 0,-1 0 0,-1 0 0,-2 1 0,-1-1 0,-15-43 1,16 58 49,-1 0 0,0 1 0,-2 0 0,1 0 0,-2 0 0,0 1 0,0 0 0,-1 1 0,-1 0 0,0 1 0,-1 0 0,0 0 0,-25-15 0,29 22-33,0 0 1,0 0 0,-1 1 0,1 1 0,-1-1 0,0 1 0,0 1 0,1 0 0,-1 0 0,-15 1 0,20 0-12,1 0-1,-1 1 1,0 0 0,0-1-1,1 1 1,-1 1-1,0-1 1,1 0 0,-1 1-1,1 0 1,-6 4 0,7-5 1,0 1 0,0 0 1,1 0-1,-1 0 0,1 0 1,-1 0-1,1 0 0,0 0 1,0 1-1,0-1 0,0 0 1,0 1-1,0-1 0,1 1 1,-1-1-1,1 1 0,0-1 1,-1 1-1,2 3 0,0 6 0,0 0 0,2 0 0,-1 0 0,2 0 0,-1-1 0,2 0 0,-1 1 0,2-1 0,-1-1 0,1 1 0,1-1 0,0 0 0,15 16 0,-15-20 0,1 0 0,0-1 0,0 0 0,1 0 0,0-1 0,0 0 0,0 0 0,0-1 0,0-1 0,1 1 0,14 1 0,15 0 0,58 1 0,-71-5 0,56-2 0,-51 1 0,0 0 0,0 2 0,42 7 0,-63-6 0,-1 1 0,0 0 0,-1 1 0,1 0 0,-1 0 0,1 1 0,-1 0 0,-1 0 0,1 1 0,-1 0 0,8 8 0,10 12 0,34 49 0,-40-50 0,119 169 0,-9 7 0,133 275 0,-240-431 0,116 222 0,-101-203 0,3-3 0,50 62 0,-87-120 0,-1 1 0,1-1 0,0 1 0,0-1 0,1 0 0,-1 0 0,0 0 0,1-1 0,0 1 0,0-1 0,0 0 0,0 0 0,0 0 0,0-1 0,0 1 0,1-1 0,-1 0 0,0 0 0,1-1 0,-1 1 0,1-1 0,-1 0 0,1 0 0,-1 0 0,0-1 0,1 0 0,-1 0 0,1 0 0,-1 0 0,0-1 0,0 1 0,5-3 0,41-19 0,-1-2 0,0-3 0,74-55 0,-102 68 0,41-29 0,-3-4 0,-2-1 0,-2-3 0,-2-3 0,-3-1 0,64-95 0,-34 23 0,70-154 0,-144 270 0,-2 3 0,0 1 0,0-1 0,1 1 0,1 0 0,9-12 0,-13 18 0,0 0 0,0 1 0,0-1 0,0 1 0,0-1 0,0 1 0,0 0 0,1 0 0,-1 0 0,0 0 0,1 0 0,-1 1 0,1-1 0,-1 1 0,1-1 0,-1 1 0,1 0 0,-1 0 0,1 0 0,-1 0 0,1 1 0,-1-1 0,1 1 0,-1-1 0,5 3 0,185 82 0,-84-33 0,-101-48 0,-1-1 0,0-1 0,1 0 0,0 0 0,-1 0 0,1 0 0,0-1 0,0 0 0,0-1 0,0 0 0,9 0 0,-11-1 0,0-1 0,0 1 0,-1-1 0,1 0 0,-1 0 0,0-1 0,1 1 0,-1-1 0,0 0 0,0 0 0,-1 0 0,1-1 0,-1 1 0,1-1 0,-1 0 0,5-8 0,18-29 3,-2-1 0,-1-1 0,-3 0 0,27-85 0,35-194-161,-76 297 119,139-825-870,-134 717 909,-11 126 0,0 0 0,0 0 0,-1 0 0,0-1 0,0 1 0,0 0 0,-1 0 0,-4-10 0,5 14 0,-1 1 0,1 0 0,-1 0 0,1 1 0,-1-1 0,0 0 0,0 0 0,0 1 0,0-1 0,0 1 0,0 0 0,0-1 0,0 1 0,0 0 0,-1 0 0,1 1 0,0-1 0,-1 0 0,1 1 0,-1-1 0,1 1 0,0 0 0,-1 0 0,1 0 0,-1 0 0,1 0 0,-1 1 0,-2 0 0,-12 3 0,0 0 0,0 1 0,0 1 0,1 1 0,-25 13 0,-160 102 0,-75 76-548,-1393 1216-4780,1464-1210 4481,173-170 741,-52 72 0,82-103 106,0 0 0,-1 1 0,1-1 0,1 1 0,-1 0 0,0-1 0,1 1 0,0 0 0,0 0 0,0 0 0,0 7 0,1-11 0,0 1 0,0 0 0,0 0 0,0 0 0,1 0 0,-1 0 0,1-1 0,-1 1 0,0 0 0,1 0 0,-1-1 0,1 1 0,-1 0 0,1-1 0,0 1 0,-1 0 0,1-1 0,0 1 0,-1-1 0,1 1 0,0-1 0,0 0 0,-1 1 0,1-1 0,0 0 0,0 1 0,0-1 0,0 0 0,0 0 0,-1 0 0,1 0 0,1 0 0,11 0 0,0-1 0,0-1 0,0-1 0,-1 1 0,1-2 0,19-8 0,235-108 0,161-112-298,133-100-896,106-87 592,919-662-1807,-39-67-568,-1116 812 2768,-64 39 609,-55 40-34,-50 42 700,103-80 2141,-256 204-722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2DD2-6D91-2D0E-B74A-B665E1119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84E98-3A01-504D-3A2D-08AC9C328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F6978-17E5-83AC-6398-AC5FCE65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8F6A4-B652-1FAF-8C18-D35A03C8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A32F7-BDE2-588D-2034-6A19E5DA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55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F274-7F0C-7DB8-4DF0-91B44851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00A94-ABD9-A602-A9DE-E647038C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DD748-2A5B-A895-BC01-4620F681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BB57E-8A1B-475B-3380-7148FEC4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A2566-FDD9-356F-1EED-B337DD3F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B849-B917-06FC-D5DC-2EF063F1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A88DB-62A5-5C33-4A95-309357933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1385-3521-8E41-5448-3810E6BC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4C858-DBF1-3EE4-C3FB-9BEB97F7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30A93-FA33-2708-DA00-988A483C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351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F146-9111-69E8-986D-1DBB9B5A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D80FF-C16B-EB88-D51F-AECABC43A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35BA7-8072-188C-669D-FCAF920EC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589F2-E490-5592-F2DF-B1F9192D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07130-83B7-47AE-E030-7881860D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EC617-DE35-9971-3608-BDE5315C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38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9A4B-CD37-5AB5-D382-56CCEA17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4AA68-BFD0-0041-C1C5-5682A9285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28721-C04D-92E6-E4CC-94B88A2A7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D37BB-CA69-E541-A601-A8D32C6B9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07E77-C0F6-B53F-7E34-D5E4F19EB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C2540-824C-A13B-394A-AF61C7BE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8D0B6-ED89-1A2B-B415-458339D5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EEADE-2F89-18AD-21D4-2D921A8C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6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7D2C-0CBC-6340-86C6-097349CF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E10CF-F8C5-FFC3-78CD-FE9EF9CD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086F2D-EC84-76FE-8816-DAAF14A1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518AB-9275-8BA7-A192-62D8773E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16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35586-F364-CE2F-EE37-3E202BF2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AD290-D60E-77B7-4814-E22C73F1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BC9B0-A0BF-B095-F091-D38C6F56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61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349E-F30B-8A4A-EB4E-9877F4C6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B67A9-54E4-BB60-721C-42690EE39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CDE63-C0B7-C872-6AB8-07241CF26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9D390-CC6E-2134-1C8F-2057B3AF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4B357-EB6C-25ED-2699-D179A5F4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3FD5A-24D9-5F7C-4737-69CFF15B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6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298D-FC0F-B463-94A1-2D23F65A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2BF5A-F30B-B7E9-4239-D0DCAE8BD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F1E27-2745-83CB-EDFA-C705417C6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4DC85-2D04-8AB8-FB2E-C2E764F9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4EDA6-0909-350C-9924-49998B4E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19292-EC88-93E4-42EF-D856C20D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00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3F3B-3FF6-7720-AE59-BBF746AE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32FAD-138C-8F7B-8118-2D744E617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42256-CF25-2DD8-2DD9-D2799C25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3309-3802-F376-5352-FBE80785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E8EFC-6E68-3653-3D14-BE9F1CE1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41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2593D3-B271-7EB1-38E6-13460F7C6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A4A8D-339B-DB26-6258-A94087D76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90977-EAD2-DE2B-33D3-8C828B46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EBCC-CFEA-75E8-84B7-B4696EE7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ADDB8-A02C-593D-C366-8318A235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11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6D016-51D1-2D91-9D78-5C8272E8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1002E-8C1A-79CE-2AAB-F0070BFAE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5B34-0819-F5ED-FB05-6C88CFEC6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D332F-8FC0-468F-B175-021D18D41699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6C6A0-5032-D251-DA36-4E90AB550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36415-5C61-D1E2-15D5-986FCF79E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2A9EE-2478-4F44-8A44-74536BA77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35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EA382B1-CB2A-90EA-AE69-FE1C4D6B8FD7}"/>
                  </a:ext>
                </a:extLst>
              </p14:cNvPr>
              <p14:cNvContentPartPr/>
              <p14:nvPr/>
            </p14:nvContentPartPr>
            <p14:xfrm>
              <a:off x="2204720" y="3545920"/>
              <a:ext cx="672840" cy="22708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EA382B1-CB2A-90EA-AE69-FE1C4D6B8F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8600" y="3539800"/>
                <a:ext cx="685080" cy="22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BE14E78-BA76-D439-1BBE-42A25118F77F}"/>
                  </a:ext>
                </a:extLst>
              </p14:cNvPr>
              <p14:cNvContentPartPr/>
              <p14:nvPr/>
            </p14:nvContentPartPr>
            <p14:xfrm>
              <a:off x="1229480" y="2936080"/>
              <a:ext cx="2875680" cy="1148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BE14E78-BA76-D439-1BBE-42A25118F7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3360" y="2929960"/>
                <a:ext cx="2887920" cy="11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3FCBD4C-8788-FFB4-73EB-554544996C34}"/>
                  </a:ext>
                </a:extLst>
              </p14:cNvPr>
              <p14:cNvContentPartPr/>
              <p14:nvPr/>
            </p14:nvContentPartPr>
            <p14:xfrm>
              <a:off x="2641760" y="1790920"/>
              <a:ext cx="5057640" cy="33991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3FCBD4C-8788-FFB4-73EB-554544996C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35280" y="1784800"/>
                <a:ext cx="5069880" cy="34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3480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THARUN S</dc:creator>
  <cp:lastModifiedBy>THARUN S</cp:lastModifiedBy>
  <cp:revision>1</cp:revision>
  <dcterms:created xsi:type="dcterms:W3CDTF">2025-10-25T17:51:56Z</dcterms:created>
  <dcterms:modified xsi:type="dcterms:W3CDTF">2025-10-25T17:59:57Z</dcterms:modified>
</cp:coreProperties>
</file>